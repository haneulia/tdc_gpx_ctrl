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77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Datasheet, system overview / I-Mode block / bus timing figures (pp. 3, 7, 22).
- tdc_gpx_top.vhd L1-L23 (top-level cluster summary).
- tdc_gpx_bus_phy.vhd L1-L67 (bus timing interpretation in RTL).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tdc_gpx_top.vhd L1-L23, L398-L866.
- tdc_gpx_config_ctrl.vhd L1-L18, L434-L454, L1803-L1858.
- tdc_gpx_cell_builder.vhd L1-L112; tdc_gpx_face_assembler.vhd L1-L60; tdc_gpx_output_stage.vhd L1-L16.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tdc_gpx_top.vhd L1-L23, L398-L866 (cluster-level composition).
- tdc_gpx_config_ctrl.vhd L1-L25 (wrapper contents and clock-domain note).
- tdc_gpx_decode_pipe.vhd L1-L9; tdc_gpx_cell_pipe.vhd L1-L9; tdc_gpx_output_stage.vhd L1-L16.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Datasheet, Figure 16 and I-Mode internal data processing (§2.1, §2.3-2.4, pp. 22, 24-26).
- TDC-GPX Datasheet, Register 8/9 readout description (pp. 19-21).
- tdc_gpx_chip_run.vhd L1-L19; tdc_gpx_bus_phy.vhd L8-L18; tdc_gpx_decoder_i_mode.vhd L7-L21.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tdc_gpx_config_ctrl.vhd L1-L25, L1803-L1858.
- tdc_gpx_chip_ctrl.vhd L10-L28, L289-L322.
- tdc_gpx_decode_pipe.vhd L1-L9, L73-L149.
- tdc_gpx_cell_pipe.vhd L1-L9, L87-L205.
- tdc_gpx_output_stage.vhd L1-L16.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tdc_gpx_chip_ctrl.vhd L10-L37, L229-L240, L533-L573, L605-L830.
- tdc_gpx_chip_init.vhd header L1-L18.
- tdc_gpx_chip_run.vhd header L1-L24.
- tdc_gpx_chip_reg.vhd header L1-L18.
- tdc_gpx_err_handler.vhd header L1-L20.
- tdc_gpx_cmd_arb.vhd header L1-L18.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 §1.3.1 bus timing (p. 7).
- tdc_gpx_bus_phy.vhd L14-L53, L277-L286, L520-L589.
- tdc_gpx_cfg_pkg.vhd L267-L302 (legal combination table, current min div=2).
- tdc_gpx_csr_chip.vhd L847-L857 (bus_clk_div / bus_ticks clamp).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 §2.4 data structure (p. 26).
- tdc_gpx_decoder_i_mode.vhd L7-L28.
- tdc_gpx_raw_event_builder.vhd L7-L20.
- tdc_gpx_decode_pipe.vhd L1-L9, L73-L149.
- tdc_gpx_skid_buffer.vhd L7-L15.
- tdc_gpx_cell_pipe.vhd L87-L205.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tdc_gpx_cell_builder.vhd L1-L112, L179-L196, L230-L252, L286-L349, L782-L789.
- tdc_gpx_pkg.vhd L560-L575, L602-L616, L720-L730.
- tdc_gpx_header_inserter.vhd L64-L67, L352-L360 (header cell_size field).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tdc_gpx_face_assembler.vhd L1-L60, L311-L367, L577-L583.
- tdc_gpx_output_stage.vhd L1-L16, L296-L349.
- tdc_gpx_header_inserter.vhd L1-L51, L53-L79.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 §2.1 / §2.3 internal processing and IFIFO size (pp. 22, 26).
- tdc_gpx_chip_ctrl.vhd L289-L322.
- tdc_gpx_config_ctrl.vhd L1837-L1858.
- tdc_gpx_cell_builder.vhd L179-L196.
- tdc_gpx_face_assembler.vhd L15-L20, L311-L367.
- tdc_gpx_output_stage.vhd L296-L349.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TDC-GPX Datasheet §2.3-2.4 internal data processing and IFIFO readout.
- tdc_gpx_chip_ctrl.vhd L289-L322.
- tdc_gpx_decode_pipe.vhd L73-L149.
- tdc_gpx_cell_builder.vhd L1-L112.
- tdc_gpx_face_assembler.vhd L1-L37.
- tdc_gpx_header_inserter.vhd L1-L26, L35-L51.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tdc_gpx_bus_phy.vhd L14-L53.
- tdc_gpx_cfg_pkg.vhd L267-L302.
- tdc_gpx_chip_run.vhd header L1-L24.
- tdc_gpx_decode_pipe.vhd L73-L149.
- tdc_gpx_face_assembler.vhd L577-L583.
- tdc_gpx_header_inserter.vhd L29-L51.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tdc_gpx_cfg_pkg.vhd L267-L302.
- tdc_gpx_csr_chip.vhd L847-L857.
- tdc_gpx_pkg.vhd L720-L730.
- tdc_gpx_cell_builder.vhd L62-L76, L286-L349.
- tdc_gpx_face_assembler.vhd L577-L583.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This slide summarizes prior slides grounded in the cited RTL modules and datasheet sections.
- Primary sources: tdc_gpx_top.vhd, tdc_gpx_config_ctrl.vhd, tdc_gpx_chip_ctrl.vhd, tdc_gpx_bus_phy.vhd, tdc_gpx_cell_builder.vhd, tdc_gpx_face_assembler.vhd, tdc_gpx_header_inserter.vhd, TDC-GPX Datasheet pp. 7, 22, 24-26.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TDC-GPX 모듈 구조 / 타이밍 / 메모리 / 데이터 이동 흐름 분석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96926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업로드된 RTL을 기준으로, TDC 칩에서 데이터를 읽는 경로와 FPGA 내부 파이프라인,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레이턴시·쓰루풋·메모리 점유·메모리 데이터 이동을 한 장씩 분해해 다시 정리한 상세판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700784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재작성에서 추가한 관점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157984"/>
            <a:ext cx="31546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 계층과 역할을 control plane / data plane / clock-domain 기준으로 재배치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bus_phy·chip_ctrl·chip_run을 중심으로 TDC read timing을 수식과 예시로 분해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 → cell_builder → face_assembler → header_inserter의 파이프라인 지연과 1 beat/cycle 구간을 분리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 내부 FIFO, FPGA elastic FIFO, register-based ping-pong buffer를 메모리 관점에서 재정리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logical cell footprint와 실제 wire serialization bytes를 분리해서 설명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89120" y="1700784"/>
            <a:ext cx="736092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0" descr="/mnt/data/user-xxW08HLJ3dZXzzBsRK5p82Tr/933898498b084ebb9eb89a378dec4ae5/mnt/data/assets_tdc_ppt/system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15725"/>
            <a:ext cx="3520440" cy="2732973"/>
          </a:xfrm>
          <a:prstGeom prst="rect">
            <a:avLst/>
          </a:prstGeom>
        </p:spPr>
      </p:pic>
      <p:pic>
        <p:nvPicPr>
          <p:cNvPr id="11" name="Image 1" descr="/mnt/data/user-xxW08HLJ3dZXzzBsRK5p82Tr/933898498b084ebb9eb89a378dec4ae5/mnt/data/assets_tdc_ppt/bus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336292"/>
            <a:ext cx="329184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792224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6344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구조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229600" y="1792224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183794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 timing 근거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0" y="581558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왼쪽은 칩 내부의 Hit FIFO / IFIFO / Data bus 구조, 오른쪽은 버스 읽기 타이밍 사양이다.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PPT는 이 datasheet 동작을 현재 RTL이 어떻게 해석·분해·파이프라인화하는지에 초점을 둔다.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결론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구조를 다시 보면 “측정-드레인-의미화-집계-헤더화” 5단계이며, 실제 병목은 주로 chip-side drain 쪽에 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274320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95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전체 구조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" y="149047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구조는 config_ctrl(칩 제어), decode_pipe(semantic decode), cell_pipe(shot-local dense packing), output_stage(행/프레임 조립)로 분리된다. face_seq와 status_agg는 제어·관찰성 축이다.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310128" y="10515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051560"/>
            <a:ext cx="27432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1795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지연의 큰 덩어리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8144" y="149047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 이후의 FPGA 파이프라인은 대부분 +1 cycle stage와 짧은 elastic FIFO로 이루어져 있다. end-to-end latency의 큰 몫은 TDC 측 measurement window + IFIFO drain에 있다.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208776" y="10515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05156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1795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3) 메모리의 중심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149047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중요한 저장소는 TDC 내부 IFIFO1/2(28×256)와 FPGA의 cell_builder dual buffer이다. 나머지 FIFO는 대부분 6-entry 또는 16-entry elastic/CDC decoupling 용도다.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9107424" y="10515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07424" y="1051560"/>
            <a:ext cx="26517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17957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4) 쓰루풋의 관점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1490472"/>
            <a:ext cx="2395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4개 칩은 readout bus가 병렬이라 acquisition 쪽은 chip-parallel이다. 반면 output_stage에서는 chip cell들이 한 slope stream으로 직렬화된다. 즉 “읽기 병렬 / 내보내기 직렬” 구조다.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761488"/>
            <a:ext cx="1138428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PPT에서 답하는 4가지 질문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38328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  <a:effectLst>
            <a:outerShdw blurRad="1270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 구조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8862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누가 칩을 제어하고, 누가 데이터를 변환하며, 누가 row / face / frame을 완성하는가?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3611880" y="338328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270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타이밍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49040" y="38862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구간이 +1 cycle pipeline이고, 어느 구간이 config·backpressure·watchdog에 의해 지연되는가?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6492240" y="338328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29400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38862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stateful storage가 있고, 그것이 “shot-local / row-local / face-local” 중 무엇인가?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9372600" y="338328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509760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이동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09760" y="38862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 IFIFO에서 나온 28-bit word가 어떻게 event → cell → row → headered line이 되는가?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모듈 구조와 클록 도메인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tdc_gpx_top은 4개 cluster wrapper + face_seq + status_agg를 연결한다. 구조 이해의 핵심은 control plane과 data plane을 분리해서 보는 것이다.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11384280" cy="384048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97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plane / mixed-domain orchestration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11384280" cy="384048"/>
          </a:xfrm>
          <a:prstGeom prst="roundRect">
            <a:avLst>
              <a:gd name="adj" fmla="val 9524"/>
            </a:avLst>
          </a:prstGeom>
          <a:solidFill>
            <a:srgbClr val="EAF8F1"/>
          </a:solidFill>
          <a:ln w="12700">
            <a:solidFill>
              <a:srgbClr val="8AD2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747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plane / AXI-Stream 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554480"/>
            <a:ext cx="210312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6824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csr_pipeline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" y="1993392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pipeline CSR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MAIN_CTRL / RANGE_COLS / AUX_CMD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AXI-Lite(s_axi_pipe)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788920" y="155448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88920" y="1554480"/>
            <a:ext cx="384048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1682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16936" y="1993392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CSR + cmd_arb + err_handler + stop_cfg_decode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×4 + chip_ctrl ×4 + raw CDC ×4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(i_tdc_clk + i_axis_aclk 경계의 핵심)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554480"/>
            <a:ext cx="20116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face_seq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0296" y="1993392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cmd_start 수락 / shot gate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face_id·frame_id·geometry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 시작 시 cfg snapshot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006840" y="15544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8EB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155448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16824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status_agg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34856" y="1993392"/>
            <a:ext cx="2487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timestamp / sticky errors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 cycle count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status 요약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2606040" y="207568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207568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23960" y="2075688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2920" y="3931920"/>
            <a:ext cx="27889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931920"/>
            <a:ext cx="278892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" y="405993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Cluster 1 : per-chip readout lanes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" y="4370832"/>
            <a:ext cx="25328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→ chip_ctrl → raw FIFO → async raw_cdc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칩별로 완전 분리된 4개 lane.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readout은 chip-parallel이며, decode 전까지 lane이 합쳐지지 않는다.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3474720" y="393192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0" y="3931920"/>
            <a:ext cx="233172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405993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Cluster 2 : decode_pipe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02736" y="4370832"/>
            <a:ext cx="20756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 → skid_dec → raw_event_builder → skid_evt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28-bit raw word를 slope/chip/stop/hit_seq 의미가 있는 event로 바꾼다.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5989320" y="393192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3931920"/>
            <a:ext cx="233172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405993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Cluster 3 : cell_pipe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17336" y="4370832"/>
            <a:ext cx="20756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slope demux + cell_builder ×8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shot-local sparse event를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per-stop dense cell array로 만든다.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8503920" y="3931920"/>
            <a:ext cx="2788920" cy="1508760"/>
          </a:xfrm>
          <a:prstGeom prst="roundRect">
            <a:avLst>
              <a:gd name="adj" fmla="val 3636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03920" y="3931920"/>
            <a:ext cx="27889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31936" y="405993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Cluster 4 : output_stage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31936" y="4370832"/>
            <a:ext cx="25328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 ×2 + FIFO ×2 + header_inserter ×2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rise/fall slope를 분리 유지한 채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→ line → frame 스트림으로 완성한다.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3291840" y="4663440"/>
            <a:ext cx="18288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06440" y="4663440"/>
            <a:ext cx="18288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321040" y="4663440"/>
            <a:ext cx="18288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8640" y="565099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6967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i_tdc_clk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965960" y="5650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AF8F1"/>
          </a:solidFill>
          <a:ln w="12700">
            <a:solidFill>
              <a:srgbClr val="8AD2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65960" y="56967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i_axis_aclk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520440" y="565099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F8EB"/>
          </a:solidFill>
          <a:ln w="12700">
            <a:solidFill>
              <a:srgbClr val="F4C9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56967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s_axi_aclk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29200" y="56235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config_ctrl는 유일하게 i_tdc_clk / i_axis_aclk / s_axi_aclk를 모두 만나는 곳이다.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구조 분석의 중심축은 top이 아니라 config_ctrl + chip_ctrl 경계라고 보는 편이 정확하다.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 칩 내부에서 데이터가 생기고 저장되는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FPGA RTL을 이해하려면 먼저 datasheet 상의 내부 저장 구조를 기준으로 “어디까지가 칩 내부 상태이고 어디서부터가 외부 readout인지”를 분리해야 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internals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6400800" cy="530352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/mnt/data/user-xxW08HLJ3dZXzzBsRK5p82Tr/933898498b084ebb9eb89a378dec4ae5/mnt/data/assets_tdc_ppt/imode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53" y="1325880"/>
            <a:ext cx="573191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114300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18872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I-Mode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5440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기준 내부 단계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" y="5669280"/>
            <a:ext cx="5943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Logic / Measurement Core가 start-stop edge를 time interval로 변환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채널별 raw timestamp는 32-stage Hit FIFO에 먼저 적재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pipelined post-processing이 compression / Stop-Start subtraction / data-structure assembly 수행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결과는 Interface FIFO1/2(각 28×256)에 쌓이고, 외부 버스가 주소 8/9를 읽어 배출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7040880" y="109728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0" y="1097280"/>
            <a:ext cx="470916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68896" y="12252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IFIFO가 기준 저장소인가?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68896" y="1536192"/>
            <a:ext cx="4453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 RTL은 칩 내부 Hit FIFO를 직접 건드리지 않는다. bus_phy/chip_run이 읽는 것은 Reg8(IFIFO1) / Reg9(IFIFO2)이며, EF1/EF2/LF1/LF2/IrFlag가 drain 제어의 직접 근거가 된다.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7040880" y="2331720"/>
            <a:ext cx="4709160" cy="1143000"/>
          </a:xfrm>
          <a:prstGeom prst="roundRect">
            <a:avLst>
              <a:gd name="adj" fmla="val 4800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40880" y="2331720"/>
            <a:ext cx="470916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68896" y="245973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 ↔ FPGA 경계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168896" y="2770632"/>
            <a:ext cx="4453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내부에서는 “raw hit → post-processing → IFIFO”가 끝날 때까지 모든 것이 black-box 상태다. FPGA 쪽 상태 기계는 IrFlag가 뜬 뒤에야 drain을 시작하고, readout된 28-bit word를 다시 해석한다.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7040880" y="3657600"/>
            <a:ext cx="4709160" cy="1143000"/>
          </a:xfrm>
          <a:prstGeom prst="roundRect">
            <a:avLst>
              <a:gd name="adj" fmla="val 4800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40880" y="3657600"/>
            <a:ext cx="47091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68896" y="378561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의미의 2단 변환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168896" y="4096512"/>
            <a:ext cx="4453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의미화는 칩 내부 post-processing이 한다(Stop-Start subtraction, compression). 2차 의미화는 FPGA decode_pipe가 한다(raw word를 chip/stop/slope/hit_seq context가 있는 event로 재구성).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7040880" y="4983480"/>
            <a:ext cx="4709160" cy="1143000"/>
          </a:xfrm>
          <a:prstGeom prst="roundRect">
            <a:avLst>
              <a:gd name="adj" fmla="val 4800"/>
            </a:avLst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40880" y="4983480"/>
            <a:ext cx="47091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68896" y="5111496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중요한 실무 포인트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68896" y="5422392"/>
            <a:ext cx="4453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“칩 안에서 이미 계산된 것”과 “FPGA가 다시 pack하는 것”을 혼동하면 안 된다. 전자는 IFIFO raw word grammar, 후자는 cell / row / header wire grammar다.</a:t>
            </a:r>
            <a:endParaRPr lang="en-US" sz="1060" dirty="0"/>
          </a:p>
        </p:txBody>
      </p:sp>
      <p:sp>
        <p:nvSpPr>
          <p:cNvPr id="30" name="Text 27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FPGA가 TDC 데이터를 읽어 최종 스트림으로 내보내는 전체 경로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 IFIFO에서 나온 28-bit word는 chip-parallel readout을 거친 뒤, FPGA 내부에서 event → cell → row → headered line 순으로 재구성된다.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 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025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 IFIFO1/2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76072" y="2258568"/>
            <a:ext cx="905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28-bit words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1783080" y="187452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0025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856232" y="225856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bus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AXIS rsp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2971800" y="18745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025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044952" y="2258568"/>
            <a:ext cx="108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run/init/reg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FIFO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434840" y="187452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0025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raw_cdc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507992" y="2258568"/>
            <a:ext cx="905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16×40 async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TDC→AXIS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5715000" y="187452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E9F9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0025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788152" y="2258568"/>
            <a:ext cx="1088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28b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field decode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269480" y="187452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E9F9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002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342632" y="225856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chip/stop/slope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hit_seq tag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006840" y="1874520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FFF5E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002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×8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079992" y="2258568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dense cell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ping-pong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0469880" y="187452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FF5E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0" y="2002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 ×2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0543032" y="2258568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slice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packed row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1554480" y="237744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88920" y="237744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06240" y="237744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0" y="237744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949440" y="2377440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86800" y="2377440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287000" y="2377440"/>
            <a:ext cx="1828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40080" y="1481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chip-parallel 영역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1481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slope split / per-chip cell builder 영역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12680" y="1481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chip-serial row assembly 영역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33832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3383280"/>
            <a:ext cx="352044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" y="351129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A. 읽기(read) 구간의 핵심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" y="3822192"/>
            <a:ext cx="32644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config_ctrl는 칩마다 bus_phy + chip_ctrl를 한 세트씩 가진다. 즉 readout bus는 4칩이 서로 독립적이다. chip_run은 IrFlag 이후 EF/LF/expected count를 참고해 Reg8/9를 반복 읽고, chip_ctrl는 이를 raw FIFO + raw_cdc로 넘긴다.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4187952" y="3383280"/>
            <a:ext cx="3794760" cy="2011680"/>
          </a:xfrm>
          <a:prstGeom prst="roundRect">
            <a:avLst>
              <a:gd name="adj" fmla="val 2727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87952" y="3383280"/>
            <a:ext cx="379476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15968" y="35112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B. 의미화(semanticization) 구간의 핵심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15968" y="3822192"/>
            <a:ext cx="35387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decoder_i_mode는 datasheet raw word 문법을 풀고, raw_event_builder는 chip_id / stop_id_local / hit_seq_local / shot_seq context를 붙인다. cell_pipe는 slope 기준으로 split하고, cell_builder는 sparse 이벤트를 dense per-stop cell로 재배치한다.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8156448" y="3383280"/>
            <a:ext cx="3621024" cy="2011680"/>
          </a:xfrm>
          <a:prstGeom prst="roundRect">
            <a:avLst>
              <a:gd name="adj" fmla="val 2727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56448" y="3383280"/>
            <a:ext cx="362102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84464" y="351129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C. 내보내기(emission) 구간의 핵심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84464" y="3822192"/>
            <a:ext cx="336499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face_assembler는 4칩 cell slice를 고정 순서로 행(row)로 조립한다. output_stage와 header_inserter는 rise/fall slope를 각각 별도 스트림으로 유지하면서 line header, SOF/EOL, frame_done을 붙인다.</a:t>
            </a:r>
            <a:endParaRPr lang="en-US" sz="1070" dirty="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계층과 FSM 분해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칩 제어는 하나의 거대한 FSM이 아니라, phase coordinator + sub-FSM의 계층 구조로 나뉜다. 이 구조가 타이밍/복구/동시성의 핵심이다.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FSM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572000" cy="539496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34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phase coordinator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1645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457D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8308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PH_INIT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07792" y="17373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powerup / cfg / master reset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755648" y="2103120"/>
            <a:ext cx="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" y="235915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9631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PH_IDLE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07792" y="24505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대기 / dispatch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1755648" y="2816352"/>
            <a:ext cx="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" y="307238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095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07792" y="31638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 capture / IFIFO drain / ALU pulse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755648" y="3529584"/>
            <a:ext cx="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" y="378561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2277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PH_REG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07792" y="38770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개별 register read/write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755648" y="4242816"/>
            <a:ext cx="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9808" y="449884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6360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PH_CFG_WRITE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07792" y="45902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cfg write only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755648" y="4956048"/>
            <a:ext cx="0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9808" y="5212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3492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PH_RESP_DRAIN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07792" y="53035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stale response quarantine / bus cleanup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713232" y="5989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coordinator는 “어느 sub-FSM의 bus req/rsp를 현재 mux에 연결할지”를 결정한다.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chip_ctrl는 제어권 라우터이자 stale response 방화벽이다.</a:t>
            </a:r>
            <a:endParaRPr lang="en-US" sz="104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34440"/>
          <a:ext cx="6537960" cy="2514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하위 FSM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타이밍 포인트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chip_init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powerup, cfg_write, master reset sequence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powerup/recovery clock budget, stopdis 제어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chip_run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armed → capture → drain → ALU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IrFlag 대기, IFIFO read burst, timeout cause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chip_reg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개별 register read/write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PH_REG에서만 bus mux 연결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err_handler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ErrFlag 감지, Reg11/12 read, per-chip recovery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frame 경계까지 error-fill gate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cmd_arb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multi-chip dispatch / cfg_write gate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parallel dispatch + done IRQ + idle gate</a:t>
                      </a:r>
                      <a:endParaRPr lang="en-US" sz="10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5212080" y="3977640"/>
            <a:ext cx="3063240" cy="1965960"/>
          </a:xfrm>
          <a:prstGeom prst="roundRect">
            <a:avLst>
              <a:gd name="adj" fmla="val 2791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212080" y="3977640"/>
            <a:ext cx="306324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0096" y="4105656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계층이 중요한가?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340096" y="4416552"/>
            <a:ext cx="28072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버스는 async parallel이지만, stale response·turnaround·recovery 문제는 한 단계에서 통제되어야 한다. chip_ctrl가 이를 phase 기반으로 묶어 bus mux / raw FIFO / stopdis / alutrigger까지 함께 제어한다.</a:t>
            </a:r>
            <a:endParaRPr lang="en-US" sz="1060" dirty="0"/>
          </a:p>
        </p:txBody>
      </p:sp>
      <p:sp>
        <p:nvSpPr>
          <p:cNvPr id="39" name="Shape 36"/>
          <p:cNvSpPr/>
          <p:nvPr/>
        </p:nvSpPr>
        <p:spPr>
          <a:xfrm>
            <a:off x="8430768" y="3977640"/>
            <a:ext cx="3319272" cy="1965960"/>
          </a:xfrm>
          <a:prstGeom prst="roundRect">
            <a:avLst>
              <a:gd name="adj" fmla="val 2791"/>
            </a:avLst>
          </a:prstGeom>
          <a:solidFill>
            <a:srgbClr val="FFF8EB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430768" y="3977640"/>
            <a:ext cx="331927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58784" y="41056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실무적으로 보는 포인트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558784" y="4416552"/>
            <a:ext cx="30632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원인을 찾을 때는 “bus timing 문제인지, PH_RESP_DRAIN 정리 문제인지, chip_run drain timeout인지, err_handler recovery인지”를 분리해서 봐야 한다. 이 PPT의 이후 타이밍 슬라이드는 바로 이 분리를 따른다.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버스 타이밍 분석: datasheet 제약과 현재 RTL 정책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bus_phy는 datasheet의 read/write timing을 tick 기반 FSM으로 해석한다. 이 슬라이드는 “칩 사양”과 “현재 RTL이 실제 허용하는 조합”을 분리해 보여준다.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 timing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5120640" cy="53492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/mnt/data/user-xxW08HLJ3dZXzzBsRK5p82Tr/933898498b084ebb9eb89a378dec4ae5/mnt/data/assets_tdc_ppt/bus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4828032" cy="4828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114300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18872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 Figure 1/2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234440"/>
          <a:ext cx="6062472" cy="19659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datasheet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RTL 해석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Address setup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tS-AD ≥ 2 ns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tick 0 = Phase A에서 ADR setup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Read low width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tPW-RL ≥ 6 ns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Phase L = tick 1..N-2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Data valid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tV-DR ≤ 11.8 ns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capture delay = ((ticks-3)×div + 1)×5ns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Burst high gap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tPW-RH ≥ 6 ns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burst gap은 2 ticks 확보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Empty read 금지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EF empty일 때 read 금지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chip_run이 EF/LF/expected count로 drain 제어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715000" y="342900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5000" y="3429000"/>
            <a:ext cx="274320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43016" y="35570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수식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43016" y="386791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T_tick = max(1, bus_clk_div) × T_tdc_clk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T_read ≈ bus_ticks × T_tick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(200 MHz 가정이면 T_tdc_clk = 5 ns)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8659368" y="3429000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59368" y="3429000"/>
            <a:ext cx="310896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87384" y="35570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datasheet가 허용하는 fastest case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787384" y="3867912"/>
            <a:ext cx="2852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 / cfg_pkg 주석은 div=1, ticks=5를 40 MHz 최속 legal 조합으로 정리한다.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25 ns/word read가 가능하다는 전제 분석이 코드 주석 안에 있다.</a:t>
            </a:r>
            <a:endParaRPr lang="en-US" sz="1030" dirty="0"/>
          </a:p>
        </p:txBody>
      </p:sp>
      <p:sp>
        <p:nvSpPr>
          <p:cNvPr id="21" name="Shape 17"/>
          <p:cNvSpPr/>
          <p:nvPr/>
        </p:nvSpPr>
        <p:spPr>
          <a:xfrm>
            <a:off x="5715000" y="5074920"/>
            <a:ext cx="6053328" cy="1051560"/>
          </a:xfrm>
          <a:prstGeom prst="roundRect">
            <a:avLst>
              <a:gd name="adj" fmla="val 5217"/>
            </a:avLst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715000" y="5074920"/>
            <a:ext cx="60533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43016" y="5202936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코드가 실제 허용하는 값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843016" y="5513832"/>
            <a:ext cx="57972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그러나 csr_chip은 bus_clk_div를 c_BUS_CLK_DIV_MIN(=2) 이상으로 clamp한다. 즉 현재 업로드본 기준 실제 설정 가능한 최고 bus rate는 20 MHz이며, init default도 div=2 / ticks=5 = 20 MHz이다. 이것이 이 설계의 현재 readout throughput 기준선이다.</a:t>
            </a:r>
            <a:endParaRPr lang="en-US" sz="1070" dirty="0"/>
          </a:p>
        </p:txBody>
      </p:sp>
      <p:sp>
        <p:nvSpPr>
          <p:cNvPr id="25" name="Text 21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interface format과 decode 파이프라인 지연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칩에서 읽은 raw word는 FPGA 내부에서 두 번 의미를 얻는다: (1) datasheet word decode, (2) event context enrichment. 이 구간은 가장 “예측 가능한 +1 cycle 파이프라인”이다.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Format + latency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356616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9" name="Image 0" descr="/mnt/data/user-xxW08HLJ3dZXzzBsRK5p82Tr/933898498b084ebb9eb89a378dec4ae5/mnt/data/assets_tdc_ppt/imode_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22" y="1243584"/>
            <a:ext cx="2415988" cy="2240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" y="1133856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17957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word 문법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87952" y="105156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87952" y="1051560"/>
            <a:ext cx="233172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17957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 출력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15968" y="1490472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tdata[16:0]=raw_hit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tuser[0]=slope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tuser[2:1]=cha_code_raw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tuser[3]=ififo_id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tuser[7]=drain_done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6702552" y="1051560"/>
            <a:ext cx="2487168" cy="1097280"/>
          </a:xfrm>
          <a:prstGeom prst="roundRect">
            <a:avLst>
              <a:gd name="adj" fmla="val 5000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02552" y="1051560"/>
            <a:ext cx="248716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11795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 출력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30568" y="149047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chip_id + stop_id_local + hit_seq_local + shot_seq 추가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“raw timing sample”이 “shot-local event”로 승격된다.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9372600" y="1051560"/>
            <a:ext cx="2404872" cy="1097280"/>
          </a:xfrm>
          <a:prstGeom prst="roundRect">
            <a:avLst>
              <a:gd name="adj" fmla="val 5000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372600" y="1051560"/>
            <a:ext cx="240487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0616" y="11795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 입력 의미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00616" y="14904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event beat는 slope demux를 통과해 rise/fall 각각의 cell_builder로 들어간다. drain_done control beat는 양 slope에 복제된다.</a:t>
            </a:r>
            <a:endParaRPr lang="en-US" sz="102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3840480"/>
          <a:ext cx="11247120" cy="193852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저장/버퍼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nominal latency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steady throughput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raw_cdc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xpm_fifo_async 16×40, FWFT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CDC 가시화 + FIFO read latency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decoder_i_mode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registered output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 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skid_dec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2-deep skid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 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raw_event_builder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registered output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 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skid_evt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2-deep skid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 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9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cell_pipe slope demux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holding reg + registered tready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 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beat/cycle/lane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30352" y="594360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EAF8F1"/>
          </a:solidFill>
          <a:ln w="12700">
            <a:solidFill>
              <a:srgbClr val="16A34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0352" y="5943600"/>
            <a:ext cx="1124712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8368" y="6071616"/>
            <a:ext cx="10991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58368" y="6382512"/>
            <a:ext cx="10991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beat가 AXI domain에 보이기 시작한 뒤 cell_builder 입력까지는 대체로 “registered stage 5개 + CDC FIFO 가시화”로 이해할 수 있다. 즉 이 구간은 수 µs짜리 chip drain 구간에 비해 매우 짧고, backpressure가 없다면 cycle-accurate하게 예측 가능하다.</a:t>
            </a:r>
            <a:endParaRPr lang="en-US" sz="1040" dirty="0"/>
          </a:p>
        </p:txBody>
      </p:sp>
      <p:sp>
        <p:nvSpPr>
          <p:cNvPr id="29" name="Text 25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cell_builder: shot-local dense memory와 실제 serialization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모듈이 메모리 분석의 핵심이다. sparse event를 dense per-stop cell로 바꾸고, shot 경계마다 ping-pong dual buffer를 운영하며, wire로는 runtime-compressed beat만 내보낸다.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builder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370332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95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" y="1490472"/>
            <a:ext cx="34472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cell_builder는 2-buffer ping-pong 구조를 갖는다.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p_collect: BUF_FREE / BUF_COLLECT / BUF_SHARED 상태 관리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 p_output: ST_O_IDLE / LOAD / ACTIVE / WAIT_IFIFO2 / TIMEOUT_EOS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ififo1_done 시 stops 0~3부터 먼저 내보내고, ififo2_done을 기다리며 overlap을 만든다.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51560"/>
            <a:ext cx="3657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11795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형식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25696" y="1490472"/>
            <a:ext cx="340156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t_cell은 hit_slot[0..6] + hit_valid + slope_vec + hit_count_actual + hit_dropped + error_fill 로 구성된다.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“shot-local dense stop memory”이며, logical payload는 132 bits/max_hits=7 이다. 이 저장은 register-based dual buffer다.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138160" y="1051560"/>
            <a:ext cx="3639312" cy="2057400"/>
          </a:xfrm>
          <a:prstGeom prst="roundRect">
            <a:avLst>
              <a:gd name="adj" fmla="val 2667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051560"/>
            <a:ext cx="363931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179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직렬화 형식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1490472"/>
            <a:ext cx="33832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wire로 내보낼 때는 power-of-two logical cell_size를 그대로 보내지 않는다. metadata beat를 마지막 beat로 배치하고, 필요한 hit-data beat 수만 전송한다. 따라서 “저장 footprint”와 “wire bytes”는 서로 다르다.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3872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shot_start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2423160" y="362102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80360" y="3337560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E8F0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51129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BUF_COLLECT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621024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49240" y="333756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EAF8F1"/>
          </a:solidFill>
          <a:ln w="12700">
            <a:solidFill>
              <a:srgbClr val="8AD2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ififo1_done → BUF_SHARED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360920" y="3621024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333756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FFF5E8"/>
          </a:solidFill>
          <a:ln w="12700">
            <a:solidFill>
              <a:srgbClr val="F4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493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ST_O_LOAD → ST_O_ACTIVE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9875520" y="3621024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378440" y="333756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78440" y="35021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slice_done</a:t>
            </a:r>
            <a:endParaRPr lang="en-US" sz="108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4251960"/>
          <a:ext cx="11247120" cy="1783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max_hits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logical payload bits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logical cell_size_rt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wire bytes/cell @32b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wire bytes/cell @64b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 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 B (2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 (2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60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 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 B (3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 (2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96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 (4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 B (3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132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32 B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 B (5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9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 B (3 beats)</a:t>
                      </a:r>
                      <a:endParaRPr lang="en-US" sz="99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566928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포인트: header에 실리는 cell_size는 logical footprint이고, 실제 스트림 대역폭은 beats_per_cell_rt(max_hits_cfg, width)로 결정된다.</a:t>
            </a:r>
            <a:endParaRPr lang="en-US" sz="1080" dirty="0"/>
          </a:p>
          <a:p>
            <a:pPr marL="0" indent="0">
              <a:buNone/>
            </a:pPr>
            <a:r>
              <a:rPr lang="en-US" sz="108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memory sizing과 wire throughput을 같은 숫자로 보면 안 된다.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 / output_stage / header_inserter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chip-local slice가 여기서 slope별 row와 최종 line/frame 스트림으로 바뀐다. acquisition은 병렬이지만, 이 구간은 의도적으로 순서를 강제하며 직렬화된다.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→ 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36118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957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" y="1490472"/>
            <a:ext cx="3355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입력: 칩당 16-deep input FIFO ×4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출력: 16-deep output FIFO ×1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동작: ST_SCAN → ST_RESOLVE(+1clk) → ST_FORWARD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정책: chip0→1→2→3 strict in-order, timeout/overrun 시 blank-fill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206240" y="105156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051560"/>
            <a:ext cx="361188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17957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output_stage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34256" y="1490472"/>
            <a:ext cx="3355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 / fall slope를 완전히 분리한 2-lane 구조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lane에 face FIFO(16-deep) + header_inserter 존재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rise/fall의 downstream backpressure가 독립적이다.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001000" y="1051560"/>
            <a:ext cx="3776472" cy="1417320"/>
          </a:xfrm>
          <a:prstGeom prst="roundRect">
            <a:avLst>
              <a:gd name="adj" fmla="val 3871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1000" y="1051560"/>
            <a:ext cx="3776472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9016" y="1179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9016" y="1490472"/>
            <a:ext cx="3520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line 앞에 48-byte prefix 삽입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32b: 12 beats, 64b: 6 beats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face_start 시 header ROM pre-build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line0만 실제 metadata, 이후 line은 zero prefix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chip0..3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slice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74520" y="333756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5E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FIFO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333756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93192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 / RESOLVE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333756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7784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E9F9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FORWARD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3337560"/>
            <a:ext cx="6400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6092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FF5E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 FIFO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3337560"/>
            <a:ext cx="5943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9828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inserter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41280" y="333756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652760" y="2926080"/>
            <a:ext cx="1143000" cy="82296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52760" y="3172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AXIS 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38221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chip-parallel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3840480" y="38221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chip-serial row build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8366760" y="38221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6A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line/frame metadata attach</a:t>
            </a:r>
            <a:endParaRPr lang="en-US" sz="93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4343400"/>
          <a:ext cx="11064240" cy="14630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항목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32-bit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64-bit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의미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header prefix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 beats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 beats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첫 output beat는 header beat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 payload / cell @ max_hits=7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 beats/cell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 beats/cell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wire cycle 수는 64b가 더 짧음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 serialize @ 32 cells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160 beats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96 beats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strict order + blank-fill 유지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steady state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 beat/cycle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downstream ready 가정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658368" y="5916168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8EB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58368" y="5916168"/>
            <a:ext cx="11064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6384" y="6044184"/>
            <a:ext cx="10808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86384" y="6355080"/>
            <a:ext cx="108082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구간은 “칩에서 빨리 읽는다”보다 “정해진 순서로 내보낸다”가 더 중요한 곳이다. 따라서 throughput은 높지만, ordering / blank-fill / header prefix가 반드시 cycle budget에 포함되어야 한다.</a:t>
            </a:r>
            <a:endParaRPr lang="en-US" sz="1040" dirty="0"/>
          </a:p>
        </p:txBody>
      </p:sp>
      <p:sp>
        <p:nvSpPr>
          <p:cNvPr id="48" name="Text 45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메모리 분석: 저장소 인벤토리와 역할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저장소를 “칩 내부 reservoir”, “CDC/elastic buffer”, “구조화된 shot-local memory”로 나누면 어디가 진짜 큰 메모리인지가 분명해진다.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 inventory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92840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위치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형태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깊이/폭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역할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성격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TDC 내부 Hit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datasheet internal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채널별 32-stage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 timestamp 흡수 / peak-rate buffer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내부, read 불가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TDC 내부 IFIFO1/2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datasheet internal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각 28×256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외부 bus readout reservoir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내부, read 대상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chip_ctrl raw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register array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 entries × {tdata32+tuser8+flags}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chip_run→decode 경계의 짧은 absorb buffer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per-chip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raw_cdc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xpm_fifo_async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× 40b / chip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TDC clk → AXIS clk crossing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per-chip distributed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cell_builder dual buffer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register-based t_cell array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 buffers × 8 cells / instance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shot-local dense stop memory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가장 중요한 FPGA state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face_assembler input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xpm_fifo_axis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 × 16 beats / slope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 slice decoupling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row-local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face_assembler output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xpm_fifo_axis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beats / slope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 forwarding decoupling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row-local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output_stage face FIFO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xpm_fifo_axis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beats / slope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header insertion decoupling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4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line-local</a:t>
                      </a:r>
                      <a:endParaRPr lang="en-US" sz="94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663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5166360"/>
            <a:ext cx="3657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52943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메모리 크기 감각</a:t>
            </a:r>
            <a:endParaRPr lang="en-US" sz="1300" dirty="0"/>
          </a:p>
        </p:txBody>
      </p:sp>
      <p:sp>
        <p:nvSpPr>
          <p:cNvPr id="8" name="Text 9"/>
          <p:cNvSpPr/>
          <p:nvPr/>
        </p:nvSpPr>
        <p:spPr>
          <a:xfrm>
            <a:off x="676656" y="56052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1개 인스턴스의 logical dense storage는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× 8 × 132b = 2112b ≈ 264B 수준이다. 8개 전부 합쳐도 약 2.1KB 규모다.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BRAM급 대형 메모리보다 “짧고 빠른 구조화 버퍼”에 가깝다.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4389120" y="51663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5166360"/>
            <a:ext cx="365760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52943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 reservoir 인가?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17136" y="56052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reservoir는 TDC 내부 IFIFO1/2다.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칩이 측정한 결과를 shot 끝까지 품고 있는 곳은 거기이며, FPGA 내부의 FIFO들은 대부분 그 결과를 이동시키는 elastic / CDC buffer 역할이다.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8229600" y="51663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0" y="5166360"/>
            <a:ext cx="352044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57616" y="5294376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함의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57616" y="5605272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메모리 병목을 논할 때는 FPGA FIFO depth보다도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(1) IFIFO drain 속도, (2) cell_builder에서의 dense packing 완료 시점,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(3) output row serialization 길이를 먼저 봐야 한다.</a:t>
            </a:r>
            <a:endParaRPr lang="en-US" sz="1030" dirty="0"/>
          </a:p>
        </p:txBody>
      </p:sp>
      <p:sp>
        <p:nvSpPr>
          <p:cNvPr id="21" name="Text 18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메모리 데이터의 이동 흐름: 생성 → 흡수 → 해석 → 재배치 → 방출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데이터는 단순히 FIFO를 통과하는 것이 아니라, 각 단계에서 소유권과 표현 형식이 바뀐다. 이 ownership 변화를 따라가면 디버깅 지점이 명확해진다.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movement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828800" cy="452628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 reservoir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788920" y="1280160"/>
            <a:ext cx="1828800" cy="4526280"/>
          </a:xfrm>
          <a:prstGeom prst="roundRect">
            <a:avLst>
              <a:gd name="adj" fmla="val 2500"/>
            </a:avLst>
          </a:prstGeom>
          <a:solidFill>
            <a:srgbClr val="E8F0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칩-외부 경계 / readout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212080" y="1280160"/>
            <a:ext cx="1828800" cy="4526280"/>
          </a:xfrm>
          <a:prstGeom prst="roundRect">
            <a:avLst>
              <a:gd name="adj" fmla="val 2500"/>
            </a:avLst>
          </a:prstGeom>
          <a:solidFill>
            <a:srgbClr val="E9F9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AXIS semantic pipeline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7726680" y="1280160"/>
            <a:ext cx="1828800" cy="4526280"/>
          </a:xfrm>
          <a:prstGeom prst="roundRect">
            <a:avLst>
              <a:gd name="adj" fmla="val 2500"/>
            </a:avLst>
          </a:prstGeom>
          <a:solidFill>
            <a:srgbClr val="FFF5E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shot-local dense memory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10012680" y="1280160"/>
            <a:ext cx="1828800" cy="4526280"/>
          </a:xfrm>
          <a:prstGeom prst="roundRect">
            <a:avLst>
              <a:gd name="adj" fmla="val 2500"/>
            </a:avLst>
          </a:prstGeom>
          <a:solidFill>
            <a:srgbClr val="F3EE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/ line emission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749808" y="20574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167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 FIFO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32-stage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13816" y="239572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timestamps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749808" y="31546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264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IFIFO1/2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28×256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13816" y="349300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bus-visible reservoir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3035808" y="20574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2167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bus_phy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3099816" y="239572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async bus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rsp beat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3035808" y="31546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81528" y="3264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chip_ctrl raw FIFO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raw_cdc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099816" y="349300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elastic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CDC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5440680" y="18288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9385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decoder_i_mode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504688" y="216712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grammar decode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5440680" y="2743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28529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raw_event_builder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504688" y="308152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chip/stop/hit_seq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attach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5440680" y="36576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767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cell_pipe demux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5504688" y="399592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rise/fall split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beat 복제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7973568" y="22402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9288" y="23500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A/B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037576" y="257860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dense stop memory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shot-local owner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7973568" y="384048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19288" y="39502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slice output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8037576" y="417880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runtime-compressed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 serialization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10241280" y="219456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2304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face_assembler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10305288" y="25328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 order 강제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row build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10241280" y="374904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87000" y="38587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10305288" y="408736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48B prefix</a:t>
            </a:r>
            <a:endParaRPr lang="en-US" sz="890" dirty="0"/>
          </a:p>
          <a:p>
            <a:pPr marL="0" indent="0" algn="ctr">
              <a:buNone/>
            </a:pPr>
            <a:r>
              <a:rPr lang="en-US" sz="89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SOF/EOL/frame_done</a:t>
            </a:r>
            <a:endParaRPr lang="en-US" sz="890" dirty="0"/>
          </a:p>
        </p:txBody>
      </p:sp>
      <p:sp>
        <p:nvSpPr>
          <p:cNvPr id="51" name="Shape 49"/>
          <p:cNvSpPr/>
          <p:nvPr/>
        </p:nvSpPr>
        <p:spPr>
          <a:xfrm>
            <a:off x="1417320" y="2386584"/>
            <a:ext cx="0" cy="76809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075688" y="3483864"/>
            <a:ext cx="960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361688" y="3483864"/>
            <a:ext cx="107899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099048" y="2157984"/>
            <a:ext cx="0" cy="58521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099048" y="3072384"/>
            <a:ext cx="0" cy="58521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766560" y="3986784"/>
            <a:ext cx="1207008" cy="182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299448" y="4169664"/>
            <a:ext cx="9418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299448" y="2569464"/>
            <a:ext cx="9418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361688" y="2386584"/>
            <a:ext cx="107899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766560" y="3483864"/>
            <a:ext cx="1207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48640" y="601675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48640" y="6016752"/>
            <a:ext cx="365760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6144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Ownership 변화 ①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76656" y="6455664"/>
            <a:ext cx="34015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내부에서는 “채널별 FIFO” 소유, FPGA에 들어오면 “shot-local dense cell” 소유로 바뀐다.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389120" y="6016752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389120" y="6016752"/>
            <a:ext cx="36576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17136" y="614476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Ownership 변화 ②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517136" y="6455664"/>
            <a:ext cx="34015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cell_builder 이후에는 per-chip cell이 아니라 row-local ordering 대상으로 취급된다.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229600" y="6016752"/>
            <a:ext cx="3520440" cy="411480"/>
          </a:xfrm>
          <a:prstGeom prst="roundRect">
            <a:avLst>
              <a:gd name="adj" fmla="val 13333"/>
            </a:avLst>
          </a:prstGeom>
          <a:solidFill>
            <a:srgbClr val="FFF5E8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229600" y="6016752"/>
            <a:ext cx="35204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57616" y="614476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Ownership 변화 ③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357616" y="6455664"/>
            <a:ext cx="32644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header_inserter에서는 payload가 아니라 line / frame 경계 중심으로 해석된다.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레이턴시 예산: 무엇이 전체 시간을 결정하는가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절대 지연은 config·backpressure·shot density에 따라 달라지지만, 큰 덩어리별 예산을 식으로 분해하면 병목을 거의 바로 볼 수 있다.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Latency budget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234440"/>
          <a:ext cx="11247120" cy="2286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구간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지연 근사식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지배 요인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TDC measurement window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T_window ≈ max_range_clks × T_axis(or MTimer-based shot window)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shot 설정 / measurement policy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drain bus time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T_drain ≈ N_words × bus_ticks × bus_clk_div × 5ns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IFIFO 적재량 + bus setting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raw→event pipeline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T_decode ≈ raw_cdc visibility + 5~6 cycles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CDC visibility + registered stages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dense cell serialization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T_cell ≈ stops_per_chip × beats_per_cell_rt(max_hits,width) × T_axis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max_hits_cfg + output width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 + header emission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T_row ≈ active_chips×stops×beats_per_cell_rt + hdr_prefix_beats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 count + ordering + header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downstream stall penalty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T_bp = Σ(tready=0 구간)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face/output/backpressure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7947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E8F0FF"/>
          </a:solidFill>
          <a:ln w="12700">
            <a:solidFill>
              <a:srgbClr val="2457D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3794760"/>
            <a:ext cx="3657600" cy="1097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392277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A - 현재 코드 기본 bus setting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" y="4233672"/>
            <a:ext cx="3401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bus_clk_div=2, bus_ticks=5이면 1 read ≈ 50ns.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max_hits=7, 8 stops, rise+fall 모두 full이면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chip의 raw words ≈ 8×7×2 = 112 words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data-only drain time ≈ 5.6µs / chip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315968" y="3794760"/>
            <a:ext cx="3703320" cy="1737360"/>
          </a:xfrm>
          <a:prstGeom prst="roundRect">
            <a:avLst>
              <a:gd name="adj" fmla="val 3158"/>
            </a:avLst>
          </a:prstGeom>
          <a:solidFill>
            <a:srgbClr val="E9F9F3"/>
          </a:solidFill>
          <a:ln w="12700">
            <a:solidFill>
              <a:srgbClr val="14B8A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11"/>
          <p:cNvSpPr/>
          <p:nvPr/>
        </p:nvSpPr>
        <p:spPr>
          <a:xfrm>
            <a:off x="4315968" y="3794760"/>
            <a:ext cx="370332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43984" y="39227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B - FPGA row serialization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43984" y="4233672"/>
            <a:ext cx="3447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 active cells(4chips×8stops), max_hits=7: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32b output  : 160 payload beats + 12 header = 172 cycles ≈ 0.86µs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64b output  : 96 payload beats + 6 header = 102 cycles ≈ 0.51µs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8183880" y="379476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3794760"/>
            <a:ext cx="356616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11896" y="3922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 무엇이 병목인가?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11896" y="4233672"/>
            <a:ext cx="3310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clamp된 20MHz readout에서는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chip-side IFIFO drain(수 µs)이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FPGA decode / row assembly(수백 ns~1µs)보다 훨씬 크다.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전체 latency의 주 병목은 readout 쪽이다.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02920" y="57607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F8EB"/>
          </a:solidFill>
          <a:ln w="1270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" y="5760720"/>
            <a:ext cx="112471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" y="5888736"/>
            <a:ext cx="10991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포인트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936" y="6199632"/>
            <a:ext cx="109910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4개 chip은 readout lane가 병렬이므로 “4칩이라서 drain time이 4배”는 아니다. wall-clock은 대체로 가장 늦게 끝나는 한 chip의 drain + 이후 output serialization에 의해 결정된다.</a:t>
            </a:r>
            <a:endParaRPr lang="en-US" sz="1040" dirty="0"/>
          </a:p>
        </p:txBody>
      </p:sp>
      <p:sp>
        <p:nvSpPr>
          <p:cNvPr id="25" name="Text 22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쓰루풋 분석: 어떤 설정이 대역폭을 얼마나 바꾸는가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설계는 readout 쪽과 output 쪽의 scaling law가 서로 다르다. 그래서 “faster”가 무엇을 의미하는지 버스/사이클/바이트 관점으로 나눠 봐야 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Throughput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234440"/>
          <a:ext cx="11247120" cy="208483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변수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readout 쪽 영향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output 쪽 영향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의미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bus_clk_div / bus_ticks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직접 영향 큼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간접 영향만 있음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IFIFO drain rate 결정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max_hits_cfg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raw words 수 증가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cell beats / row 길이 증가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가장 강한 scale factor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active_chip_mask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lane 병렬이라 wall-time 영향 제한적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row 길이/ordering에 직접 영향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출력 직렬 길이 증가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g_OUTPUT_WIDTH=64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칩 readout에는 영향 없음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cycles 감소, but wire bytes/cell은 오히려 늘 수 있음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cycle 효율 vs byte 효율 분리 필요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downstream tready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chip-side에는 거의 영향 없음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직접 stall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6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steady-state를 크게 좌우</a:t>
                      </a:r>
                      <a:endParaRPr lang="en-US" sz="96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5486400" cy="1600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max_hits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32b: beats/cell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32b: wire bytes/cell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64b: beats/cell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64b: wire bytes/cell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374151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 B</a:t>
                      </a:r>
                      <a:endParaRPr lang="en-US" sz="98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55080" y="370332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55080" y="3703320"/>
            <a:ext cx="534924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83096" y="3831336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83096" y="4142232"/>
            <a:ext cx="50932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64-bit는 cycle 수를 줄여 downstream ready margin을 늘리지만, metadata beat가 64-bit 전체를 차지하므로 wire bytes/cell은 더 커질 수 있다. 즉 64-bit는 “시간 효율” 향상이지 반드시 “바이트 효율” 향상은 아니다.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640080" y="5486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8F1"/>
          </a:solidFill>
          <a:ln w="12700">
            <a:solidFill>
              <a:srgbClr val="16A34A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11"/>
          <p:cNvSpPr/>
          <p:nvPr/>
        </p:nvSpPr>
        <p:spPr>
          <a:xfrm>
            <a:off x="640080" y="5486400"/>
            <a:ext cx="110642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8096" y="5614416"/>
            <a:ext cx="10808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요약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68096" y="5925312"/>
            <a:ext cx="1080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업로드본에서는 throughput 병목을 풀려면 decode/cell/output보다도 먼저 bus timing clamp와 chip-side drain budget을 봐야 한다. 그 다음 단계가 max_hits_cfg / output width / downstream tready 조정이다.</a:t>
            </a:r>
            <a:endParaRPr lang="en-US" sz="1040" dirty="0"/>
          </a:p>
        </p:txBody>
      </p:sp>
      <p:sp>
        <p:nvSpPr>
          <p:cNvPr id="18" name="Text 14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정리: 이 설계를 빠르게 이해할 때 꼭 기억할 포인트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6126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모듈 구조 / 타이밍 / 메모리 / 데이터 이동을 한 문장씩 요약하면 다음 8개로 압축된다.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58400" y="219456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EF2FF"/>
          </a:solidFill>
          <a:ln w="12700">
            <a:solidFill>
              <a:srgbClr val="5B8F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2606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7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344168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top은 4 cluster + face_seq + status_agg 조립체이고, 실제 중심축은 config_ctrl + chip_ctrl이다.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71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readout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344168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칩 안에서는 Hit FIFO → IFIFO까지가 black-box이고, FPGA는 Reg8/9 drain으로만 결과를 본다.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2404872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42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병렬성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chip readout은 병렬이고, 이후 row 조립은 slope별로 직렬이다.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17920" y="2404872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542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가능한 지연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2514600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decode_pipe 구간은 대부분 +1 cycle stage의 직선 파이프라인이다.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575304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124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메모리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685032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FPGA 내부에서 가장 의미 있는 stateful storage는 cell_builder dual buffer다.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0" y="3575304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7124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논리 vs wire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685032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logical cell footprint와 실제 wire bytes/cell은 다르므로 둘을 따로 계산해야 한다.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745736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병목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855464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코드에서는 output보다 chip-side drain budget이 전체 latency를 더 크게 좌우한다.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17920" y="4745736"/>
            <a:ext cx="53949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882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튜닝 우선순위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4855464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 timing clamp → max_hits_cfg → output width → downstream tready 순으로 보는 것이 효율적이다.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85800" y="6144768"/>
            <a:ext cx="10789920" cy="320040"/>
          </a:xfrm>
          <a:prstGeom prst="roundRect">
            <a:avLst>
              <a:gd name="adj" fmla="val 22857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6227064"/>
            <a:ext cx="10424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설계 검토나 patch 작업은 slide 7(버스), slide 9(cell_builder), slide 13~14(지연/쓰루풋) 순으로 보면 가장 빠르다.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200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기준 분석 + datasheet 보조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5808</Words>
  <Application>Microsoft Office PowerPoint</Application>
  <PresentationFormat>와이드스크린</PresentationFormat>
  <Paragraphs>623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모듈 구조 / 타이밍 / 메모리 / 데이터 이동 흐름 분석</dc:title>
  <dc:subject>TDC-GPX module, timing, memory, and data-flow analysis</dc:subject>
  <dc:creator>OpenAI</dc:creator>
  <cp:lastModifiedBy>하늘 정</cp:lastModifiedBy>
  <cp:revision>2</cp:revision>
  <dcterms:created xsi:type="dcterms:W3CDTF">2026-04-19T13:23:56Z</dcterms:created>
  <dcterms:modified xsi:type="dcterms:W3CDTF">2026-04-28T07:44:50Z</dcterms:modified>
</cp:coreProperties>
</file>