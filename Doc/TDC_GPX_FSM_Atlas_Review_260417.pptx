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62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68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TDC-GPX FSM Atlas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159105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업데이트된 RTL/VHDL 코드만 기준으로 정리한 FSM 상태도와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 간 상관관계, 그리고 추가 보완 검토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" y="25146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542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/ bus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93976" y="25146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CF8F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2542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/ image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25146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6E5"/>
          </a:solidFill>
          <a:ln w="12700">
            <a:solidFill>
              <a:srgbClr val="B67C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420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Recovery / error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enum FSM이 있는 모듈을 중심으로 정리했고,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state가 없는 모듈은 별도 슬라이드에서 implicit controller/stream pipeline으로 구분했다.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5074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4F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138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 / chip_ctrl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286000" y="5266944"/>
            <a:ext cx="457200" cy="0"/>
          </a:xfrm>
          <a:prstGeom prst="line">
            <a:avLst/>
          </a:prstGeom>
          <a:noFill/>
          <a:ln w="12700">
            <a:solidFill>
              <a:srgbClr val="6B7A8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5074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CF8F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5138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decode_pipe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434840" y="5266944"/>
            <a:ext cx="457200" cy="0"/>
          </a:xfrm>
          <a:prstGeom prst="line">
            <a:avLst/>
          </a:prstGeom>
          <a:noFill/>
          <a:ln w="12700">
            <a:solidFill>
              <a:srgbClr val="6B7A8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83480" y="5074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CF8F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5138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0" y="5266944"/>
            <a:ext cx="457200" cy="0"/>
          </a:xfrm>
          <a:prstGeom prst="line">
            <a:avLst/>
          </a:prstGeom>
          <a:noFill/>
          <a:ln w="12700">
            <a:solidFill>
              <a:srgbClr val="6B7A8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5074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FF3F6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5138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732520" y="5266944"/>
            <a:ext cx="457200" cy="0"/>
          </a:xfrm>
          <a:prstGeom prst="line">
            <a:avLst/>
          </a:prstGeom>
          <a:noFill/>
          <a:ln w="12700">
            <a:solidFill>
              <a:srgbClr val="6B7A8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81160" y="5074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FF3F6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5138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0012680" y="822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C6F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RTL/VHDL only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52360" y="59893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FSM diagrams • interaction map •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Scope: current uploaded RTL/VHDL only • no contract/datasheet basis used in the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FSM 인벤토리와 연결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FSM이 있는 모듈과, state 없이 동작하는 pipeline/controller를 분리해서 본 전체 지도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692751"/>
            <a:ext cx="7955280" cy="20485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61872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1289304"/>
            <a:ext cx="73152" cy="1545336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3350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FSM이 있는 모듈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609344"/>
            <a:ext cx="261518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bus_phy, chip_ctrl, chip_init, chip_reg, chip_run, err_handler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cell_builder(collect/output), face_seq, face_assembler, header_inserter, skid_buffer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063240"/>
            <a:ext cx="2834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" y="3090672"/>
            <a:ext cx="73152" cy="1517904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13639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FSM이 없는 모듈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410712"/>
            <a:ext cx="2615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config_ctrl, decode_pipe, raw_event_builder, cell_pipe, output_stage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cmd_arb는 enum state 대신 pending bit + timeout으로 동작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" y="491947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494690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enum FSM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892808" y="49194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FF3F6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92808" y="4946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stream / utility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10712" y="49194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F6E5"/>
          </a:solidFill>
          <a:ln w="12700">
            <a:solidFill>
              <a:srgbClr val="B67C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10712" y="494690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2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 / recovery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3504" y="5376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슬라이드는 “어디에 state가 있고, 어떤 event가 어느 모듈을 건드리는가”를 한 번에 보는 용도다.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tdc_gpx_top.vhd, tdc_gpx_config_ctrl.vhd, tdc_gpx_cmd_arb.vhd, tdc_gpx_bus_phy.vhd, tdc_gpx_decode_pipe.vhd, tdc_gpx_cell_pipe.vhd, tdc_gpx_output_stage.vhd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front-end: chip_ctrl + bus_phy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chip_ctrl는 sub-FSM dispatch를 담당하고, bus_phy는 실제 TDC bus phase를 생성한다.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2_chipctrl_bus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479" y="1143000"/>
            <a:ext cx="8620563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468112"/>
            <a:ext cx="5349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495544"/>
            <a:ext cx="73152" cy="713232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41264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포인트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815584"/>
            <a:ext cx="5129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PH_IDLE에서 start / cfg_write / reg access 우선순위를 결정한다.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bus_phy는 IDLE / READ / WRITE / TURNAROUND 4-state로 phase timing을 만든다.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9904" y="5468112"/>
            <a:ext cx="5532120" cy="768096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08192" y="5495544"/>
            <a:ext cx="73152" cy="713232"/>
          </a:xfrm>
          <a:prstGeom prst="rect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5541264"/>
            <a:ext cx="529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검토 포인트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54496" y="5815584"/>
            <a:ext cx="5312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soft_reset 시 이전 response를 비우는 전용 phase가 없어, stale response quarantine를 FSM 레벨에서 더 명확히 하는 편이 안전하다.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chip_ctrl state type @160-161, coordinator @439-507 • bus_phy state type @150-154, transitions @356-587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Small control FSMs: chip_init / chip_reg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초기화 시퀀스와 개별 register access는 분리된 sub-FSM으로 유지된다.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3_chipinit_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37109"/>
            <a:ext cx="11155680" cy="19929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5559552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5586984"/>
            <a:ext cx="73152" cy="822960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632704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5907024"/>
            <a:ext cx="1075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chip_init은 full init(powerup+master reset)과 cfg-write-only 경로를 같은 FSM에서 분기한다.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chip_reg는 ST_OFF ↔ ST_ACTIVE 2-state로 1 request / 1 response를 표현한다.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이 둘의 ordering 보증은 chip_ctrl phase와 bus routing에 의존한다.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chip_init state type @64-75, transitions @121-216 • chip_reg state type @59-60, transitions @89-119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chip_run: capture → drain → ALU → overrun recovery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상태 수가 많은 per-chip run FSM이며, capture window와 IFIFO drain, ALU pulse, overlap 복구를 한 곳에 가진다.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4_chip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10" y="1078992"/>
            <a:ext cx="103853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376672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404104"/>
            <a:ext cx="73152" cy="713232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449824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724144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IrFlag↑ 이후 drain check가 burst / single / done 경로를 선택한다.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overrun은 ST_OVERRUN_FLUSH 또는 ALU 이후 deferred path로 흘러간다.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81344" y="5376672"/>
            <a:ext cx="5413248" cy="768096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5404104"/>
            <a:ext cx="73152" cy="713232"/>
          </a:xfrm>
          <a:prstGeom prst="rect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5936" y="544982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보완 검토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45936" y="5724144"/>
            <a:ext cx="5193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현재 raw backpressure는 chip_ctrl의 1-deep hold까지만 확실하고, chip_run은 ST_DRAIN_CHECK 밖에서는 producer 관점 ready/valid 계약이 완전하지 않다.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chip_run state type @104-117, main transitions @231-553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err_handler: automatic recovery FSM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debounce → Reg11 read → per-chip recovery → frame/shot boundary resync 흐름을 담당한다.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5_errhand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890789"/>
            <a:ext cx="7818120" cy="13873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98448"/>
            <a:ext cx="28163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1325880"/>
            <a:ext cx="73152" cy="1499616"/>
          </a:xfrm>
          <a:prstGeom prst="rect">
            <a:avLst/>
          </a:prstGeom>
          <a:solidFill>
            <a:srgbClr val="B67C25"/>
          </a:solidFill>
          <a:ln w="12700">
            <a:solidFill>
              <a:srgbClr val="B67C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3716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645920"/>
            <a:ext cx="25968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error chip mask를 잡고 Reg11을 읽어 원인을 분류한 뒤 soft reset을 발행한다.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정상 회복 후에는 frame_done + 다음 shot_start 경계까지 err_fill을 유지한다.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127248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FF1F2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" y="3154680"/>
            <a:ext cx="73152" cy="1207008"/>
          </a:xfrm>
          <a:prstGeom prst="rect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2004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보완 검토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474720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fatal로 ST_IDLE에 떨어질 때 err_fill / chip_mask / cause를 어떻게 정리할지 명시적 cleanup 경로가 있으면 더 안전하다.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" y="47000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config_ctrl는 FSM은 없지만, err_handler의 reg mux와 err_fill gating을 실제 버스/데이터 경로에 반영하는 핵심 중재점이다.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err_handler state type @68-75, transitions @157-288 • config_ctrl err-handler integration @430-488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cell_builder: collect/output dual FSM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collect와 output을 분리했지만, shot overlap과 buffer ownership은 여전히 이 모듈의 핵심 난점이다.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6_cell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71743"/>
            <a:ext cx="11338560" cy="23236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504688"/>
            <a:ext cx="54864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532120"/>
            <a:ext cx="73152" cy="82296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77840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포인트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852160"/>
            <a:ext cx="5266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collect FSM은 사실상 ST_C_IDLE → ST_C_ACTIVE 한 번만 거친 뒤, 이후 shot 경계를 state가 아니라 flag로 처리한다.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output FSM은 stop 3→4 경계에서 ST_O_WAIT_IFIFO2로 stall할 수 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81344" y="5504688"/>
            <a:ext cx="5413248" cy="877824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5532120"/>
            <a:ext cx="73152" cy="822960"/>
          </a:xfrm>
          <a:prstGeom prst="rect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5936" y="5577840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보완 검토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45936" y="585216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output busy 상태에서 새 shot이 들어오면 deferred swap bit로 버티기 때문에, buffer owner를 별도 FSM(또는 3-buffer)로 분리하는 편이 freeze 관점에서 훨씬 명확하다.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collect/output state types @143-165, collect transitions @261-389, output transitions @398-552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face_seq: face / frame / shot sequencer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FSM은 3-state지만, 실제 동작 의미의 상당 부분은 packet_start·shot deferral·closing logic에 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7_face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1048"/>
            <a:ext cx="10972800" cy="13701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486400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513832"/>
            <a:ext cx="73152" cy="822960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59552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833872"/>
            <a:ext cx="1075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ST_IDLE에서 start acceptance 조건이 가장 엄격하다: chip busy, assembler/header idle, 각종 tvalid까지 모두 확인한다.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shot_start_gated / pipeline_abort / face_closing은 enum state 밖의 derived logic이므로, 실제 reasoning은 이 로직까지 함께 봐야 한다.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face_seq state type @99-100, core transitions @142-201, packet/shot/abort logic @352-452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face_assembler: strict in-order row assembly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chip0→chip3 순서를 강제하고, 준비되지 않은 chip은 timeout 후 blank cell로 채운다.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8_facea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8226"/>
            <a:ext cx="10972800" cy="25072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541264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568696"/>
            <a:ext cx="73152" cy="804672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14416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888736"/>
            <a:ext cx="1075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ST_SCAN에서 ready chip 또는 timeout blank를 고르고, ST_RESOLVE에서 마지막 chip 여부를 확정한 뒤 ST_FORWARD로 들어간다.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shot overrun이나 external abort는 현재 face를 즉시 잘라 ST_IDLE로 복귀한다.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face_assembler state type @137-138, transitions @424-651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 + skid_buffer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마지막 beat handoff와 abort-drain을 명시적으로 다루는 FSM, 그리고 전 구간에서 재사용되는 2-state utility buffer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09_header_sk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9794"/>
            <a:ext cx="11292840" cy="3164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5778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5605272"/>
            <a:ext cx="73152" cy="768096"/>
          </a:xfrm>
          <a:prstGeom prst="rect">
            <a:avLst/>
          </a:prstGeom>
          <a:solidFill>
            <a:srgbClr val="4C6FA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50992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925312"/>
            <a:ext cx="10753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header_inserter는 ST_DRAIN_LAST / ST_ABORT_DRAIN을 통해 마지막 beat와 abort 시점을 명시적으로 분리한다.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skid_buffer는 ST_PIPE / ST_SKID 2-state로 backpressure를 흡수하는 공통 유틸리티다.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header_inserter state type @127-128, transitions @339-541 • skid_buffer state type @49-50, transitions @86-107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FSM이 없는 모듈들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모듈들은 stream transform, counters, pending bits, or wiring 중심으로 동작하므로 상태도보다 contract/flag를 보는 편이 맞다.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3807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68096" y="16093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chip_ctrl/err_handler/cmd_arb를 묶는 mux·fanout·status integration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93008" y="1298448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13807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cmd_arb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602736" y="16093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enum state 대신 reg_active / pending / timeout counter로 제어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27648" y="1298448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3807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decode_pipe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437376" y="16093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 + raw_event_builder + skid 조합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162288" y="1298448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72016" y="13807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272016" y="160934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word → per-stop event 생성, abort 입력 있음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2450592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CFDFE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25328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68096" y="276148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rise/fall demux + cell_builder array wrapper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493008" y="2450592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CFDFE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02736" y="25328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output_stage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3602736" y="276148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rise/fall output cluster container (face_assembler + header_inserter)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327648" y="2450592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CFDFE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7376" y="25328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status_agg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437376" y="276148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sticky status / error count / timestamp aggregation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162288" y="2450592"/>
            <a:ext cx="2670048" cy="914400"/>
          </a:xfrm>
          <a:prstGeom prst="roundRect">
            <a:avLst>
              <a:gd name="adj" fmla="val 7000"/>
            </a:avLst>
          </a:prstGeom>
          <a:solidFill>
            <a:srgbClr val="FCFDFE"/>
          </a:solidFill>
          <a:ln w="12700">
            <a:solidFill>
              <a:srgbClr val="CDD6DD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72016" y="25328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csr_pipeline / top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272016" y="276148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sanitize, snapshot, top-level routing / glue logic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58368" y="3858768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886200"/>
            <a:ext cx="73152" cy="932688"/>
          </a:xfrm>
          <a:prstGeom prst="rect">
            <a:avLst/>
          </a:prstGeom>
          <a:solidFill>
            <a:srgbClr val="B67C25"/>
          </a:solidFill>
          <a:ln w="12700">
            <a:solidFill>
              <a:srgbClr val="B67C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31920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방법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206240"/>
            <a:ext cx="1075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이 그룹은 “상태도”보다 인터페이스 contract와 flush / ready / pending bit를 먼저 보는 편이 낫다.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특히 cmd_arb와 config_ctrl는 명시적 FSM이 없지만, 전체 동작 정합성에는 매우 큰 영향을 준다.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Refs: config_ctrl.vhd, cmd_arb.vhd, decode_pipe.vhd, raw_event_builder.vhd, cell_pipe.vhd, output_stage.vhd, status_agg.vhd, csr_pipeline.vhd, top.vhd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FSM-to-FSM contract hotspots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남은 핵심은 개별 FSM 숫자보다, 서로 맞물리는 경계 contract를 얼마나 명시적으로 닫았는가에 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5" name="Image 0" descr="/mnt/data/fsm_assets/10_hotsp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913046"/>
            <a:ext cx="7040880" cy="15896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325880"/>
            <a:ext cx="38404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7848" y="1453896"/>
            <a:ext cx="310896" cy="310896"/>
          </a:xfrm>
          <a:prstGeom prst="ellipse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27848" y="14721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48472" y="14173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soft reset ↔ stale response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348472" y="1636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chip_ctrl가 soft reset 후 곧바로 PH_INIT로 복귀하므로, 이전 응답을 버리는 전용 state 또는 epoch tag가 있으면 더 안전하다.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818120" y="2340864"/>
            <a:ext cx="38404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7848" y="2468880"/>
            <a:ext cx="310896" cy="310896"/>
          </a:xfrm>
          <a:prstGeom prst="ellipse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27848" y="24871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48472" y="2432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backpressure source end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8348472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hold register 뒤로는 tready가 보이지만, chip_run producer까지 end-to-end로 잠그는 계약은 아직 약하다.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818120" y="3355848"/>
            <a:ext cx="38404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27848" y="3483864"/>
            <a:ext cx="310896" cy="310896"/>
          </a:xfrm>
          <a:prstGeom prst="ellipse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27848" y="35021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48472" y="34472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ownership / queue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8348472" y="36667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deferred swap + single pending slot 구조는 shot overlap reasoning을 어렵게 만든다.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818120" y="4370832"/>
            <a:ext cx="38404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27848" y="4498848"/>
            <a:ext cx="310896" cy="310896"/>
          </a:xfrm>
          <a:prstGeom prst="ellipse">
            <a:avLst/>
          </a:prstGeom>
          <a:solidFill>
            <a:srgbClr val="B56576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27848" y="45171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48472" y="44622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fatal cleanup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8348472" y="4681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err_handler fatal path에서 err_fill / cause / chip mask 정리 정책을 더 명시적으로 둘 필요가 있다.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Hotspots derived from current RTL interactions among chip_ctrl, chip_run, cell_builder, face_seq, header_inserter, and err_handler.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11130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보완 검토 결론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113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결론적으로, “로컬 Fix 몇 개”보다 몇 군데의 FSM contract를 한 단계 더 명시화한 뒤 freeze하는 쪽이 안전하다.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987552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778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25880"/>
            <a:ext cx="3529584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B565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9903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필수 before freeze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1828800"/>
            <a:ext cx="327355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cell_builder를 owner-driven buffer FSM으로 재구성하거나, 최소한 pending / swap을 명시적 buffer state로 분리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soft reset 후 stale response를 버리는 RESP_DRAIN state 또는 epoch/tag 체계 추가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raw path를 producer까지 포함한 end-to-end handshake/FIFO로 닫기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err_handler fatal 종료 시 err_fill / chip_mask / cause cleanup 정책 확정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778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325880"/>
            <a:ext cx="3529584" cy="347472"/>
          </a:xfrm>
          <a:prstGeom prst="rect">
            <a:avLst/>
          </a:prstGeom>
          <a:solidFill>
            <a:srgbClr val="EAF4FF"/>
          </a:solidFill>
          <a:ln w="12700">
            <a:solidFill>
              <a:srgbClr val="4C6F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39903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권장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17136" y="1828800"/>
            <a:ext cx="327355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pipeline_abort 뒤에 quiesce_ack를 두어 다음 face/shot 시작을 더 명확히 gating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response 식별 검증을 reg phase 밖(init/run)까지 확대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cell_builder pending queue 깊이 &gt; 1 또는 overflow policy를 명시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119872" y="1325880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CDD6DD"/>
            </a:solidFill>
            <a:prstDash val="solid"/>
          </a:ln>
          <a:effectLst>
            <a:outerShdw blurRad="1778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325880"/>
            <a:ext cx="3529584" cy="347472"/>
          </a:xfrm>
          <a:prstGeom prst="rect">
            <a:avLst/>
          </a:prstGeom>
          <a:solidFill>
            <a:srgbClr val="ECF8F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39903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Freeze 판단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47888" y="1828800"/>
            <a:ext cx="327355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현재 수준은 “상태도 정리 완료” 단계이지, 바로 freeze 권고 단계는 아님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필수 4개가 닫히면 상당수 위험이 FSM contract 차원에서 정리됨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4153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그 이후에는 local bug fix + regression으로 freeze 검토 가능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58368" y="6144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Bottom line: FSM 개수는 충분하지만, 경계 contract를 더 explicit하게 만들면 수정/검증/회귀가 훨씬 쉬워진다.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" y="6419088"/>
            <a:ext cx="11130991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6510528"/>
            <a:ext cx="11130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A8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Recommendation basis: current RTL/VHDL only.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1881</Words>
  <Application>Microsoft Office PowerPoint</Application>
  <PresentationFormat>와이드스크린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FSM Atlas</dc:title>
  <dc:subject>TDC-GPX FSM Atlas and review</dc:subject>
  <dc:creator>OpenAI</dc:creator>
  <cp:lastModifiedBy>하늘 정</cp:lastModifiedBy>
  <cp:revision>1</cp:revision>
  <dcterms:created xsi:type="dcterms:W3CDTF">2026-04-16T14:44:49Z</dcterms:created>
  <dcterms:modified xsi:type="dcterms:W3CDTF">2026-04-16T15:29:56Z</dcterms:modified>
</cp:coreProperties>
</file>