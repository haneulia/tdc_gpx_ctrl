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048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TDC-GPX-Datasheet.pdf
- User-provided files: tdc_gpx_design_analysis_2026-04-19.html, tdc_gpx_fsm_detail_2026-04-19.html
- User-provided HDL corpus: tdc_gpx_*.vhd (25 files)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TDC-GPX-Datasheet.pdf
- User-provided files: tdc_gpx_design_analysis_2026-04-19.html, tdc_gpx_fsm_detail_2026-04-19.html, task_distance_bounded_windows_2026-04-19.md
- User-provided HDL corpus: tdc_gpx_*.vhd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tdc_gpx_top.vhd, tdc_gpx_config_ctrl.vhd, tdc_gpx_chip_ctrl.vhd, tdc_gpx_decode_pipe.vhd, tdc_gpx_cell_pipe.vhd, tdc_gpx_output_stage.vhd
- User-provided files: tdc_gpx_pkg.vhd, tdc_gpx_cfg_pkg.vhd
- User-provided file: tdc_gpx_design_analysis_2026-04-19.html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tdc_gpx_face_seq.vhd, tdc_gpx_config_ctrl.vhd, tdc_gpx_chip_ctrl.vhd, tdc_gpx_chip_run.vhd, tdc_gpx_cell_builder.vhd, tdc_gpx_face_assembler.vhd, tdc_gpx_header_inserter.vhd, tdc_gpx_status_agg.vhd
- User-provided file: tdc_gpx_design_analysis_2026-04-19.html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HDL corpus: tdc_gpx_*.vhd (all 25 artifacts)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tdc_gpx_bus_phy.vhd, tdc_gpx_chip_reg.vhd, tdc_gpx_skid_buffer.vhd, tdc_gpx_chip_init.vhd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tdc_gpx_chip_ctrl.vhd, tdc_gpx_chip_init.vhd, tdc_gpx_chip_run.vhd, tdc_gpx_chip_reg.vhd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tdc_gpx_chip_run.vhd, tdc_gpx_pkg.vhd, tdc_gpx_cfg_pkg.vhd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tdc_gpx_chip_run.vhd, task_distance_bounded_windows_2026-04-19.md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tdc_gpx_stop_cfg_decode.vhd, tdc_gpx_err_handler.vhd, tdc_gpx_cmd_arb.vhd, tdc_gpx_csr_pipeline.vhd, tdc_gpx_csr_chip.vhd
- User-provided files: task_distance_bounded_windows_2026-04-19.md,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tdc_gpx_decode_pipe.vhd, tdc_gpx_decoder_i_mode.vhd, tdc_gpx_raw_event_builder.vhd, tdc_gpx_skid_buffer.vhd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tdc_gpx_cell_builder.vhd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tdc_gpx_cell_builder.vhd, tdc_gpx_cell_pipe.vhd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tdc_gpx_face_assembler.vhd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tdc_gpx_face_seq.vhd, tdc_gpx_output_stage.vhd, tdc_gpx_header_inserter.vhd
- User-provided file: tdc_gpx_fsm_detail_2026-04-19.html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tdc_gpx_face_seq.vhd, tdc_gpx_chip_ctrl.vhd, tdc_gpx_chip_run.vhd, tdc_gpx_stop_cfg_decode.vhd, tdc_gpx_cell_builder.vhd, tdc_gpx_face_assembler.vhd, tdc_gpx_header_inserter.vhd
- User-provided file: task_distance_bounded_windows_2026-04-19.md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tdc_gpx_chip_run.vhd, tdc_gpx_stop_cfg_decode.vhd, tdc_gpx_cell_builder.vhd, tdc_gpx_face_assembler.vhd, tdc_gpx_header_inserter.vhd, tdc_gpx_status_agg.vhd
- User-provided file: tdc_gpx_design_analysis_2026-04-19.html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315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TDC-GPX 컨트롤러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FSM 상태도 &amp; 상관관계 아틀라스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76656" y="184708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업로드된 HDL 25개 아티팩트를 기준으로, 코드에 실제 존재하는 FSM과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wrapper·pipeline·CDC의 관계를 분리해서 읽히도록 재구성한 발표 자료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4944" y="27432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173B6C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81635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3127248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HDL artifacts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267712" y="27432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281635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77440" y="3127248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modules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840480" y="27432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50208" y="281635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50208" y="3127248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instances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94944" y="3712464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378561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4672" y="409651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clock domains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267712" y="3712464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77440" y="378561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377440" y="409651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clusters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840480" y="3712464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B4231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50208" y="378561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15.6k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50208" y="409651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approx. LOC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656832" y="841248"/>
            <a:ext cx="4892040" cy="5376672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21424" y="950976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설계의 큰 그림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21424" y="1234440"/>
            <a:ext cx="4562856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27" name="Image 0" descr="/mnt/data/tdc_ppt_build/diagrams/runtim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2553835"/>
            <a:ext cx="4315968" cy="57989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949440" y="4645152"/>
            <a:ext cx="4160520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diagram이 있는 모듈은 그림으로 정리</a:t>
            </a:r>
            <a:endParaRPr lang="en-US" sz="1260" dirty="0"/>
          </a:p>
          <a:p>
            <a:pPr marL="127000" indent="-127000">
              <a:buSzPct val="100000"/>
              <a:buChar char="•"/>
            </a:pPr>
            <a:r>
              <a:rPr lang="en-US" sz="12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명시적 FSM이 없는 모듈은 wrapper / pipeline / CDC로 분리 표기</a:t>
            </a:r>
            <a:endParaRPr lang="en-US" sz="1260" dirty="0"/>
          </a:p>
          <a:p>
            <a:pPr marL="127000" indent="-127000">
              <a:buSzPct val="100000"/>
              <a:buChar char="•"/>
            </a:pPr>
            <a:r>
              <a:rPr lang="en-US" sz="12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후반부에서 drain_done·tlast·row_done 기준 상관관계를 다시 연결</a:t>
            </a:r>
            <a:endParaRPr lang="en-US" sz="1260" dirty="0"/>
          </a:p>
        </p:txBody>
      </p:sp>
      <p:sp>
        <p:nvSpPr>
          <p:cNvPr id="29" name="Text 26"/>
          <p:cNvSpPr/>
          <p:nvPr/>
        </p:nvSpPr>
        <p:spPr>
          <a:xfrm>
            <a:off x="658368" y="641908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분석 기준과 판정 규칙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datasheet / HTML 분석문서 / HDL 본문을 함께 읽어 “실제 존재하는 상태기계”와 “상태처럼 보이는 로직”을 구분했다.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173B6C"/>
          </a:solidFill>
          <a:ln w="10160">
            <a:solidFill>
              <a:srgbClr val="173B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5431536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입력 소스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5102352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499616"/>
            <a:ext cx="4937760" cy="1207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datasheet: IFIFO / ALU / read-write logic 의 칩 레벨 동작 기준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VHDL 25개: entity 23개 + package 2개, 총 15,559 LOC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분석문서 2개 + timing memo 1개: 클러스터 구조와 후속 변경 맥락 보강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749808" y="2889504"/>
            <a:ext cx="1143000" cy="219456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16936"/>
            <a:ext cx="1143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datasheet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11680" y="2889504"/>
            <a:ext cx="841248" cy="219456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916936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62656" y="2889504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62656" y="2916936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notes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96512" y="2889504"/>
            <a:ext cx="987552" cy="219456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6512" y="2916936"/>
            <a:ext cx="987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memo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115568"/>
            <a:ext cx="544068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82512" y="1225296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판정 규칙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82512" y="1508760"/>
            <a:ext cx="5111496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1499616"/>
            <a:ext cx="4956048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코드에 enum type + case 전이가 있으면 “명시적 FSM”으로 분류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조합 로직 + 카운터 + handshake 만 있으면 wrapper / pipeline / CDC로 분리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따라서 모든 모듈에 억지로 상태도를 붙이지 않고, 없는 모듈은 없는 그대로 설명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530352" y="3621024"/>
            <a:ext cx="5431536" cy="2724912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" y="3730752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명시적 FSM이 있는 모듈 (11개 / 12개 FSM instances)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4944" y="4014216"/>
            <a:ext cx="5102352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986784"/>
            <a:ext cx="4882896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bus_phy, chip_init, chip_reg, chip_ctrl, chip_run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err_handler, face_assembler, face_seq, header_inserter, skid_buffer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cell_builder는 collect/output 두 개 FSM을 동시에 포함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749808" y="5870448"/>
            <a:ext cx="1234440" cy="219456"/>
          </a:xfrm>
          <a:prstGeom prst="roundRect">
            <a:avLst>
              <a:gd name="adj" fmla="val 33333"/>
            </a:avLst>
          </a:prstGeom>
          <a:solidFill>
            <a:srgbClr val="FAF5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897880"/>
            <a:ext cx="1234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있음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3621024"/>
            <a:ext cx="5440680" cy="2724912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82512" y="3730752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명시적 FSM이 없는 모듈 처리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82512" y="4014216"/>
            <a:ext cx="5111496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3986784"/>
            <a:ext cx="4956048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wrapper: top, config_ctrl, decode_pipe, cell_pipe, output_stage</a:t>
            </a:r>
            <a:endParaRPr lang="en-US" sz="1250" dirty="0"/>
          </a:p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pipeline: decoder_i_mode, raw_event_builder</a:t>
            </a:r>
            <a:endParaRPr lang="en-US" sz="1250" dirty="0"/>
          </a:p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/ CDC / status: csr_pipeline, csr_chip, cmd_arb, stop_cfg_decode, status_agg, pkg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37376" y="5486400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즉, “모든 모듈의 상태도”는 코드에 실제 FSM이 있는 경우는 그림으로, 없는 경우는 역할·경계·데이터 흐름으로 정리했다.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전체 모듈 계층도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-&gt; cluster wrapper -&gt; leaf FSM / pipeline / package 의 정적 포함 관계를 한 장으로 고정했다.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173B6C"/>
          </a:solidFill>
          <a:ln w="10160">
            <a:solidFill>
              <a:srgbClr val="173B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11119104" cy="5358384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25개 아티팩트의 정적 구조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hierarc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97503"/>
            <a:ext cx="10698480" cy="142992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6384" y="5961888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" y="5989320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wrapper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883664" y="5961888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FEE2E2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83664" y="5989320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 FSM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980944" y="5961888"/>
            <a:ext cx="1078992" cy="201168"/>
          </a:xfrm>
          <a:prstGeom prst="roundRect">
            <a:avLst>
              <a:gd name="adj" fmla="val 36364"/>
            </a:avLst>
          </a:prstGeom>
          <a:solidFill>
            <a:srgbClr val="FAF5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80944" y="5989320"/>
            <a:ext cx="1078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leaf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169664" y="5961888"/>
            <a:ext cx="932688" cy="201168"/>
          </a:xfrm>
          <a:prstGeom prst="roundRect">
            <a:avLst>
              <a:gd name="adj" fmla="val 36364"/>
            </a:avLst>
          </a:prstGeom>
          <a:solidFill>
            <a:srgbClr val="ECFDF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69664" y="5989320"/>
            <a:ext cx="9326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AXI/CSR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0" y="5934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읽는 법: config_ctrl 안의 chip_ctrl x4가 다시 chip_init / chip_run / chip_reg 를 품고, decode / cell / output wrapper는 하위 leaf를 직렬로 배치한다.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런타임 상관관계 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명령·shot·raw·event·cell·row·status가 어떤 모듈을 지나며 handoff 되는지 런타임 기준으로 재배치했다.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7406640" cy="5358384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7077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runtime flow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7077456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runtim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228537"/>
            <a:ext cx="6931152" cy="93127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56448" y="1115568"/>
            <a:ext cx="3493008" cy="2322576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21040" y="1225296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321040" y="1508760"/>
            <a:ext cx="3163824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57616" y="1481328"/>
            <a:ext cx="3072384" cy="1335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csr_pipeline / csr_chip 에서 cfg와 명령이 시작된다.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face_seq / stop_cfg_decode 가 shot window와 expected IFIFO 를 연다.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chip_run 의 drain_done 과 cell_builder 의 tlast faulted 가 후단 상태 연결의 핵심이다.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56448" y="3675888"/>
            <a:ext cx="3493008" cy="279806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21040" y="3785616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handoff 3개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321040" y="4069080"/>
            <a:ext cx="3163824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75904" y="4059936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75904" y="4105656"/>
            <a:ext cx="102412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shot_start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564624" y="4059936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64624" y="4105656"/>
            <a:ext cx="107899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drain_done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75904" y="4517136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75904" y="4562856"/>
            <a:ext cx="102412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tlast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564624" y="4517136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64624" y="4562856"/>
            <a:ext cx="107899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row_done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400032" y="4206240"/>
            <a:ext cx="146304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400032" y="4663440"/>
            <a:ext cx="146304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8339328" y="4974336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shot_start 는 face_seq가 shot을 연 시점이고, drain_done 은 chip_run에서 cell_builder collect side로 넘어가는 경계다. tlast faulted 는 slice 열화의 요약 비트이며, row_done_faulted 는 face_assembler에서 frame-level 의미로 격상된 결과다.</a:t>
            </a:r>
            <a:endParaRPr lang="en-US" sz="1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전체 모듈 지도 - 25개 아티팩트 한 장 요약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각 모듈을 cluster / class / explicit FSM 여부 기준으로 빠짐없이 배치했다.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173B6C"/>
          </a:solidFill>
          <a:ln w="10160">
            <a:solidFill>
              <a:srgbClr val="173B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546811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/ package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513892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645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tdc_gpx_pkg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tdc_gpx_cfg_pkg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3931920" y="170078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정의 / 상수 / record / helper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115568"/>
            <a:ext cx="546811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1225296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/ wrapper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36792" y="1508760"/>
            <a:ext cx="513892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45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tdc_gpx_top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tdc_gpx_config_ctrl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tdc_gpx_decode_pipe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tdc_gpx_cell_pipe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tdc_gpx_output_stage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573768" y="170078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상위 배치 / 하위 FSM 연결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862072"/>
            <a:ext cx="546811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" y="2971800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FSM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4944" y="3255264"/>
            <a:ext cx="513892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3924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tdc_gpx_bus_phy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tdc_gpx_chip_ctrl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tdc_gpx_chip_init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tdc_gpx_chip_run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tdc_gpx_chip_reg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3931920" y="344728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명시적 FSM 있음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62072"/>
            <a:ext cx="546811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36792" y="2971800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support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36792" y="3255264"/>
            <a:ext cx="513892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3924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tdc_gpx_csr_pipeline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tdc_gpx_csr_chip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tdc_gpx_cmd_arb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tdc_gpx_stop_cfg_decode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tdc_gpx_err_handler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tdc_gpx_status_agg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9573768" y="344728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+ non-FSM 혼합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4608576"/>
            <a:ext cx="546811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944" y="4718304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/ utility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94944" y="5001768"/>
            <a:ext cx="513892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51389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tdc_gpx_decoder_i_mode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tdc_gpx_raw_event_builder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tdc_gpx_skid_buffer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3931920" y="519379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/ utility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608576"/>
            <a:ext cx="546811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36792" y="4718304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/ output FSM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36792" y="5001768"/>
            <a:ext cx="513892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51389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tdc_gpx_cell_builder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tdc_gpx_face_assembler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tdc_gpx_face_seq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tdc_gpx_header_inserter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9573768" y="519379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명시적 FSM 또는 dual FSM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985248" y="6291072"/>
            <a:ext cx="822960" cy="201168"/>
          </a:xfrm>
          <a:prstGeom prst="roundRect">
            <a:avLst>
              <a:gd name="adj" fmla="val 36364"/>
            </a:avLst>
          </a:prstGeom>
          <a:solidFill>
            <a:srgbClr val="FAF5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85248" y="6318504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있음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899648" y="6291072"/>
            <a:ext cx="896112" cy="201168"/>
          </a:xfrm>
          <a:prstGeom prst="roundRect">
            <a:avLst>
              <a:gd name="adj" fmla="val 36364"/>
            </a:avLst>
          </a:prstGeom>
          <a:solidFill>
            <a:srgbClr val="F8FAFC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99648" y="6318504"/>
            <a:ext cx="896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없음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전면 제어 FSM들 - bus_phy / chip_init / chip_reg / skid_buffer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초기화, 단일 register 접근, 버스 턴어라운드, backpressure 흡수의 전면부 FSM들이다.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B42318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Front-end FSMs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tdc_gpx_bus_phy · 4-state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4928616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fsm_bus_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879" y="1481328"/>
            <a:ext cx="2929890" cy="10972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261518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tick-based R/W protocol. 최소 지연은 req -&gt; rsp = N+1 bus ticks.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5998464" y="1115568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63056" y="122529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tdc_gpx_chip_reg · 2-state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63056" y="1508760"/>
            <a:ext cx="2322576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7" name="Image 1" descr="/mnt/data/tdc_ppt_build/diagrams/fsm_chip_r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303" y="1499616"/>
            <a:ext cx="2078083" cy="8412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54496" y="2596896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register read / write dispatcher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8997696" y="1115568"/>
            <a:ext cx="26517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162288" y="122529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tdc_gpx_skid_buffer · 2-state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9162288" y="1508760"/>
            <a:ext cx="2322576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22" name="Image 2" descr="/mnt/data/tdc_ppt_build/diagrams/fsm_sk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6" y="1532391"/>
            <a:ext cx="2286000" cy="77569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62288" y="2596896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config_ctrl / decode_pipe 의 2-reg skid</a:t>
            </a:r>
            <a:endParaRPr lang="en-US" sz="1120" dirty="0"/>
          </a:p>
        </p:txBody>
      </p:sp>
      <p:sp>
        <p:nvSpPr>
          <p:cNvPr id="24" name="Shape 19"/>
          <p:cNvSpPr/>
          <p:nvPr/>
        </p:nvSpPr>
        <p:spPr>
          <a:xfrm>
            <a:off x="530352" y="3218688"/>
            <a:ext cx="11119104" cy="3255264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94944" y="3328416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tdc_gpx_chip_init · 10-state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94944" y="3611880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27" name="Image 3" descr="/mnt/data/tdc_ppt_build/diagrams/fsm_chip_in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1631" y="3621024"/>
            <a:ext cx="1021426" cy="2615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10912" y="3712464"/>
            <a:ext cx="5340096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7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PuResN 펄스 -&gt; REG0..7 write loop -&gt; MasterReset -&gt; Recovery -&gt; StopDis low</a:t>
            </a:r>
            <a:endParaRPr lang="en-US" sz="1270" dirty="0"/>
          </a:p>
          <a:p>
            <a:pPr marL="127000" indent="-127000">
              <a:buSzPct val="100000"/>
              <a:buChar char="•"/>
            </a:pPr>
            <a:r>
              <a:rPr lang="en-US" sz="127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ST_CFG_WR_WAIT 은 bus rsp를 기다리며 next REG / all regs done / timeout 세 갈래로 분기</a:t>
            </a:r>
            <a:endParaRPr lang="en-US" sz="1270" dirty="0"/>
          </a:p>
          <a:p>
            <a:pPr marL="127000" indent="-127000">
              <a:buSzPct val="100000"/>
              <a:buChar char="•"/>
            </a:pPr>
            <a:r>
              <a:rPr lang="en-US" sz="127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FSM은 chip_ctrl 의 PH_INIT / PH_CFG_WRITE phase에서만 활성화된다</a:t>
            </a:r>
            <a:endParaRPr lang="en-US" sz="1270" dirty="0"/>
          </a:p>
        </p:txBody>
      </p:sp>
      <p:sp>
        <p:nvSpPr>
          <p:cNvPr id="29" name="Shape 23"/>
          <p:cNvSpPr/>
          <p:nvPr/>
        </p:nvSpPr>
        <p:spPr>
          <a:xfrm>
            <a:off x="5230368" y="5504688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B4231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5340096" y="557784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5340096" y="5888736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powerup clks</a:t>
            </a:r>
            <a:endParaRPr lang="en-US" sz="1080" dirty="0"/>
          </a:p>
        </p:txBody>
      </p:sp>
      <p:sp>
        <p:nvSpPr>
          <p:cNvPr id="32" name="Shape 26"/>
          <p:cNvSpPr/>
          <p:nvPr/>
        </p:nvSpPr>
        <p:spPr>
          <a:xfrm>
            <a:off x="6638544" y="5504688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73B6C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748272" y="557784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6748272" y="5888736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 writes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8046720" y="5504688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E11D48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8156448" y="557784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11D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65K</a:t>
            </a:r>
            <a:endParaRPr lang="en-US" sz="2200" dirty="0"/>
          </a:p>
        </p:txBody>
      </p:sp>
      <p:sp>
        <p:nvSpPr>
          <p:cNvPr id="37" name="Text 31"/>
          <p:cNvSpPr/>
          <p:nvPr/>
        </p:nvSpPr>
        <p:spPr>
          <a:xfrm>
            <a:off x="8156448" y="5888736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rsp watchdog</a:t>
            </a:r>
            <a:endParaRPr lang="en-US" sz="1080" dirty="0"/>
          </a:p>
        </p:txBody>
      </p:sp>
      <p:sp>
        <p:nvSpPr>
          <p:cNvPr id="38" name="Text 32"/>
          <p:cNvSpPr/>
          <p:nvPr/>
        </p:nvSpPr>
        <p:spPr>
          <a:xfrm>
            <a:off x="9528048" y="56875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 FSM은 “칩이 측정을 시작하기 전까지”를 닫는 전용 상태기계다.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tdc_gpx_chip_ctrl - per-chip coordinator FSM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chip_init / chip_run / chip_reg 을 phase 단위로 활성화하고, stale bus response를 PH_RESP_DRAIN 에서 격리한다.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B42318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chip_ctrl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6510528" cy="5376672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6181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FSM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6181344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fsm_chip_ct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0" y="1481328"/>
            <a:ext cx="5233491" cy="2651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4315968"/>
            <a:ext cx="5870448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PH_IDLE 에서 cmd_start &gt; cfg_write &gt; reg_read &gt; reg_write 우선순위로 phase 진입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PH_RUN / PH_CFG_WRITE / PH_REG 완료 후에는 반드시 PH_RESP_DRAIN 으로 들어가 stale rsp를 흡수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PH_RESP_DRAIN 은 15-cycle hard cap + quarantine + idle-stable auto-recover / force_reinit 경로를 가진다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7278624" y="1115568"/>
            <a:ext cx="4370832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43216" y="122529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 FSM activation map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443216" y="1508760"/>
            <a:ext cx="404164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16368" y="1627632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BE4D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16368" y="1673352"/>
            <a:ext cx="914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PH_INIT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16368" y="2048256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9EDBE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16368" y="2093976"/>
            <a:ext cx="914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PH_RUN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516368" y="246888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16368" y="2514600"/>
            <a:ext cx="914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PH_REG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851392" y="1627632"/>
            <a:ext cx="133502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51392" y="1673352"/>
            <a:ext cx="13350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chip_init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851392" y="2048256"/>
            <a:ext cx="133502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51392" y="2093976"/>
            <a:ext cx="13350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chip_run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51392" y="2468880"/>
            <a:ext cx="133502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51392" y="2514600"/>
            <a:ext cx="13350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chip_reg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449056" y="1783080"/>
            <a:ext cx="384048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449056" y="2203704"/>
            <a:ext cx="384048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449056" y="2624328"/>
            <a:ext cx="384048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278624" y="3401568"/>
            <a:ext cx="4370832" cy="3090672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443216" y="351129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FIFO / fault policy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443216" y="3794760"/>
            <a:ext cx="404164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98080" y="3749040"/>
            <a:ext cx="37490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FIFO depth = 6 : data beat와 control beat(drain_done / ififo1_done)를 함께 보관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drain_done 의 faulted(tuser[5])는 제어 beat와 함께 하위 cell_builder 로 내려간다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beat가 꽉 찼을 때는 가장 오래된 data beat를 희생해 control을 우선 보장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soft_reset 또는 force_reinit 는 phase를 PH_INIT 으로 되돌리는 최고 우선 override</a:t>
            </a:r>
            <a:endParaRPr lang="en-US" sz="1220" dirty="0"/>
          </a:p>
        </p:txBody>
      </p:sp>
      <p:sp>
        <p:nvSpPr>
          <p:cNvPr id="36" name="Shape 33"/>
          <p:cNvSpPr/>
          <p:nvPr/>
        </p:nvSpPr>
        <p:spPr>
          <a:xfrm>
            <a:off x="7516368" y="5980176"/>
            <a:ext cx="914400" cy="201168"/>
          </a:xfrm>
          <a:prstGeom prst="roundRect">
            <a:avLst>
              <a:gd name="adj" fmla="val 36364"/>
            </a:avLst>
          </a:prstGeom>
          <a:solidFill>
            <a:srgbClr val="FEF2F2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16368" y="600760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6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540496" y="5980176"/>
            <a:ext cx="1298448" cy="201168"/>
          </a:xfrm>
          <a:prstGeom prst="roundRect">
            <a:avLst>
              <a:gd name="adj" fmla="val 36364"/>
            </a:avLst>
          </a:prstGeom>
          <a:solidFill>
            <a:srgbClr val="FAF5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40496" y="6007608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PH_RESP_DRAIN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9966960" y="5980176"/>
            <a:ext cx="1133856" cy="201168"/>
          </a:xfrm>
          <a:prstGeom prst="roundRect">
            <a:avLst>
              <a:gd name="adj" fmla="val 36364"/>
            </a:avLst>
          </a:prstGeom>
          <a:solidFill>
            <a:srgbClr val="FFF7ED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966960" y="6007608"/>
            <a:ext cx="1133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force_reinit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tdc_gpx_chip_run - main measurement loop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실측 shot 당 가장 중요한 FSM. ARMED -&gt; CAPTURE -&gt; DRAIN_* -&gt; ALU_* 의 주 경로를 갖는다.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B42318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chip_run main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078992"/>
            <a:ext cx="11119104" cy="4279392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18872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13-state FSM - nominal path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472184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fsm_chip_run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51689"/>
            <a:ext cx="10698480" cy="233399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30352" y="5468112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4944" y="557784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groups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4944" y="5861304"/>
            <a:ext cx="3236976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5943600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ECFDF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5971032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627632" y="5971032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ST_OFF / ST_ARMED / ST_CAPTURE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768096" y="6217920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FAF5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6245352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DRAIN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627632" y="6245352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ST_DRAIN_LATCH / CHECK / EF1 / EF2 / BURST / FLUSH / SETTLE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15968" y="5468112"/>
            <a:ext cx="34015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480560" y="557784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outputs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480560" y="5861304"/>
            <a:ext cx="3072384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35424" y="5980176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o_raw_valid + raw_word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o_ififo1_done_beat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o_drain_done / faulted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936992" y="5468112"/>
            <a:ext cx="371246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101584" y="5577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해석 포인트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101584" y="5861304"/>
            <a:ext cx="338328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74736" y="598017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drain이 끝나야 ALU_PULSE로 넘어가며, ALU_RECOVERY 에서 stop_pending / overrun_deferred / next shot 분기가 결정된다.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tdc_gpx_chip_run - 예외 / 복구 브랜치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오버런, 응답 정체, pending stuck, flush timeout 은 모두 synthetic drain_done 또는 purge 모드로 수렴한다.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chip_run faults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6327648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graph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5998464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fsm_chip_run_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657291"/>
            <a:ext cx="5852160" cy="114108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504748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빨간 화살표는 nominal 경로가 아닌 “강제 탈출” 경로다.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7077456" y="1115568"/>
            <a:ext cx="4553712" cy="2761488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242048" y="1225296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timeout_cause mapping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242048" y="1508760"/>
            <a:ext cx="422452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33488" y="1536192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001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7955280" y="1536192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raw_busy / downstream deadlock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33488" y="1773936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010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7955280" y="1773936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EF1 response timeout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33488" y="201168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011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7955280" y="2011680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EF2 response timeout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33488" y="224942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7955280" y="2249424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burst response timeout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33488" y="2487168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7955280" y="2487168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flush response timeout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33488" y="2724912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7955280" y="2724912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overrun_flush timeout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33488" y="2962656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111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7955280" y="2962656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capture-stop fallback (irflag missing)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077456" y="4133088"/>
            <a:ext cx="4553712" cy="2340864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242048" y="4242816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semantics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7242048" y="4526280"/>
            <a:ext cx="422452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96912" y="4498848"/>
            <a:ext cx="4023360" cy="1517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same-cycle overrun 시 EF/BURST/FLUSH 에서는 이미 받은 beat를 보존하고 ST_OVERRUN_FLUSH 로 넘어간다.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completion 에서 expected vs actual drain count mismatch면 drain_done_faulted 를 co-assert 한다.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pending_stuck_cnt_r 는 rsp는 왔지만 raw path가 막힌 경우를 별도 감시한다.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보조 제어 계층 - err_handler + stop_cfg_decode + cmd_arb / csr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 FSM과 non-FSM logic이 섞여 있는 제어 보조 계층이다.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 control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36758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stop_cfg_decode (explicit FSM 없음)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3346704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concept_stop_c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23983"/>
            <a:ext cx="3182112" cy="52053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8096" y="261518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shot_start 시 max_range snapshot을 잡고, window_close 이후 stop_evt 는 orphan sticky로 보낸다.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530352" y="3456432"/>
            <a:ext cx="3675888" cy="3054096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4944" y="35661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err_handler · 6-state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94944" y="3849624"/>
            <a:ext cx="3346704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7" name="Image 1" descr="/mnt/data/tdc_ppt_build/diagrams/fsm_err_hand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300036"/>
            <a:ext cx="3163824" cy="3427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6384" y="5358384"/>
            <a:ext cx="2980944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ErrFlag debounced -&gt; REG12 read -&gt; soft_reset -&gt; recovery wait -&gt; frame_done wait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count 초과 시 fatal sticky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4480560" y="1115568"/>
            <a:ext cx="7168896" cy="2322576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645152" y="1225296"/>
            <a:ext cx="6839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cmd_arb / csr_pipeline / csr_chip (explicit FSM 없음)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645152" y="1508760"/>
            <a:ext cx="6839712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73168" y="1682496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ECFDF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73168" y="1728216"/>
            <a:ext cx="9326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AXI-Lite CTL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980176" y="1682496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980176" y="1728216"/>
            <a:ext cx="93268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pulse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187184" y="1682496"/>
            <a:ext cx="69494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187184" y="1728216"/>
            <a:ext cx="6949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724144" y="1837944"/>
            <a:ext cx="237744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6931152" y="1837944"/>
            <a:ext cx="237744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8613648" y="1682496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613648" y="1728216"/>
            <a:ext cx="74980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9491472" y="1682496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491472" y="1728216"/>
            <a:ext cx="74980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10369296" y="1682496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369296" y="1728216"/>
            <a:ext cx="74980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363456" y="1837944"/>
            <a:ext cx="109728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10241280" y="1837944"/>
            <a:ext cx="109728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8" name="Text 34"/>
          <p:cNvSpPr/>
          <p:nvPr/>
        </p:nvSpPr>
        <p:spPr>
          <a:xfrm>
            <a:off x="4773168" y="22494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csr_* 는 control image와 edge를 넘기고, cmd_arb 는 per-chip outstanding tracker와 pending register로 register access를 중재한다.</a:t>
            </a:r>
            <a:endParaRPr lang="en-US" sz="1180" dirty="0"/>
          </a:p>
        </p:txBody>
      </p:sp>
      <p:sp>
        <p:nvSpPr>
          <p:cNvPr id="39" name="Shape 35"/>
          <p:cNvSpPr/>
          <p:nvPr/>
        </p:nvSpPr>
        <p:spPr>
          <a:xfrm>
            <a:off x="4480560" y="3657600"/>
            <a:ext cx="7168896" cy="2852928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4645152" y="3767328"/>
            <a:ext cx="6839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보조 계층의 역할 분담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4645152" y="4050792"/>
            <a:ext cx="6839712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18304" y="4005072"/>
            <a:ext cx="6565392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3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stop_cfg_decode 는 shot window / expected IFIFO count / orphan 검사라는 “준-상태형 logic” 이고, 코드상 enum FSM은 없다.</a:t>
            </a:r>
            <a:endParaRPr lang="en-US" sz="1230" dirty="0"/>
          </a:p>
          <a:p>
            <a:pPr marL="127000" indent="-127000">
              <a:buSzPct val="100000"/>
              <a:buChar char="•"/>
            </a:pPr>
            <a:r>
              <a:rPr lang="en-US" sz="123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cmd_arb 와 csr_* 도 명시적 상태 enum 없이 pending register와 CDC handshake로 동작한다.</a:t>
            </a:r>
            <a:endParaRPr lang="en-US" sz="1230" dirty="0"/>
          </a:p>
          <a:p>
            <a:pPr marL="127000" indent="-127000">
              <a:buSzPct val="100000"/>
              <a:buChar char="•"/>
            </a:pPr>
            <a:r>
              <a:rPr lang="en-US" sz="123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반대로 err_handler 는 명확한 복구 FSM을 갖고, 이 FSM이 config_ctrl 의 soft_reset 경로를 다시 자극한다.</a:t>
            </a:r>
            <a:endParaRPr lang="en-US" sz="12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decode stage - decoder_i_mode / raw_event_builder / decode_pipe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계층은 explicit FSM 대신 1-stage registered pipeline과 tuser 진화를 핵심으로 본다.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5724144" cy="2871216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decode_pipe dataflow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539496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concept_de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02" y="1536192"/>
            <a:ext cx="5000733" cy="11338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2798064"/>
            <a:ext cx="51206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decoder_i_mode : raw[27:0] -&gt; hit[16:0], slope, cha_code, ififo_id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raw_event_builder : chip_id + stop_id + hit_seq + shot_seq tagging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두 모듈 모두 explicit FSM은 없지만, always-accept 1-stage pipeline으로 타이밍을 맞춘다.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473952" y="1115568"/>
            <a:ext cx="5175504" cy="2871216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38544" y="12252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tuser evolution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38544" y="1508760"/>
            <a:ext cx="48463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84848" y="1664208"/>
            <a:ext cx="1152144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84848" y="1709928"/>
            <a:ext cx="115214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CDC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8b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357616" y="166420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57616" y="1709928"/>
            <a:ext cx="128016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decoder_i_mode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8b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040112" y="1664208"/>
            <a:ext cx="1261872" cy="310896"/>
          </a:xfrm>
          <a:prstGeom prst="roundRect">
            <a:avLst>
              <a:gd name="adj" fmla="val 14706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40112" y="1709928"/>
            <a:ext cx="1261872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event_builder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16b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55280" y="1819656"/>
            <a:ext cx="384048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656064" y="1819656"/>
            <a:ext cx="365760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6784848" y="2267712"/>
            <a:ext cx="45171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CDC: drain_done / ififo_id / final faulted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decoder_i_mode: slope / cha_code / stop_id_local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raw_event_builder: chip_id / stop_id / hit_seq / shot_seq + drain_done</a:t>
            </a:r>
            <a:endParaRPr lang="en-US" sz="1160" dirty="0"/>
          </a:p>
        </p:txBody>
      </p:sp>
      <p:sp>
        <p:nvSpPr>
          <p:cNvPr id="26" name="Text 23"/>
          <p:cNvSpPr/>
          <p:nvPr/>
        </p:nvSpPr>
        <p:spPr>
          <a:xfrm>
            <a:off x="6784848" y="32552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beat는 data beat와 같은 CDC 경로를 타고 내려와 후단(cell_builder)에서 faulted를 buffer-level로 요약한다.</a:t>
            </a:r>
            <a:endParaRPr lang="en-US" sz="1180" dirty="0"/>
          </a:p>
        </p:txBody>
      </p:sp>
      <p:sp>
        <p:nvSpPr>
          <p:cNvPr id="27" name="Shape 24"/>
          <p:cNvSpPr/>
          <p:nvPr/>
        </p:nvSpPr>
        <p:spPr>
          <a:xfrm>
            <a:off x="530352" y="4279392"/>
            <a:ext cx="11119104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94944" y="438912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왜 “FSM 없음”으로 분류했는가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94944" y="4672584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6384" y="4626864"/>
            <a:ext cx="10387584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decode_pipe 자체는 skid_buffer + decoder_i_mode + raw_event_builder 를 직렬로 묶는 wrapper이다.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decoder_i_mode 와 raw_event_builder 내부에는 enum type state machine이 없고, 등록 스테이지와 카운터만 있다.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따라서 이 계층의 핵심은 상태도보다 stage ordering / tready propagation / control beat preservation 이다.</a:t>
            </a:r>
            <a:endParaRPr lang="en-US" sz="1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tdc_gpx_cell_builder - collect FSM + buffer ownership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cell_builder는 명시적 FSM 2개와 BUF_FREE / BUF_COLLECT / BUF_SHARED ownership 모델을 동시에 가진다.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cell_builder / collect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5614416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FSM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5285232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fsm_cell_col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57421"/>
            <a:ext cx="5102352" cy="78283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2852928"/>
            <a:ext cx="5102352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ST_C_IDLE: free buffer 찾기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ST_C_ACTIVE: event write + drain_done(IFIFO1/final) 처리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ST_C_DROP: no free buffer 상태에서 입력은 흡수하되 버퍼에는 쓰지 않음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ST_C_QUARANTINE: drain_done 불능 장기정체 시 escape sticky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82512" y="1115568"/>
            <a:ext cx="526694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47104" y="12252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buffer ownership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47104" y="1508760"/>
            <a:ext cx="493776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7" name="Image 1" descr="/mnt/data/tdc_ppt_build/diagrams/cell_buffer_ow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1614715"/>
            <a:ext cx="4754880" cy="110482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01968" y="285292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9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두 버퍼는 8 stop × 7 hit slots 를 갖고, owner(BUF_FREE / BUF_COLLECT / BUF_SHARED), full flag, age, faulted bit를 함께 유지한다.</a:t>
            </a:r>
            <a:endParaRPr lang="en-US" sz="1190" dirty="0"/>
          </a:p>
        </p:txBody>
      </p:sp>
      <p:sp>
        <p:nvSpPr>
          <p:cNvPr id="19" name="Shape 15"/>
          <p:cNvSpPr/>
          <p:nvPr/>
        </p:nvSpPr>
        <p:spPr>
          <a:xfrm>
            <a:off x="530352" y="4279392"/>
            <a:ext cx="11119104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94944" y="438912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side의 핵심 의미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94944" y="4672584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86384" y="4626864"/>
            <a:ext cx="10369296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ififo1_done(tuser[7]=1, tuser[6]=0) -&gt; BUF_SHARED 로 승격되어 output side가 stop0~3을 읽을 수 있게 된다.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drain_done(tuser[6]=1) -&gt; buf_full=1; 동시에 faulted(tuser[5])가 오면 s_buf_faulted_r 에 latch 된다.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shot_start 가 active 중 다시 오면 다른 buffer가 free일 때 ping-pong 으로 전환하고, 아니면 ST_C_DROP 으로 떨어진다.</a:t>
            </a:r>
            <a:endParaRPr lang="en-US" sz="12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tdc_gpx_cell_builder - output FSM + cell_pipe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출력 쪽은 stop3-&gt;4 경계에서 IFIFO2 readiness 를 기다리며, slice timeout 시 synthetic EOS 를 만든다.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cell_builder / output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5650992" cy="2962656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5321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FSM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5321808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fsm_cell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04857"/>
            <a:ext cx="5157216" cy="116111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2889504"/>
            <a:ext cx="512064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ST_O_IDLE -&gt; ST_O_LOAD -&gt; ST_O_ACTIVE 가 nominal output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stop3-&gt;4 경계에서 buf_full=0 이면 ST_O_WAIT_IFIFO2 로 stall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xFFFF timeout이면 ST_O_TIMEOUT_EOS 로 synthetic final beat(tlast=1, faulted=1) 생성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1115568"/>
            <a:ext cx="5248656" cy="2962656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65392" y="1225296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cell_pipe wrapper (explicit FSM 없음)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65392" y="1508760"/>
            <a:ext cx="4919472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11696" y="1664208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11696" y="1709928"/>
            <a:ext cx="102412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in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01584" y="1664208"/>
            <a:ext cx="129844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01584" y="1709928"/>
            <a:ext cx="129844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slope demux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656064" y="1426464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56064" y="1472184"/>
            <a:ext cx="157276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4x rise builder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656064" y="2103120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56064" y="2148840"/>
            <a:ext cx="1572768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4x fall builder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54112" y="1819656"/>
            <a:ext cx="329184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418320" y="1819656"/>
            <a:ext cx="219456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418320" y="1819656"/>
            <a:ext cx="219456" cy="429768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6711696" y="2670048"/>
            <a:ext cx="4443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cell_pipe 는 explicit FSM이 아니라 registered slope split + 8개 builder 인스턴스의 묶음이다.</a:t>
            </a:r>
            <a:endParaRPr lang="en-US" sz="1180" dirty="0"/>
          </a:p>
        </p:txBody>
      </p:sp>
      <p:sp>
        <p:nvSpPr>
          <p:cNvPr id="29" name="Shape 26"/>
          <p:cNvSpPr/>
          <p:nvPr/>
        </p:nvSpPr>
        <p:spPr>
          <a:xfrm>
            <a:off x="530352" y="4279392"/>
            <a:ext cx="11119104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94944" y="438912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 propagation in output side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94944" y="4672584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6384" y="4626864"/>
            <a:ext cx="10369296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tuser(0)은 tlast beat 에서만 의미 있으며, clean slice는 0 / degraded slice는 1 이다.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즉 final drain_done 의 faulted는 collect-side buffer bit -&gt; output-side tlast bit 로 요약된다.</a:t>
            </a:r>
            <a:endParaRPr lang="en-US" sz="1280" dirty="0"/>
          </a:p>
          <a:p>
            <a:pPr marL="127000" indent="-127000">
              <a:buSzPct val="100000"/>
              <a:buChar char="•"/>
            </a:pPr>
            <a:r>
              <a:rPr lang="en-US" sz="12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tlast faulted bit를 face_assembler 가 OR-fold 하여 row_done_faulted 로 격상시킨다.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tdc_gpx_face_assembler - row assembly FSM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chip을 chip0-&gt;1-&gt;2-&gt;3 strict order 로 스캔하고, timeout / overrun 시 blank-fill 로 줄 길이를 보존한다.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face_assembler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6821424" cy="3785616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4-state FSM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649224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fsm_face_assemb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15260"/>
            <a:ext cx="6364224" cy="161696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3639312"/>
            <a:ext cx="6345936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3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ST_SCAN: 현재 next_chip 을 strict in-order 로 검사</a:t>
            </a:r>
            <a:endParaRPr lang="en-US" sz="1230" dirty="0"/>
          </a:p>
          <a:p>
            <a:pPr marL="127000" indent="-127000">
              <a:buSzPct val="100000"/>
              <a:buChar char="•"/>
            </a:pPr>
            <a:r>
              <a:rPr lang="en-US" sz="123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ST_RESOLVE: 마지막 chip 인지 한 사이클에 판정</a:t>
            </a:r>
            <a:endParaRPr lang="en-US" sz="1230" dirty="0"/>
          </a:p>
          <a:p>
            <a:pPr marL="127000" indent="-127000">
              <a:buSzPct val="100000"/>
              <a:buChar char="•"/>
            </a:pPr>
            <a:r>
              <a:rPr lang="en-US" sz="123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ST_FORWARD: 실제 chip data 또는 blank cell 을 연속 출력</a:t>
            </a:r>
            <a:endParaRPr lang="en-US" sz="1230" dirty="0"/>
          </a:p>
          <a:p>
            <a:pPr marL="127000" indent="-127000">
              <a:buSzPct val="100000"/>
              <a:buChar char="•"/>
            </a:pPr>
            <a:r>
              <a:rPr lang="en-US" sz="123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 overrun 이 오면 현재 row를 blank-fill 로 끝까지 완성한 뒤 다음 shot 을 pending 한다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7589520" y="1115568"/>
            <a:ext cx="405993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54112" y="122529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fault semantics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754112" y="1508760"/>
            <a:ext cx="3730752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0688" y="1481328"/>
            <a:ext cx="356616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active mask -&gt; 즉시 row_done_faulted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blank-fill or partial chip -&gt; row_done_faulted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 tlast 의 faulted bit를 pending mask로 모아 row 종료 시 OR-fold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7589520" y="3273552"/>
            <a:ext cx="4059936" cy="3236976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54112" y="338328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/ output FIFOs and ordering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754112" y="3666744"/>
            <a:ext cx="3730752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02752" y="35844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xpm_fifo_axis input FIFOs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7827264" y="382219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27264" y="3867912"/>
            <a:ext cx="69494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668512" y="382219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68512" y="3867912"/>
            <a:ext cx="69494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chip1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509760" y="382219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09760" y="3867912"/>
            <a:ext cx="69494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chip2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351008" y="3822192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351008" y="3867912"/>
            <a:ext cx="69494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chip3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308592" y="4700016"/>
            <a:ext cx="1133856" cy="310896"/>
          </a:xfrm>
          <a:prstGeom prst="roundRect">
            <a:avLst>
              <a:gd name="adj" fmla="val 14706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08592" y="4745736"/>
            <a:ext cx="113385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ST_FORWARD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1045952" y="470001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045952" y="4745736"/>
            <a:ext cx="3108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156448" y="4187952"/>
            <a:ext cx="1133856" cy="658368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0460736" y="4855464"/>
            <a:ext cx="566928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6" name="Text 33"/>
          <p:cNvSpPr/>
          <p:nvPr/>
        </p:nvSpPr>
        <p:spPr>
          <a:xfrm>
            <a:off x="7827264" y="543153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chip별 FIFO를 두더라도 forward 순서는 고정되어 있다.</a:t>
            </a:r>
            <a:endParaRPr lang="en-US" sz="11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face_seq / header_inserter / output_stage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 accept, frame pacing, 48B prefix 삽입, rise/fall 두 개 slope path를 한 장에서 정리했다.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-&gt; frame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3529584" cy="290779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tdc_gpx_face_seq · 3-state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320040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fsm_face_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62251"/>
            <a:ext cx="3090672" cy="69885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8096" y="2706624"/>
            <a:ext cx="292608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ST_IDLE: cmd_start accept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ST_WAIT_SHOT: 첫 shot_start 대기</a:t>
            </a:r>
            <a:endParaRPr lang="en-US" sz="1180" dirty="0"/>
          </a:p>
          <a:p>
            <a:pPr marL="127000" indent="-127000">
              <a:buSzPct val="100000"/>
              <a:buChar char="•"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ST_IN_FACE: cols_per_face 만큼 row 진행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4315968" y="1115568"/>
            <a:ext cx="3767328" cy="290779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80560" y="122529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output_stage (explicit FSM 없음)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480560" y="1508760"/>
            <a:ext cx="3438144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90288" y="1682496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1728216"/>
            <a:ext cx="87782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rise face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14416" y="1682496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14416" y="1728216"/>
            <a:ext cx="87782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rise fifo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38544" y="1682496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38544" y="1728216"/>
            <a:ext cx="91440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rise hdr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68112" y="1828800"/>
            <a:ext cx="128016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492240" y="1828800"/>
            <a:ext cx="128016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590288" y="226771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90288" y="2313432"/>
            <a:ext cx="87782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face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14416" y="226771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14416" y="2313432"/>
            <a:ext cx="877824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fifo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38544" y="226771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38544" y="2313432"/>
            <a:ext cx="91440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hdr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68112" y="2414016"/>
            <a:ext cx="128016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6492240" y="2414016"/>
            <a:ext cx="128016" cy="0"/>
          </a:xfrm>
          <a:prstGeom prst="line">
            <a:avLst/>
          </a:prstGeom>
          <a:noFill/>
          <a:ln w="17780">
            <a:solidFill>
              <a:srgbClr val="173B6C"/>
            </a:solidFill>
            <a:prstDash val="solid"/>
            <a:headEnd type="non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4590288" y="2798064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output_stage 는 wrapper이며 자체 enum FSM은 없다. 두 slope에 대해 face_assembler + FIFO + header_inserter 를 병렬로 둔다.</a:t>
            </a:r>
            <a:endParaRPr lang="en-US" sz="1180" dirty="0"/>
          </a:p>
        </p:txBody>
      </p:sp>
      <p:sp>
        <p:nvSpPr>
          <p:cNvPr id="34" name="Shape 31"/>
          <p:cNvSpPr/>
          <p:nvPr/>
        </p:nvSpPr>
        <p:spPr>
          <a:xfrm>
            <a:off x="8339328" y="1115568"/>
            <a:ext cx="3310128" cy="290779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503920" y="1225296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tdc_gpx_header_inserter · 5-state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8503920" y="1508760"/>
            <a:ext cx="2980944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37" name="Image 1" descr="/mnt/data/tdc_ppt_build/diagrams/fsm_header_inser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1659613"/>
            <a:ext cx="2889504" cy="79557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540496" y="2706624"/>
            <a:ext cx="274320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ST_PREFIX: 48B header prefix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ST_DATA: face row pass-through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ST_DRAIN_LAST / ST_ABORT_DRAIN: sink 정체 시 watchdog으로 liveness 보장</a:t>
            </a:r>
            <a:endParaRPr lang="en-US" sz="1160" dirty="0"/>
          </a:p>
        </p:txBody>
      </p:sp>
      <p:sp>
        <p:nvSpPr>
          <p:cNvPr id="39" name="Shape 35"/>
          <p:cNvSpPr/>
          <p:nvPr/>
        </p:nvSpPr>
        <p:spPr>
          <a:xfrm>
            <a:off x="530352" y="4242816"/>
            <a:ext cx="11119104" cy="2267712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694944" y="435254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frame-level meaning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694944" y="4636008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86384" y="4608576"/>
            <a:ext cx="7900416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27000" indent="-127000">
              <a:buSzPct val="100000"/>
              <a:buChar char="•"/>
            </a:pPr>
            <a:r>
              <a:rPr lang="en-US" sz="12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face_seq 가 line cadence를 결정하고 output_stage는 rise/fall 두 slope 경로를 유지한다.</a:t>
            </a:r>
            <a:endParaRPr lang="en-US" sz="1260" dirty="0"/>
          </a:p>
          <a:p>
            <a:pPr marL="127000" indent="-127000">
              <a:buSzPct val="100000"/>
              <a:buChar char="•"/>
            </a:pPr>
            <a:r>
              <a:rPr lang="en-US" sz="12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header_inserter 는 face_start 때만 prefix를 넣고, 이후 row beat는 원형 그대로 흘려 보낸다.</a:t>
            </a:r>
            <a:endParaRPr lang="en-US" sz="1260" dirty="0"/>
          </a:p>
          <a:p>
            <a:pPr marL="127000" indent="-127000">
              <a:buSzPct val="100000"/>
              <a:buChar char="•"/>
            </a:pPr>
            <a:r>
              <a:rPr lang="en-US" sz="12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결국 frame 경계는 face_seq, row 경계는 face_assembler, prefix 경계는 header_inserter 가 각각 맡는다.</a:t>
            </a:r>
            <a:endParaRPr lang="en-US" sz="1260" dirty="0"/>
          </a:p>
        </p:txBody>
      </p:sp>
      <p:sp>
        <p:nvSpPr>
          <p:cNvPr id="43" name="Shape 39"/>
          <p:cNvSpPr/>
          <p:nvPr/>
        </p:nvSpPr>
        <p:spPr>
          <a:xfrm>
            <a:off x="8924544" y="4736592"/>
            <a:ext cx="11704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73B6C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40"/>
          <p:cNvSpPr/>
          <p:nvPr/>
        </p:nvSpPr>
        <p:spPr>
          <a:xfrm>
            <a:off x="9034272" y="48097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 B</a:t>
            </a:r>
            <a:endParaRPr lang="en-US" sz="2200" dirty="0"/>
          </a:p>
        </p:txBody>
      </p:sp>
      <p:sp>
        <p:nvSpPr>
          <p:cNvPr id="45" name="Text 41"/>
          <p:cNvSpPr/>
          <p:nvPr/>
        </p:nvSpPr>
        <p:spPr>
          <a:xfrm>
            <a:off x="9034272" y="5120640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prefix</a:t>
            </a:r>
            <a:endParaRPr lang="en-US" sz="1080" dirty="0"/>
          </a:p>
        </p:txBody>
      </p:sp>
      <p:sp>
        <p:nvSpPr>
          <p:cNvPr id="46" name="Shape 42"/>
          <p:cNvSpPr/>
          <p:nvPr/>
        </p:nvSpPr>
        <p:spPr>
          <a:xfrm>
            <a:off x="10204704" y="4736592"/>
            <a:ext cx="11704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Text 43"/>
          <p:cNvSpPr/>
          <p:nvPr/>
        </p:nvSpPr>
        <p:spPr>
          <a:xfrm>
            <a:off x="10314432" y="48097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2x</a:t>
            </a:r>
            <a:endParaRPr lang="en-US" sz="2200" dirty="0"/>
          </a:p>
        </p:txBody>
      </p:sp>
      <p:sp>
        <p:nvSpPr>
          <p:cNvPr id="48" name="Text 44"/>
          <p:cNvSpPr/>
          <p:nvPr/>
        </p:nvSpPr>
        <p:spPr>
          <a:xfrm>
            <a:off x="10314432" y="5120640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slope paths</a:t>
            </a:r>
            <a:endParaRPr lang="en-US" sz="1080" dirty="0"/>
          </a:p>
        </p:txBody>
      </p:sp>
      <p:sp>
        <p:nvSpPr>
          <p:cNvPr id="49" name="Shape 45"/>
          <p:cNvSpPr/>
          <p:nvPr/>
        </p:nvSpPr>
        <p:spPr>
          <a:xfrm>
            <a:off x="8924544" y="5596128"/>
            <a:ext cx="11704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9034272" y="566928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200" dirty="0"/>
          </a:p>
        </p:txBody>
      </p:sp>
      <p:sp>
        <p:nvSpPr>
          <p:cNvPr id="51" name="Text 47"/>
          <p:cNvSpPr/>
          <p:nvPr/>
        </p:nvSpPr>
        <p:spPr>
          <a:xfrm>
            <a:off x="9034272" y="598017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post-face FIFO</a:t>
            </a:r>
            <a:endParaRPr lang="en-US" sz="1080" dirty="0"/>
          </a:p>
        </p:txBody>
      </p:sp>
      <p:sp>
        <p:nvSpPr>
          <p:cNvPr id="52" name="Shape 48"/>
          <p:cNvSpPr/>
          <p:nvPr/>
        </p:nvSpPr>
        <p:spPr>
          <a:xfrm>
            <a:off x="10204704" y="5596128"/>
            <a:ext cx="11704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Text 49"/>
          <p:cNvSpPr/>
          <p:nvPr/>
        </p:nvSpPr>
        <p:spPr>
          <a:xfrm>
            <a:off x="10314432" y="566928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</a:t>
            </a:r>
            <a:endParaRPr lang="en-US" sz="2200" dirty="0"/>
          </a:p>
        </p:txBody>
      </p:sp>
      <p:sp>
        <p:nvSpPr>
          <p:cNvPr id="54" name="Text 50"/>
          <p:cNvSpPr/>
          <p:nvPr/>
        </p:nvSpPr>
        <p:spPr>
          <a:xfrm>
            <a:off x="10314432" y="598017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-&gt; frame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shot 기준 시간축에서 본 FSM 상관관계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모듈별 상태도를 따로 보는 대신, 한 번의 shot 이 지나갈 때 어떤 상태 handoff 가 이어지는지 수평 시간축으로 다시 묶었다.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173B6C"/>
          </a:solidFill>
          <a:ln w="10160">
            <a:solidFill>
              <a:srgbClr val="173B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 timeline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11119104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one-shot lifecycle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shot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759325"/>
            <a:ext cx="10698480" cy="119304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30352" y="5650992"/>
            <a:ext cx="1111910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4944" y="576072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해석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4944" y="6044184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614476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실질적인 상위 상태기계는 drain_done, shot_start, tlast, row_done 같은 교차 이벤트로 형성된다. 즉 각 FSM은 독립적이지만, shot 경계에서는 서로의 완료 신호가 다음 FSM의 입력 조건이 된다.</a:t>
            </a:r>
            <a:endParaRPr lang="en-US" sz="11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fault / sticky / observability propagation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상태도의 상관관계는 “정상 경로”뿐 아니라, fault 비트가 어디서 생겨 어디서 row / frame 의미로 격상되는지로도 읽어야 한다.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9631375" y="274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31375" y="31089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TDC-GPX Controller FSM Atlas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1460175" y="6528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11119104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225296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 escalation map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" y="1508760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pic>
        <p:nvPicPr>
          <p:cNvPr id="12" name="Image 0" descr="/mnt/data/tdc_ppt_build/diagrams/fault_propa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98934"/>
            <a:ext cx="10698480" cy="371382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30352" y="5650992"/>
            <a:ext cx="1111910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4944" y="576072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관찰 포인트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4944" y="6044184"/>
            <a:ext cx="10789920" cy="0"/>
          </a:xfrm>
          <a:prstGeom prst="line">
            <a:avLst/>
          </a:prstGeom>
          <a:noFill/>
          <a:ln w="1143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6144768"/>
            <a:ext cx="10625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253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fault는 가장 이른 시점에는 chip_run / stop_cfg_decode / cell_builder / header_inserter 에서 발생하지만, SW가 최종적으로 보는 의미는 row_done_faulted 와 status_agg sticky 조합이다. 즉 마지막 단계는 “어느 FSM에서 fault가 생겼는가”보다 “어느 레벨에서 의미가 확정되는가”이다.</a:t>
            </a:r>
            <a:endParaRPr lang="en-US" sz="1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4298</Words>
  <Application>Microsoft Office PowerPoint</Application>
  <PresentationFormat>와이드스크린</PresentationFormat>
  <Paragraphs>395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TDC-GPX controller FSM atlas</dc:title>
  <dc:subject>TDC-GPX controller FSM atlas</dc:subject>
  <dc:creator>OpenAI</dc:creator>
  <cp:lastModifiedBy>하늘 정</cp:lastModifiedBy>
  <cp:revision>2</cp:revision>
  <dcterms:created xsi:type="dcterms:W3CDTF">2026-04-20T04:43:34Z</dcterms:created>
  <dcterms:modified xsi:type="dcterms:W3CDTF">2026-04-28T07:47:27Z</dcterms:modified>
</cp:coreProperties>
</file>