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4572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 &amp; CODE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 운용 개념 보강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코드 결함 검토 보고서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PPT(구조 / 타이밍 / 메모리 / 데이터 흐름) 두 편이 다루지 않은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 lifecycle · face_seq 시퀀스 · 오류·복구 · 거리 use case · CSR 운용 모델 · SIM 모드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코드 내부의 부실 항목(죽은 코드, deprecated 포트, 임시 패치, 하드코드)을 정리한다.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212080"/>
            <a:ext cx="265176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5285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Lifecycle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56692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boot → cfg → start →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 → frame → clear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0" y="5212080"/>
            <a:ext cx="265176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5285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Coordination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56692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 · cmd_arb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chip_run · err_handler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5212080"/>
            <a:ext cx="265176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5285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56692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rise/fall, abort,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backpressure, SIM mode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326880" y="5212080"/>
            <a:ext cx="265176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64040" y="5285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Review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64040" y="56692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dead code, hardcodes,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R4a hack, known issues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656539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code basis · 2026-04-28 · branch main · grounded by file:line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Coverage map · 무엇이 비어 있었는가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310896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PPT 두 편이 다루는 영역과 본 PPT가 보강하는 영역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두 편 (이미 다룸)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63640" y="960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보강 PPT (이번에 추가)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371600"/>
            <a:ext cx="54864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371600"/>
            <a:ext cx="91440" cy="4937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08760"/>
            <a:ext cx="52120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4 cluster 구조 + face_seq + status_agg 골격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Clock domain (i_axis_aclk · i_tdc_clk · s_axi_aclk)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datasheet bus timing (tS-AD / tPW-RL / tV-DR)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decode_pipe 정형 (raw word → event → hit_seq)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cell_builder dual-buffer + max_hits cell layout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face_assembler row build / blank-fill / strict in-order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header_inserter 48B prefix · line / frame metadata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메모리 인벤토리 (Hit FIFO · IFIFO · cell_builder · FIFO들)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Latency / throughput 견적 (32b vs 64b)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Ownership 변환 단계 (chip → AXIS → row → line)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4864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371600"/>
            <a:ext cx="91440" cy="4937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508760"/>
            <a:ext cx="52120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시스템 lifecycle (boot → cmd_start → shot → clear)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chip_init 9-state FSM 운용 흐름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face_seq FSM + cmd_start acceptance · cfg snapshot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shot 트리거 chain (raw → edge → packet_start)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rise / fall slope 비대칭 운용 (primary / secondary)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거리 use case 별 max_range_clks 윈도우 표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err_handler 분류·복구 (FSM / debounce / retry)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STATUS 레지스터 (STAT5 / 6 / 7) clear semantic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backpressure &amp; abort 전파 경로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⑩ SIM 모드 운용 (motor / echo / laser 협조)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⑪ Code review : dead code / deprecated 포트 / R4a 패치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⑫ Code review : 하드코드 watchdog / known_issues 잔여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6583680"/>
            <a:ext cx="11384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66019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 — Operation &amp; Code Review · Doc/tdc_gpx_module_structure_*.pptx + tdc_gpx_timing_dataflow_*.pptx 와 비교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6019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Boot → Configuration → Measurement loop → Frame emit → Clear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310896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운용 lifecycle 한장 요약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82880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97280"/>
            <a:ext cx="182880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12471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 POWER-ON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16824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i_axis_aresetn 동기화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xpm_cdc_async_rst → s_tdc_aresetn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31720" y="1097280"/>
            <a:ext cx="182880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1720" y="1097280"/>
            <a:ext cx="182880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112471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CFG WRITE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23160" y="1417320"/>
            <a:ext cx="16824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CFG_IMAGE[0..15]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BUS_TIMING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START_OFF1 / CFG_REG7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SCAN_TIMEOUT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51960" y="1097280"/>
            <a:ext cx="182880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51960" y="1097280"/>
            <a:ext cx="182880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25112" y="112471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cmd_cfg_write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43400" y="1417320"/>
            <a:ext cx="16824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MAIN_CTRL[31] pulse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cmd_arb dispatch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chip_init x4 (cfg-only)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busy 폴링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72200" y="1097280"/>
            <a:ext cx="182880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097280"/>
            <a:ext cx="182880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5352" y="112471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cmd_start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1417320"/>
            <a:ext cx="16824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MAIN_CTRL[28] pulse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 geometry validate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ST_IDLE → ST_WAIT_SHOT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92440" y="1097280"/>
            <a:ext cx="182880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1097280"/>
            <a:ext cx="182880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65592" y="112471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SHOT LOOP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83880" y="1417320"/>
            <a:ext cx="16824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i_shot_start_raw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packet_start (face)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ARMED→CAPTURE→DRAIN→ALU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row → header → VDMA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012680" y="1097280"/>
            <a:ext cx="182880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F0A5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12680" y="1097280"/>
            <a:ext cx="1828800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85832" y="112471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CLEAR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104120" y="1417320"/>
            <a:ext cx="16824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frame_done_both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face_id++ / frame_id++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err_soft_clear (sticky)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cmd_stop / soft_reset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40280" y="1938528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160520" y="1938528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080760" y="1938528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001000" y="1938528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921240" y="1938528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11480" y="3108960"/>
            <a:ext cx="11384280" cy="1554480"/>
          </a:xfrm>
          <a:prstGeom prst="rect">
            <a:avLst/>
          </a:prstGeom>
          <a:solidFill>
            <a:srgbClr val="EEF2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200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MEASUREMENT LOOP — shot 단위 (4단계 반복)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94360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(a) shot_start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" y="388620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edge-detected i_shot_start_raw → s_shot_raw_pulse → packet_start_r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520440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(b) per-chip ARMED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520440" y="388620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shot_start_per_chip[i] = shot_start_gated AND face_active_mask(i)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46520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(c) CAPTURE → DRAIN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46520" y="388620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range_active 동안 stop hit accept → IrFlag → IFIFO drain → ALU pulse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372600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(d) row build / emit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372600" y="388620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cell_builder ping-pong → face_assembler in-order → header → VDMA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11480" y="493776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501091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분기 — err_handler 자동 복구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" y="5321808"/>
            <a:ext cx="5394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ErrFlag(debounce) → Reg12 read → 분류 → 칩 soft_reset →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 경계 동기 → 정상 복귀.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g_MAX_RETRIES(3) 초과 시 err_fatal sticky → SW가 err_soft_clear.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17920" y="493776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501091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 / 재구성 분기 — SW 명령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355080" y="5321808"/>
            <a:ext cx="5394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cmd_stop : ARMED·IN_FACE에서 즉시 ST_IDLE, pending start 폐기.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cmd_soft_reset : 모든 FSM IDLE 복귀, cfg는 유지.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force_reinit (CTL2[0]) : PH_RESP_DRAIN quarantine 탈출 (단발).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11480" y="6583680"/>
            <a:ext cx="11384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66019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 — Operation &amp; Code Review · register_map.md · face_seq.vhd · err_handler.vhd · chip_init.vhd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972800" y="66019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CSR write · 폴링 조건 · 검증 절차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310896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 부팅·구성 운용 시퀀스 — register_map 기준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5852160" cy="5440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09728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부팅 시퀀스 (csr_pipeline + csr_chip)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6362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24712" y="14904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CFG_IMAGE[0..15] write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24712" y="17282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csr_chip 0x14 ~ 0x50, 16 × 32b TDC 칩 레지스터 미러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2075688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3055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24712" y="20574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BUS_TIMING write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24712" y="22951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csr_chip 0x04 — bus_clk_div / bus_ticks / reg_target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2642616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974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24712" y="26243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START_OFF1 / CFG_REG7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24712" y="28620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0x0C, 0x10 — 칩-side 상수 보정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" y="3209544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26440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24712" y="319125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SCAN_TIMEOUT write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24712" y="3429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0x54 — max_scan_clks · max_hits_cfg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" y="3776472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83133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24712" y="37581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MAIN_CTRL[31]=cmd_cfg_write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24712" y="39959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csr_pipeline 0x00, edge-detected 1-cycle pulse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360" y="434340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39826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24712" y="43251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STATUS.busy 폴링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24712" y="45628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0x54[0] = 0 까지 대기 (chip_init 9-state 완료)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" y="4910328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96519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24712" y="4892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RANGE_COLS write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24712" y="51297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csr_pipeline 0x04 — max_range_clks / cols_per_face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4360" y="5477256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553212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24712" y="54589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MAIN_CTRL[28]=cmd_start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24712" y="569671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csr_pipeline 0x00 — face_seq 시작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46520" y="1005840"/>
            <a:ext cx="534924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109728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SW 운용 contract — 이 약속이 깨지면 silent fail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583680" y="1417320"/>
            <a:ext cx="5074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(1) CFG / CFG_IMAGE 는 2-FF 동기 + ASYNC_REG 만 사용 — handshake 아님.
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bundle 원자성은 SW가 ‘값 안정 → ≥4 cycle 대기 → 명령 pulse’ 순서로 보장.
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(2) reg-access bundle (cmd_reg_addr+wdata) 만 xpm_cdc_handshake.
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(3) 명령 pulse는 edge-detect — level 유지하면 1 회만 trigger.
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(4) cmd_cfg_write는 cmd_arb queue 1-depth — busy 중 추가요청은
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o_cfg_write_coalesced sticky로 묻힘 (chip_init L72).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46520" y="3749040"/>
            <a:ext cx="534924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384048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chip_init 가 칩에 강제하는 상태 (9-state per chip)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611112" y="4160520"/>
            <a:ext cx="502005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ST_POWERUP        — puresn = '0', stopdis = '0', g_POWERUP_CLKS(48) 대기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ST_PU_RELEASE     — puresn = '1' 출력 (전력 안정 표시)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ST_STOPDIS_HIGH   — stopdis = '1' (master reset 동안 stop 차단)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ST_CFG_WRITE      — Reg0..Reg15 11회 burst write (Reg14[4]=0 강제)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ST_CFG_WR_WAIT    — 16-bit watchdog (응답 timeout시 stopdis = '0' 안전)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ST_MASTER_RESET   — Reg4[22]=1 master reset pulse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ST_MR_WAIT        — 16-bit watchdog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ST_RECOVERY       — g_RECOVERY_CLKS(8) 대기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ST_STOPDIS_LOW    — stopdis = '0', o_done 1-cycle pulse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11480" y="6583680"/>
            <a:ext cx="11384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66019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 — Operation &amp; Code Review · register_map.md L156–164 · tdc_gpx_chip_init.vhd L1–94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972800" y="66019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SW pulse → 4 chip parallel dispatch · 충돌 회피 · queue depth=1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310896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칩 명령 조정 — cmd_arb · chip_init · 동시성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113842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cmd_arb : SW 한 번 누르면 4 칩 모두에게 동시에 보낸다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54480"/>
            <a:ext cx="2194560" cy="1783080"/>
          </a:xfrm>
          <a:prstGeom prst="rect">
            <a:avLst/>
          </a:prstGeom>
          <a:solidFill>
            <a:srgbClr val="EEF2F7"/>
          </a:solidFill>
          <a:ln w="1016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276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csr_pipeline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csr_chip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cmd_start, cmd_stop
</a:t>
            </a:r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cmd_soft_reset
</a:t>
            </a:r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cmd_cfg_write
</a:t>
            </a:r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reg_read / write
</a:t>
            </a:r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force_reinit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err_soft_clear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34640" y="2423160"/>
            <a:ext cx="457200" cy="0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37560" y="1554480"/>
            <a:ext cx="2926080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627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cmd_arb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cmd_start → 4-chip parallel dispatch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cmd_cfg_write : queue depth=1 / chip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reg-access overlap → reg_rejected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mask=0000 시 reg_zero_mask sticky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reg_timeout_mask (STAT7[3:0])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done_pulse → IRQ (1-clk)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9360" y="2423160"/>
            <a:ext cx="457200" cy="0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12280" y="1554480"/>
            <a:ext cx="4937760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6276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chip_init / chip_run / chip_reg / err_handler  ×4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2011680"/>
            <a:ext cx="1097280" cy="1234440"/>
          </a:xfrm>
          <a:prstGeom prst="rect">
            <a:avLst/>
          </a:prstGeom>
          <a:solidFill>
            <a:srgbClr val="EEF2F7"/>
          </a:solidFill>
          <a:ln w="762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20482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 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03720" y="23317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10728" y="2011680"/>
            <a:ext cx="1097280" cy="1234440"/>
          </a:xfrm>
          <a:prstGeom prst="rect">
            <a:avLst/>
          </a:prstGeom>
          <a:solidFill>
            <a:srgbClr val="EEF2F7"/>
          </a:solidFill>
          <a:ln w="762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0728" y="20482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10728" y="23317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17736" y="2011680"/>
            <a:ext cx="1097280" cy="1234440"/>
          </a:xfrm>
          <a:prstGeom prst="rect">
            <a:avLst/>
          </a:prstGeom>
          <a:solidFill>
            <a:srgbClr val="EEF2F7"/>
          </a:solidFill>
          <a:ln w="762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17736" y="20482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 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17736" y="23317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524744" y="2011680"/>
            <a:ext cx="1097280" cy="1234440"/>
          </a:xfrm>
          <a:prstGeom prst="rect">
            <a:avLst/>
          </a:prstGeom>
          <a:solidFill>
            <a:srgbClr val="EEF2F7"/>
          </a:solidFill>
          <a:ln w="762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24744" y="20482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524744" y="23317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3749040"/>
            <a:ext cx="557784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822192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실행이 보장되는 항목 / 안 되는 항목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4160520"/>
            <a:ext cx="5349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cmd_start / cmd_stop / cmd_soft_reset → 4 칩 동시 dispatch.
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cmd_cfg_write → mask 비트로 동시 dispatch (queue depth=1/칩).
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init / err / cfg_write 충돌 → busy 상태 우선, 늦게 온 cfg_write는
  새 snapshot으로 coalesce, sticky o_cfg_write_coalesced 통보.
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reg-access (read/write) overlap → cmd_arb 거부, reg_rejected sticky.
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active_chip_mask = 0000 reg request → reg_zero_mask sticky.
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chip_init 진행 중 cmd_start → face_seq 가 reject + cfg_rejected.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3749040"/>
            <a:ext cx="557784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3822192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— STAT5 / STAT6 / STAT7 으로 보는 dispatch 결과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7648" y="4187952"/>
          <a:ext cx="5413248" cy="2194560"/>
        </p:xfrm>
        <a:graphic>
          <a:graphicData uri="http://schemas.openxmlformats.org/drawingml/2006/table">
            <a:tbl>
              <a:tblPr/>
              <a:tblGrid>
                <a:gridCol w="1783080"/>
                <a:gridCol w="1325880"/>
                <a:gridCol w="2304288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 비트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STATUS.busy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STAT5[0]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FSM이라도 비-IDLE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chip_error_mask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STAT5[7:4]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 칩 에러 (level)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err_fatal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STAT5[2]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retry exhausted (sticky)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reg_rejected / reg_zero_mask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STAT6[1] / [2]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cmd_arb 거부 (sticky)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err_reg_overflow_mask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STAT6[27:24]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chip_reg 3rd-pulse queue overflow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reg_timeout_mask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STAT7[3:0]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per-chip reg transaction timeout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run_timeout_cause_last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STAT7[10:8]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last drain timeout 원인 (3-bit)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" name="Shape 33"/>
          <p:cNvSpPr/>
          <p:nvPr/>
        </p:nvSpPr>
        <p:spPr>
          <a:xfrm>
            <a:off x="411480" y="6583680"/>
            <a:ext cx="11384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11480" y="66019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 — Operation &amp; Code Review · tdc_gpx_cmd_arb.vhd · register_map.md STAT5/6/7 · known_issues.md Cat C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972800" y="66019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ST_IDLE → ST_WAIT_SHOT → ST_IN_FACE 의 의미와 전이 조건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310896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 운용 — cmd_start acceptance · face/frame ID · cfg snapshot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640080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7899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 FSM (3-state) + 핵심 entry / exit 조건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2148840"/>
            <a:ext cx="1691640" cy="868680"/>
          </a:xfrm>
          <a:prstGeom prst="roundRect">
            <a:avLst>
              <a:gd name="adj" fmla="val 1263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414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ST_IDLE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80360" y="2148840"/>
            <a:ext cx="1691640" cy="868680"/>
          </a:xfrm>
          <a:prstGeom prst="roundRect">
            <a:avLst>
              <a:gd name="adj" fmla="val 1263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24414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ST_WAIT_SHOT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83480" y="2148840"/>
            <a:ext cx="1691640" cy="868680"/>
          </a:xfrm>
          <a:prstGeom prst="roundRect">
            <a:avLst>
              <a:gd name="adj" fmla="val 1263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4414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ST_IN_FACE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68880" y="2587752"/>
            <a:ext cx="41148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0" y="2587752"/>
            <a:ext cx="41148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240280" y="1691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cmd_start ∧ valid_cfg ∧ pipeline_idle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cmd_start_accepted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43400" y="1691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packet_start_r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(shot edge captured)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286000" y="3154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51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frame_done_both → face_id++ / frame_id++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751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cmd_stop / abort → ST_IDLE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60720" y="3108960"/>
            <a:ext cx="0" cy="502920"/>
          </a:xfrm>
          <a:prstGeom prst="line">
            <a:avLst/>
          </a:prstGeom>
          <a:noFill/>
          <a:ln w="19050">
            <a:solidFill>
              <a:srgbClr val="C751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91640" y="3611880"/>
            <a:ext cx="4069080" cy="0"/>
          </a:xfrm>
          <a:prstGeom prst="line">
            <a:avLst/>
          </a:prstGeom>
          <a:noFill/>
          <a:ln w="19050">
            <a:solidFill>
              <a:srgbClr val="C7514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691640" y="3108960"/>
            <a:ext cx="0" cy="502920"/>
          </a:xfrm>
          <a:prstGeom prst="line">
            <a:avLst/>
          </a:prstGeom>
          <a:noFill/>
          <a:ln w="19050">
            <a:solidFill>
              <a:srgbClr val="C751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1005840"/>
            <a:ext cx="480060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107899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cmd_start acceptance 검증 규칙 (face_seq.vhd:222–245)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14032" y="1417320"/>
            <a:ext cx="46177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Geometry validation (config 거부 → cfg_rejected pulse)
</a:t>
            </a:r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active_chip_mask = 0000        → reject
</a:t>
            </a:r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stops_per_chip &lt; 2  or  &gt; 8    → reject
</a:t>
            </a:r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cols_per_face &lt; 1               → reject
</a:t>
            </a:r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n_faces = 0                      → reject
</a:t>
            </a:r>
            <a:pPr indent="0" marL="0">
              <a:buNone/>
            </a:pPr>
            <a:r>
              <a:rPr lang="en-US" sz="92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 idle 검사 (10조건 AND)
</a:t>
            </a:r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chip_busy=0  reg_outstanding=0
</a:t>
            </a:r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face_asm_idle (rise+fall)
</a:t>
            </a:r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hdr_idle (rise+fall)
</a:t>
            </a:r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face_*tvalid = 0  m_axis_*tvalid = 0
</a:t>
            </a:r>
            <a:pPr indent="0" marL="0">
              <a:buNone/>
            </a:pPr>
            <a:r>
              <a:rPr lang="en-US" sz="92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Pending latch (R5)
</a:t>
            </a:r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busy 시 pulse를 latch → 매 IDLE 사이클 재시도.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cmd_stop / abort 가 오면 폐기 (silent loss 방지).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11480" y="4434840"/>
            <a:ext cx="113842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50799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 snapshot — 'face 경계에서만 구성 freeze'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846320"/>
            <a:ext cx="3657600" cy="1508760"/>
          </a:xfrm>
          <a:prstGeom prst="rect">
            <a:avLst/>
          </a:prstGeom>
          <a:solidFill>
            <a:srgbClr val="EEF2F7"/>
          </a:solidFill>
          <a:ln w="762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9011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i_cfg (live)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52120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csr_pipeline + csr_chip 가 매 cycle 반영하는 live 구성. SW가 측정 중에 임의로 바꿔도 진행 중인 frame은 영향을 안 받는다.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89120" y="4846320"/>
            <a:ext cx="3657600" cy="1508760"/>
          </a:xfrm>
          <a:prstGeom prst="rect">
            <a:avLst/>
          </a:prstGeom>
          <a:solidFill>
            <a:srgbClr val="EEF2F7"/>
          </a:solidFill>
          <a:ln w="762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49011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s_cfg_face_r (snapshot)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80560" y="52120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packet_start_r 1-clk pulse 시점에 i_cfg 전체를 한번 latch. ST_IN_FACE 동안 header_inserter / output_stage 가 이걸 사용.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229600" y="4846320"/>
            <a:ext cx="3657600" cy="1508760"/>
          </a:xfrm>
          <a:prstGeom prst="rect">
            <a:avLst/>
          </a:prstGeom>
          <a:solidFill>
            <a:srgbClr val="EEF2F7"/>
          </a:solidFill>
          <a:ln w="762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49011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t_cfg_image (per-chip mirror)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21040" y="52120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 칩 Reg0..15 의 SW shadow. cmd_cfg_write 시 chip_init 가 이 값을 11회 burst write 로 칩에 기록.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6583680"/>
            <a:ext cx="11384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66019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 — Operation &amp; Code Review · tdc_gpx_face_seq.vhd:185–377 · known_issues.md (clamp vs reject 정책)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6019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level → edge pulse → packet_start → per-chip gate → primary/secondary slope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310896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 트리거 chain · rise / fall 비대칭 운용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113842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7899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 트리거 — i_shot_start_raw 가 4 칩에 도달하는 경로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1031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08760"/>
            <a:ext cx="210312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laser_ctrl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18745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i_shot_start (1-clk pulse)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34640" y="1508760"/>
            <a:ext cx="21031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1508760"/>
            <a:ext cx="210312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1536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detect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26080" y="18745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p_shot_raw_edge → s_shot_raw_pulse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20640" y="1508760"/>
            <a:ext cx="21031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1508760"/>
            <a:ext cx="210312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1536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packet_start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12080" y="18745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ST_WAIT_SHOT + idle conditions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s_packet_start_r (registered, 1-cycle, glitch-free)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680960" y="1508760"/>
            <a:ext cx="21031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0" y="1508760"/>
            <a:ext cx="210312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1536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shot_pending → gated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0" y="18745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s_shot_pending_r → s_shot_start_gated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(closing/abort/stop kill)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149840" y="1508760"/>
            <a:ext cx="21031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49840" y="1508760"/>
            <a:ext cx="210312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95560" y="1536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per-chip gate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241280" y="18745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shot_start_per_chip[i] = gated AND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face_active_mask[i]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51760" y="2240280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937760" y="2240280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223760" y="2240280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784080" y="2240280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11480" y="3383280"/>
            <a:ext cx="55778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45643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 vs Fall slope — 운용상 비대칭 정책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3794760"/>
            <a:ext cx="5349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 (PRIMARY)
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Stop pulse count + timing 의 source-of-truth
  • 자기 자신만 valid해도 의미 있음 (단독 채널)
  • Rise abort 는 fall 까지 같이 죽임
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Fall (SECONDARY)
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Pulse-width verification 보조 채널 (선택적)
  • Fall-only abort 는 Rise를 죽이지 않음
  • frame_done_both 만 fall 완료를 기다림
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frame_abort_count
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→ 어느 쪽 abort든 +1 (R9 #14)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→ Rise/Fall 둘 다의 stream loss 가시화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7920" y="3383280"/>
            <a:ext cx="55778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345643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Abort 전파 정책 (face_seq.vhd:523–530)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7648" y="3822192"/>
          <a:ext cx="5413248" cy="1691640"/>
        </p:xfrm>
        <a:graphic>
          <a:graphicData uri="http://schemas.openxmlformats.org/drawingml/2006/table">
            <a:tbl>
              <a:tblPr/>
              <a:tblGrid>
                <a:gridCol w="2788920"/>
                <a:gridCol w="1307592"/>
                <a:gridCol w="1316736"/>
              </a:tblGrid>
              <a:tr h="281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trigger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abort_rise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abort_fall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i_face_abort (rise overrun)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i_face_fall_abort (fall overrun)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i_cmd_stop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i_cmd_soft_reset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VDMA backpressure (tready=0)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Text 35"/>
          <p:cNvSpPr/>
          <p:nvPr/>
        </p:nvSpPr>
        <p:spPr>
          <a:xfrm>
            <a:off x="6355080" y="5577840"/>
            <a:ext cx="5413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shot_start_gated / face_start_gated → rise-only 로 gating.
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비대칭은 #22 Sprint 3 의 의도된 정책 (known_issues.md Cat B-4).
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Reviewer 가 한쪽만 보면 비대칭처럼 보이지만, fall-only abort 는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 VDMA stream 을 그대로 살려둔다.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11480" y="6583680"/>
            <a:ext cx="11384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11480" y="66019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 — Operation &amp; Code Review · face_seq.vhd:469–650 · known_issues.md Cat B-4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972800" y="66019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/ 250 / 500 / 750 / 1000 m 측정 거리 ↔ chip_run drain 윈도우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310896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use case 별 운용 — max_range_clks 윈도우 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113842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7899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 식 — shot 윈도우는 거리에서 유도된다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T_window  =  max_range_clks × T_axis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(거리 왕복 시간, capture_active 동안 stop hit 수신)
</a:t>
            </a:r>
            <a:pPr indent="0" marL="0">
              <a:buNone/>
            </a:pPr>
            <a:r>
              <a:rPr lang="en-US" sz="1100" b="1" dirty="0">
                <a:solidFill>
                  <a:srgbClr val="C751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T_drain_cap  =  max_range_clks + g_DRAIN_MARGIN_CLKS(256)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(chip_run 7개 timeout cap, x"FFFF" saturation)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240280"/>
            <a:ext cx="113842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317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 : RANGE_COLS[15:0] = max_range_clks  ·  AXIS = 200 MHz (T = 5 ns) 가정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155680" cy="269748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1463040"/>
                <a:gridCol w="1554480"/>
                <a:gridCol w="1280160"/>
                <a:gridCol w="2377440"/>
                <a:gridCol w="2651760"/>
              </a:tblGrid>
              <a:tr h="4495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왕복 (m)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왕복 시간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(@c=3×10⁸)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max_range_clks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(200MHz)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drain cap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(+256)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shot wall-clock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(approx)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운용 메모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 m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0.667 µs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390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1 µs (capture+drain)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고해상도 / 짧은 ToF · 빠른 frame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250 m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1.667 µs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590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2 µs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중거리 표준 — drain margin 충분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 m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3.333 µs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667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4 µs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시뮬 설정 (G_MAX_RANGE_M=500)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750 m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5.000 µs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1256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6 µs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 ToF — face FIFO 깊이 검토 필요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1000 m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6.667 µs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1334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1590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7-8 µs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거리 — shot rate 한계 결정 요인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 함의 —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(1) max_range_clks = 0 은 "watchdog disable" 로 해석되어 chip_run 이 legacy x"FFFF" cap (≈327µs) 으로 fallback. 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(2) Drain margin 256 = 1.28 µs 는 bus roundtrip + ALU pulse + downstream backpressure jitter 흡수용. SW가 더 좁히려면 g_DRAIN_MARGIN_CLKS 줄여야 함. 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(3) 1 shot wall-clock 은 chip_run 4개가 병렬이라 "4× drain" 이 아니라 1× drain ≈ output serialization 으로 결정. 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(4) shot rate 상한 ≈ 1 / (T_window + T_serialize). 1000m + 64-bit + max_hits=7 stops_full 에서 ≈ 8µs → 125 kHz 한계.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11480" y="6583680"/>
            <a:ext cx="11384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66019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 — Operation &amp; Code Review · tdc_gpx_chip_run.vhd:68–100 · memory project_tdc_window_timing.md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972800" y="66019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ARMED → CAPTURE → DRAIN_LATCH → DRAIN_EF1/2 → ALU pulse → ARMED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310896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단위 cycle — chip_run FSM 운용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113842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7899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chip_run 9-state — shot 1회 처리 흐름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1207008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8132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ST_OFF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1755648" y="1623060"/>
            <a:ext cx="3657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02920" y="18745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i_start 대기 (cmd_start_accepted 후 ARMED)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792224" y="1417320"/>
            <a:ext cx="1207008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10512" y="148132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ST_ARMED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999232" y="1623060"/>
            <a:ext cx="3657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746504" y="18745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shot_start 대기, range_active='0', stopdis 풀림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3035808" y="1417320"/>
            <a:ext cx="1207008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54096" y="148132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ST_CAPTURE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242816" y="1623060"/>
            <a:ext cx="3657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990088" y="18745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range_active='1', max_range_clks 동안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 hit 칩 내부 IFIFO 적재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279392" y="1417320"/>
            <a:ext cx="1207008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148132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ST_DRAIN_LATCH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486400" y="1623060"/>
            <a:ext cx="3657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233672" y="18745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IrFlag 도달 시 expected_ififo1/2 latch (1 cycle)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5522976" y="1417320"/>
            <a:ext cx="1207008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41264" y="148132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ST_DRAIN_EF1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729984" y="1623060"/>
            <a:ext cx="3657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477256" y="18745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IFIFO1 비울 때까지 28-bit burst read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6766560" y="1417320"/>
            <a:ext cx="1207008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84848" y="148132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ST_DRAIN_EF2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973568" y="1623060"/>
            <a:ext cx="3657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6720840" y="18745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IFIFO2 비울 때까지 28-bit burst read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8010144" y="1417320"/>
            <a:ext cx="1207008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28432" y="148132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ST_DRAIN_CHECK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9217152" y="1623060"/>
            <a:ext cx="3657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7964424" y="18745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drain_cnt vs expected 검증 → mismatch sticky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9253728" y="1417320"/>
            <a:ext cx="1207008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72016" y="148132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ST_ALU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10460736" y="1623060"/>
            <a:ext cx="3657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9208008" y="18745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ALU trigger pulse (g_ALU_PULSE_CLKS=4)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10497312" y="1417320"/>
            <a:ext cx="1207008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15600" y="148132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ST_RECOVERY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10451592" y="18745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 clks (post-ALU) → ARMED 복귀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411480" y="3383280"/>
            <a:ext cx="58521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3456432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timeout_cause — STAT7[10:8] 에 latch 되는 마지막 원인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13048"/>
          <a:ext cx="5715000" cy="2606040"/>
        </p:xfrm>
        <a:graphic>
          <a:graphicData uri="http://schemas.openxmlformats.org/drawingml/2006/table">
            <a:tbl>
              <a:tblPr/>
              <a:tblGrid>
                <a:gridCol w="777240"/>
                <a:gridCol w="1874520"/>
                <a:gridCol w="3063240"/>
              </a:tblGrid>
              <a:tr h="3257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code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1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1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관측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146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raw_busy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raw hold register full → stall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ef1_rsp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IFIFO1 read 응답 missing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ef2_rsp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IFIFO2 read 응답 missing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burst_rsp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burst read 도중 응답 미완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flush_rsp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DRAIN_CHECK fallback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overrun_flush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예상치 초과 hit (IFIFO 넘침 가능)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capture_stop_fallback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cmd_stop 후 IrFlag 못 본 경우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6" name="Shape 43"/>
          <p:cNvSpPr/>
          <p:nvPr/>
        </p:nvSpPr>
        <p:spPr>
          <a:xfrm>
            <a:off x="6446520" y="3383280"/>
            <a:ext cx="53492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583680" y="345643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range_active 윈도우 — 의미와 활용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6583680" y="3794760"/>
            <a:ext cx="5166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ST_CAPTURE 시작 ~ ST_RECOVERY 끝까지 '1' 유지
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cell_builder p_collect 가 'shot 활성 윈도우' 로 사용 → 
  이 동안 들어온 raw event 만 dense cell 에 적재
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status_agg 의 error_cycle_count 도 이 윈도우 활성 시간을
  활용한 'duration-based' 카운터 (event count 가 아님!)
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shot_start mid-window arrival → mid-shot stopdis 발생 시
  err_stopdis_mid_shot_mask sticky (R12 B8)
</a:t>
            </a:r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 권장 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 rate 가 너무 빠르면 range_active 가 채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끝나기 전에 다음 shot 이 와서 overrun_flush 발생.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 간격 ≥ T_window + T_serialize 유지.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411480" y="6583680"/>
            <a:ext cx="11384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11480" y="66019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 — Operation &amp; Code Review · chip_run.vhd:60–177 · register_map.md STAT7 layout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0972800" y="66019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ErrFlag debounce → Reg12 read → recovery → frame 경계 동기화 → 정상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310896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분류·복구 운용 — err_handler FSM 6-state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690372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789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err_handler 자동 복구 FSM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1051560" cy="1005840"/>
          </a:xfrm>
          <a:prstGeom prst="rect">
            <a:avLst/>
          </a:prstGeom>
          <a:solidFill>
            <a:srgbClr val="64748B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544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ST_IDLE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594360" y="184708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ErrFlag debounce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(g_DEBOUNCE_CLKS=4)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645920" y="2011680"/>
            <a:ext cx="457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691640" y="1508760"/>
            <a:ext cx="1051560" cy="1005840"/>
          </a:xfrm>
          <a:prstGeom prst="rect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15544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ST_READ_REG12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1691640" y="184708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reg_outstanding=0 대기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(R10 16-bit cap)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0" y="2011680"/>
            <a:ext cx="457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88920" y="1508760"/>
            <a:ext cx="1051560" cy="1005840"/>
          </a:xfrm>
          <a:prstGeom prst="rect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8920" y="15544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ST_WAIT_READ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2788920" y="184708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 done pulse 대기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(0xFFFF watchdog)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840480" y="2011680"/>
            <a:ext cx="457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886200" y="1508760"/>
            <a:ext cx="1051560" cy="1005840"/>
          </a:xfrm>
          <a:prstGeom prst="rect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15544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ST_RECOVERY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3886200" y="184708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per-chip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soft_reset pulse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937760" y="2011680"/>
            <a:ext cx="457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983480" y="1508760"/>
            <a:ext cx="1051560" cy="1005840"/>
          </a:xfrm>
          <a:prstGeom prst="rect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15544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ST_WAIT_RECOVERY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4983480" y="184708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recov_timeout 14b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stable_low 검사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35040" y="2011680"/>
            <a:ext cx="457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080760" y="1508760"/>
            <a:ext cx="1051560" cy="1005840"/>
          </a:xfrm>
          <a:prstGeom prst="rect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15544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ST_WAIT_FRAME_DONE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6080760" y="184708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 경계 동기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(R10 17-bit watchdog)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132320" y="2011680"/>
            <a:ext cx="0" cy="777240"/>
          </a:xfrm>
          <a:prstGeom prst="line">
            <a:avLst/>
          </a:prstGeom>
          <a:noFill/>
          <a:ln w="19050">
            <a:solidFill>
              <a:srgbClr val="C751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7280" y="2788920"/>
            <a:ext cx="6035040" cy="0"/>
          </a:xfrm>
          <a:prstGeom prst="line">
            <a:avLst/>
          </a:prstGeom>
          <a:noFill/>
          <a:ln w="19050">
            <a:solidFill>
              <a:srgbClr val="C751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7280" y="2514600"/>
            <a:ext cx="0" cy="274320"/>
          </a:xfrm>
          <a:prstGeom prst="line">
            <a:avLst/>
          </a:prstGeom>
          <a:noFill/>
          <a:ln w="19050">
            <a:solidFill>
              <a:srgbClr val="C75146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371600" y="292608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frame_done + shot_start ⇒ retry++, max=g_MAX_RETRIES(3)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 시 err_fatal sticky 'on', SW 가 i_err_soft_clear 로 해제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406640" y="1005840"/>
            <a:ext cx="438912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43800" y="10789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Clear semantic 운용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543800" y="1417320"/>
            <a:ext cx="4206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level
</a:t>
            </a:r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현재 상태 그대로 (chip_error_mask). Live 관측용.
</a:t>
            </a:r>
            <a:pPr indent="0" marL="0">
              <a:buNone/>
            </a:pPr>
            <a:r>
              <a:rPr lang="en-US" sz="920" b="1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sticky
</a:t>
            </a:r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발생하면 i_rst_n 또는 i_err_soft_clear pulse 까지 '1'.
</a:t>
            </a:r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err_fatal · drain_timeout_mask · sequence_error_mask
  err_read_timeout · err_reg_overflow_mask · stop_id_error
</a:t>
            </a:r>
            <a:pPr indent="0" marL="0">
              <a:buNone/>
            </a:pPr>
            <a:r>
              <a:rPr lang="en-US" sz="92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 counter (8-bit)
</a:t>
            </a:r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shot_overrun_count · face_start_collapsed.
</a:t>
            </a:r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CDC handshake 중 변경은 collapse → '≥ N' 으로만 해석.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411480" y="3977640"/>
            <a:ext cx="113842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05079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Per-chip 오류 클래스 — 발생 위치 · 의미 · 해소 경로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89120"/>
          <a:ext cx="11155680" cy="1993392"/>
        </p:xfrm>
        <a:graphic>
          <a:graphicData uri="http://schemas.openxmlformats.org/drawingml/2006/table">
            <a:tbl>
              <a:tblPr/>
              <a:tblGrid>
                <a:gridCol w="1828800"/>
                <a:gridCol w="1920240"/>
                <a:gridCol w="4846320"/>
                <a:gridCol w="2560320"/>
              </a:tblGrid>
              <a:tr h="221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발생 위치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 / 운용 영향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해소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21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err_drain_timeout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chip_run watchdog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expected count 만큼 drain 못함 → frame 손상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soft_clear / hard reset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err_drain_mismatch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chip_run ST_DRAIN_CHECK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drain_cnt ≠ expected, fallback 종료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drain_done_faulted 비트 carry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err_sequence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stop_tdc 시퀀스 검증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stop_tdc out-of-order arrival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soft_clear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err_raw_drop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raw FIFO + drain_cap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6-deep raw FIFO 가 받아내지 못함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n_drain_cap 조정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err_stopdis_mid_shot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range_active 도중 stopdis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윈도우 깨짐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shot rate 하향 / cmd_stop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err_rw_ambiguous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cmd_arb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동시 read+write 모호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SW 시퀀스 재검토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err_cmd_collision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cmd_arb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init/run/reg 명령 충돌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queue 1-depth 정책 인지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err_bus_fatal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bus_phy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복구 불가 bus error (R13 axis 2)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force_reinit / reset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1" name="Shape 38"/>
          <p:cNvSpPr/>
          <p:nvPr/>
        </p:nvSpPr>
        <p:spPr>
          <a:xfrm>
            <a:off x="411480" y="6583680"/>
            <a:ext cx="11384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11480" y="66019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 — Operation &amp; Code Review · err_handler.vhd:1–200 · status_observability.md · top L177–187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0972800" y="66019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비트를 언제 읽고, 무엇으로 지우는가 (CDC handshake 기준)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310896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레지스터 운용 모델 — STAT5 / STAT6 / STAT7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3749040" cy="5166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05840"/>
            <a:ext cx="37490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6070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STAT5  @ 0x54  (pipeline 기본)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3657600" cy="402336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1463040"/>
              </a:tblGrid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[0] busy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level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FSM이라도 비-IDLE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[1] pipeline_overrun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level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rise OR fall face_assembler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[2] err_fatal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sticky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retry exhausted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[7:4] chip_error_mask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level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live per-chip merge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[11:8] drain_timeout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sticky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chip_run watchdog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[15:12] sequence_error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sticky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stop_tdc 시퀀스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5577840"/>
            <a:ext cx="3657600" cy="548640"/>
          </a:xfrm>
          <a:prstGeom prst="rect">
            <a:avLst/>
          </a:prstGeom>
          <a:solidFill>
            <a:srgbClr val="EEF2F7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560527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Clear: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i_rst_n 또는 i_err_soft_clear pulse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224528" y="1005840"/>
            <a:ext cx="3749040" cy="5166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24528" y="1005840"/>
            <a:ext cx="374904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15968" y="106070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STAT6  @ 0x58  (확장 stickies + counters)</a:t>
            </a:r>
            <a:endParaRPr lang="en-US" sz="11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70248" y="1481328"/>
          <a:ext cx="3657600" cy="402336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14630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[0] err_read_timeout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sticky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err_handler ST_WAIT_READ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[1] reg_rejected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sticky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cmd_arb overlap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[2] reg_zero_mask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sticky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mask=0000 reg request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[3] shot_flush_drop_rise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sticky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shot_start 시 FIFO 비어있지 않음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[4] shot_flush_drop_fall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sticky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fall 동일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[15:8] shot_overrun_count_rise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wrap8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blank-fill count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[23:16] shot_overrun_count_fall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wrap8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blank-fill count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[27:24] err_reg_overflow_mask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sticky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chip_reg 3rd-pulse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[31:28] run_drain_complete_mask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sticky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shot_start로 clear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4270248" y="5577840"/>
            <a:ext cx="3657600" cy="548640"/>
          </a:xfrm>
          <a:prstGeom prst="rect">
            <a:avLst/>
          </a:prstGeom>
          <a:solidFill>
            <a:srgbClr val="EEF2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315968" y="560527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Clear: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 sticky : soft_clear ; flush_drop : reset only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8037576" y="1005840"/>
            <a:ext cx="3749040" cy="5166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37576" y="1005840"/>
            <a:ext cx="3749040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129016" y="106070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STAT7  @ 0x5C  (R11 신규 운용 가시성)</a:t>
            </a:r>
            <a:endParaRPr lang="en-US" sz="11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83296" y="1481328"/>
          <a:ext cx="3657600" cy="402336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1463040"/>
              </a:tblGrid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[3:0] reg_timeout_mask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sticky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per-chip reg transaction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[7:4] stop_id_error_mask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sticky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cell_builder out-of-range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[10:8] run_timeout_cause_last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latched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마지막 timeout 3-bit code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[23:16] rise_face_start_collapsed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wrap8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header_inserter coalesce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[31:24] fall_face_start_collapsed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wrap8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header_inserter coalesce</a:t>
                      </a:r>
                      <a:endParaRPr lang="en-US" sz="8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7"/>
          <p:cNvSpPr/>
          <p:nvPr/>
        </p:nvSpPr>
        <p:spPr>
          <a:xfrm>
            <a:off x="8083296" y="5577840"/>
            <a:ext cx="3657600" cy="548640"/>
          </a:xfrm>
          <a:prstGeom prst="rect">
            <a:avLst/>
          </a:prstGeom>
          <a:solidFill>
            <a:srgbClr val="EEF2F7"/>
          </a:solidFill>
          <a:ln w="6350">
            <a:solidFill>
              <a:srgbClr val="F0A50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129016" y="560527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Clear: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reg_timeout : 정상 완료 OR soft_clear 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stop_id : soft_clear ; cause_last : 자동 clear 없음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411480" y="6263640"/>
            <a:ext cx="11384280" cy="292608"/>
          </a:xfrm>
          <a:prstGeom prst="rect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02920" y="6291072"/>
            <a:ext cx="11201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CDC 운용 주의 —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STAT5 / 6 / 7 은 32-bit xpm_cdc_handshake 로 s_axi_aclk 도메인 가시화. wrap counter 는 in-flight handshake 동안 변경은 collapse → SW 는 '≥ N' 으로만 해석 (R7 B-3).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11480" y="6583680"/>
            <a:ext cx="11384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11480" y="66019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 — Operation &amp; Code Review · register_map.md L50–119 · status_agg.vhd · csr_pipeline.vhd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0972800" y="66019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downstream stall 이 어떻게 흡수되고, 어떻게 abort 로 격상되는가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310896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Backpressure / Abort 전파 — VDMA tready 가 chip_ctrl 까지 닿는 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113842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7899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downstream stall 이 흡수되는 경로 (오른쪽 → 왼쪽)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1417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08760"/>
            <a:ext cx="141732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 chip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IFIFO1/2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187452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28×256 reservoir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03120" y="1508760"/>
            <a:ext cx="1417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1508760"/>
            <a:ext cx="141732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15361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chip_ctrl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FIFO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48840" y="187452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6-deep absorb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(R9 #7)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0" y="1508760"/>
            <a:ext cx="1417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1508760"/>
            <a:ext cx="141732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15361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raw_cdc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xpm_fifo_async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03320" y="187452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16×40b CDC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212080" y="1508760"/>
            <a:ext cx="1417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1508760"/>
            <a:ext cx="141732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15361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decode_pipe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skid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57800" y="187452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 cycle / stage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66560" y="1508760"/>
            <a:ext cx="1417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0" y="1508760"/>
            <a:ext cx="141732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15361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cell_builder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2-buffer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12280" y="187452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shot-local dense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(register file)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321040" y="1508760"/>
            <a:ext cx="1417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21040" y="1508760"/>
            <a:ext cx="141732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15361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FIFO 16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366760" y="187452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 build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blank-fill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875520" y="1508760"/>
            <a:ext cx="14173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75520" y="1508760"/>
            <a:ext cx="1417320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21240" y="15361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header_inserter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FIFO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921240" y="187452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48B header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 gate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280160" y="1417320"/>
            <a:ext cx="10058400" cy="0"/>
          </a:xfrm>
          <a:prstGeom prst="line">
            <a:avLst/>
          </a:prstGeom>
          <a:noFill/>
          <a:ln w="25400">
            <a:solidFill>
              <a:srgbClr val="C75146"/>
            </a:solidFill>
            <a:prstDash val="solid"/>
            <a:headEnd type="triangle"/>
          </a:ln>
        </p:spPr>
      </p:sp>
      <p:sp>
        <p:nvSpPr>
          <p:cNvPr id="37" name="Text 35"/>
          <p:cNvSpPr/>
          <p:nvPr/>
        </p:nvSpPr>
        <p:spPr>
          <a:xfrm>
            <a:off x="4572000" y="1188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tready = 0  back-pressure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280160" y="3200400"/>
            <a:ext cx="100584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5029200" y="3246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flow →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1338560" y="1508760"/>
            <a:ext cx="457200" cy="150876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247120" y="2103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11480" y="4069080"/>
            <a:ext cx="55778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414223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abort 로 격상되는 조건 — 흡수 한계 초과 시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4480560"/>
            <a:ext cx="5440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(1) face_assembler scan timeout (chip 0..3 미도달, blank-fill)
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(2) face_assembler shot_start 시 FIFO non-empty (shot_flush_drop)
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(3) header_inserter drain watchdog
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(4) cell_builder QUARANTINE 진입 (drain_done lost) — 자동탈출 X (B-1)
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(5) chip_run timeout_cause 발생 (1-clk pulse)
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어느 쪽이든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abort_rise / abort_fall 로 face_seq 가 변환,
  frame_id 는 abort frame 으로 보존, frame_abort_count++.
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17920" y="4069080"/>
            <a:ext cx="55778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414223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FIFO reset 운용 — R4a 계열 패치 영향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355080" y="4480560"/>
            <a:ext cx="5440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face_assembler 입력 FIFO ×4 : reset = i_rst_n AND NOT (shot_start OR abort)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face_assembler 출력 FIFO    : 동일 (R4a 추가)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output_stage rise/fall FIFO  : 동일 (R4a 추가)
</a:t>
            </a:r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shot_start 도 reset 으로 쓰는가?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 2025.2.1 의 xpm_fifo_axis 는 elaboration 후 추가 reset toggle 없이는
s_axis_tready='0' 에서 영구 lock. shot_start 가 그 toggle 역할.
</a:t>
            </a:r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 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row 의 tail beat 가 in-flight 인 경우 drop 가능성. 현재는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 packet_start 가 drain 후에만 발사하므로 손실 미관측.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1480" y="6583680"/>
            <a:ext cx="11384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66019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 — Operation &amp; Code Review · face_assembler.vhd:435–470 · output_stage.vhd · memory project_tb_integration_status.md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972800" y="66019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motor_decoder · echo_receiver · laser_ctrl · TDC behavioral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310896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 모드 운용 — TB 환경에서의 협조 동작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113842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7899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4-IP 협조 — laser_ctrl 이 실제로 firing 되려면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2606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508760"/>
            <a:ext cx="260604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554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motor_decoder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192024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CTL0 := C_MD_CTL0_SIM (sim_en=1)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SWRST_SIM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face_center 가상 발생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1508760"/>
            <a:ext cx="2606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508760"/>
            <a:ext cx="260604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554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echo_receiver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29000" y="192024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CTL0[0] = SIM_EN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CTL1 := C_SIM_TARGET_CLKS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stop_evt 가상 packet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508760"/>
            <a:ext cx="2606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1508760"/>
            <a:ext cx="260604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554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laser_ctrl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72200" y="192024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CTL4 virt_offset = C_SIM_TARGET_CLKS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(이미 sim mode 기본)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shot_start pulse 발사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823960" y="1508760"/>
            <a:ext cx="2606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23960" y="1508760"/>
            <a:ext cx="260604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15400" y="1554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915400" y="192024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SIM CSR 없음.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TB가 behavioral chip model 인스턴스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 IFIFO emulator)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749040"/>
            <a:ext cx="557784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82219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PHYS 모드가 TB에서 실패하는 이유 (반드시 SIM 사용)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160520"/>
            <a:ext cx="544068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tb_laser_ctrl_pkg 의 motor_decoder face center 식은
AXIS=150 MHz 가정인데 tb 는 200 MHz 로 돌림.
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물리 encoder 가 정해진 face boundary 에 안 맞음
→ laser_ctrl 이 영구히 firing 안 됨 → shot 이 안 발생.
</a:t>
            </a:r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교훈 : 통합 TB 는 4-IP 모두 SIM 켜야 함.
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tb_tdc_gpx_full_int / tb_tdc_gpx_top_int 에 generic 으로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G_AXIS_CLK_MHZ / G_MAX_RANGE_M / G_TDC_STIM_MODE 등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파라미터화 되어 있다 — 거리/도메인 변경 시 generic 만 바꾸면 됨.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3749040"/>
            <a:ext cx="557784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82219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실측에서 발견된 TB-side 함정 (memory R4a 후속)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4160520"/>
            <a:ext cx="544068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(a)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VHDL-2008 external name (&lt;&lt; signal ... &gt;&gt;) 가 xsim 2025.2.1
에서 'only elaborated instance can be referenced' 로 실패.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→ tb 의 dbg_* monitor 신호는 stub. 카운터 값 = 0 정상.
</a:t>
            </a:r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(b)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add_condition "sig(N) == 1" / "sig[N] == 1" 로 4b slv 비트별
카운트 시 under-count 심각 (probe artifact).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→ 'run N ns ; get_value' settled-time 샘플링 방식 사용.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(c) echo_receiver IP 는 num_ctl_regs=17 → 4-chip × 8 stop full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 커버리지 위해 ≥ 33 으로 재생성 필요.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6583680"/>
            <a:ext cx="11384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66019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 — Operation &amp; Code Review · memory project_tb_integration_status.md · tb_tdc_gpx_full_int.vhd:1–80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6019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Dead signals · deprecated 포트 · naming debt — 청소 항목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310896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결함 review ① — 제거되었지만 주석으로만 남은 자취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11384280" cy="5440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7899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항목 — 모두 file:line 으로 검증됨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55680" cy="4937760"/>
        </p:xfrm>
        <a:graphic>
          <a:graphicData uri="http://schemas.openxmlformats.org/drawingml/2006/table">
            <a:tbl>
              <a:tblPr/>
              <a:tblGrid>
                <a:gridCol w="365760"/>
                <a:gridCol w="1691640"/>
                <a:gridCol w="2011680"/>
                <a:gridCol w="4846320"/>
                <a:gridCol w="224028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 / 영향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DEPRECATED port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face_assembler.vhd:131–151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o_face_abort 가 'Round 4 이후 영구 0'. tdc_gpx_top.vhd:772 에서 'open' 으로 묶음. output_stage 의 forwarding 코드도 같이 dead.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 4종 동시 정리 후 port 제거 (release 1회 묶어서)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naming debt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err_handler.vhd:52–62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i_reg11_data_* 4개 포트가 실제로는 Reg12 (chip status) 데이터를 운반. 이름이 의미를 호도.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config_ctrl + csr_chip 까지 한 번에 reg12 로 rename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dead signal 주석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face_seq.vhd:114–116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s_shot_overrun_r 가 'Round 5 #20 에서 제거됨' 주석만 남음. 실신호 없음 (clean).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주석 자체를 제거 (의미가 다 사라진 흔적)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removed-overrun trail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chip_ctrl.vhd:30, 308, 1014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chip_run.vhd:47, 167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Round 5 #5 / Round 6 B2 에서 overrun-drop path 가 5곳에 걸쳐 'removed' 주석으로 단편 잔존.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주석 통합 정리 — 한 곳에 history 노트 + 나머지 제거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tied-to-zero 잔존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tdc_gpx_top.vhd:261–266, 845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s_face_abort / s_face_fall_abort 명시적으로 ground 됨. R7 C-1 의도된 동작이지만 'reconnected' 위험 주석으로 보호 중.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 상태 유지 (의도된 안전장치)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STAT4..31 미사용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csr_chip.vhd:31, 446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STAT4..31 에 driver 없이 0. 미래 확장용 슬롯이지만 driver-less 상태로 합성됨.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시점까지 유지 / 명시적 'reserved' 코멘트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stub (legacy compat)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csr_pipeline.vhd : open ports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tdc_gpx_top.vhd:542, 553 의 o_cmd_start, o_reg_loop_resume 가 'open' — face_seq 가 미래에 사용 예정.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포트로 명시 / 사용 시점에 제거 결정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alias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face_seq.vhd:148, 530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s_pipeline_abort = s_pipeline_abort_rise (legacy alias). #22 Sprint 3 후속 작업의 잔여물.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Sprint 3 완성 시 alias 제거 + 해당 caller 직접 사용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shot_overrun 주석 분산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chip_run.vhd 295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chip_ctrl.vhd 309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s_overrun_deferred_r / 비슷한 'removed' 자취가 여러 곳에 흩어져 있음.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Round 6 정리 commit 의 history 한 줄로 통합 메모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" y="6583680"/>
            <a:ext cx="11384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66019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 — Operation &amp; Code Review · 검증된 file:line 인용 — grep 'removed|DEPRECATED|legacy' 결과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66019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기능적 영향이 더 큰 항목들 — 향후 cleanup 우선순위 후보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310896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결함 review ② — Hardcoded watchdog · R4a 임시 패치 · known_issues 잔여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56692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78992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Hardcoded watchdog / margin (generic 화 후보)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532120" cy="2103120"/>
        </p:xfrm>
        <a:graphic>
          <a:graphicData uri="http://schemas.openxmlformats.org/drawingml/2006/table">
            <a:tbl>
              <a:tblPr/>
              <a:tblGrid>
                <a:gridCol w="2240280"/>
                <a:gridCol w="960120"/>
                <a:gridCol w="2331720"/>
              </a:tblGrid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1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1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5146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err_handler.vhd:156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0xFFFF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ST_WAIT_READ TO (generic 없음)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err_handler.vhd:165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0xFFFF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R10 #4 ST_READ_REG12 entry TO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err_handler.vhd:172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17-bit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R10 #5 ST_WAIT_FRAME_DONE (~6.5ms)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err_handler.vhd:141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14-bit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recov_timeout (~82µs @ 200MHz)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chip_ctrl.vhd:73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4096 clk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g_BUS_IDLE_STABLE (~20µs)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face_assembler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depth=16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input/output FIFO (config 없음)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chip_run g_DRAIN_MARGIN_CLKS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거리당 윈도우 + 1.28µs (generic 있음 ✓)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63640" y="1005840"/>
            <a:ext cx="55321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107899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R4a — xpm_fifo_axis xsim 2025.2.1 quirk 패치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0" y="1417320"/>
            <a:ext cx="5394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 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elaboration 후 reset toggle 없으면 s_axis_tready 영구 '0'.
</a:t>
            </a:r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패치 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shot_start 를 reset trigger 로 추가 (face_assembler.vhd:442–462,
output_stage.vhd 동일).
</a:t>
            </a:r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 의도 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L445–446 'shot_start 는 output FIFO 를 flush 하면 안 된다 — 이전
row tail beat 가 transit 중일 수 있음'. → 현재는 face_seq 가 drain 후에만
packet_start 발사하므로 손실 미관측.
</a:t>
            </a:r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tail-beat-in-flight 인 corner case 에서 drop 가능. </a:t>
            </a:r>
            <a:pPr indent="0" marL="0">
              <a:spcAft>
                <a:spcPts val="100"/>
              </a:spcAft>
              <a:buNone/>
            </a:pPr>
            <a:r>
              <a:rPr lang="en-US" sz="900" i="1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audit 필요.
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USE_ADV_FEATURES → "1000", m_aclk → i_clk 변경도 hygiene 으로 적용.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1480" y="3703320"/>
            <a:ext cx="113842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7764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known_issues.md 에 명시된 'intentional' 항목 — 운용에서 알아야 할 trade-off</a:t>
            </a:r>
            <a:endParaRPr lang="en-US" sz="12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155680" cy="2286000"/>
        </p:xfrm>
        <a:graphic>
          <a:graphicData uri="http://schemas.openxmlformats.org/drawingml/2006/table">
            <a:tbl>
              <a:tblPr/>
              <a:tblGrid>
                <a:gridCol w="502920"/>
                <a:gridCol w="2697480"/>
                <a:gridCol w="3108960"/>
                <a:gridCol w="4846320"/>
              </a:tblGrid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Cat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선택된 정책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운용에서 주의할 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out-of-spec config (stops_per_chip &lt; 2 등)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Clamp-to-default (face_assembler / cell_builder / header_inserter)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단, face_seq 는 hard-reject + cfg_rejected pulse → SW 가 cmd_start 거부 감지해야 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B-1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cell_builder.ST_C_QUARANTINE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drain_done 또는 abort 까지 'stay forever'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shot_dropped 모니터 + stuck QUARANTINE 시 i_abort 로만 회복 가능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B-2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raw FIFO control + data 단일 path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depth=6 으로 흡수 (분리하지 않음)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shot rate 가 비정상으로 빠르면 drain_cap mask sticky 발생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B-3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cfg / cfg_image CDC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2-FF sync + ASYNC_REG (handshake 아님)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SW 가 '값 안정 → 4 cycle 대기 → 명령 pulse' 순서 책임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B-4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rise/fall slope abort 비대칭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rise-only gating, fall 은 frame_done 만 기다림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fall-only abort 는 rise stream 살림 — primary/secondary 정책 인지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face_assembler.o_face_abort port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DEPRECATED, '0' 영구 stub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 3 종이 아직 참조 → port 제거 시 동시 cleanup 필요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411480" y="6583680"/>
            <a:ext cx="11384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11480" y="66019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 — Operation &amp; Code Review · Doc/known_issues.md · 검증된 grep 결과 (TODO/FIXME/HACK 마커는 0건)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972800" y="66019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STAT 에 노출 안 된 신호 + 향후 추가 후보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310896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관측성 보강 권장 — status_observability.md 잔여 항목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5577840" cy="5440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7899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노출 — t_tdc_status / STAT5/6/7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5440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/ IRQ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busy, pipeline_overrun, err_fatal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rise_overrun / fall_overrun
  err_drain_sticky / err_seq_sticky
  chip_error_mask / err_chip_mask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err_cause (HFifoFull / IFifoFull / NotLocked)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rsp_mismatch_mask
</a:t>
            </a:r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stickies (R5 / R6 / R7)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err_read_timeout / reg_rejected / reg_zero_mask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shot_flush_drop_rise/fall
  shot_overrun_count_rise/fall (8b wrap)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err_reg_overflow_mask
  run_drain_complete_mask (per-shot clear)
</a:t>
            </a:r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R11 신규 (STAT7)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reg_timeout_mask, stop_id_error_mask
  run_timeout_cause_last (3-bit code)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rise/fall_face_start_collapsed (8b wrap)
</a:t>
            </a:r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카운터 / 통계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global_shot_seq · frame_id · face_id
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shot_drop_count · frame_abort_count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error_cycle_count (32b duration count)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timestamp (64b free-running)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0" y="1005840"/>
            <a:ext cx="5577840" cy="5440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07899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1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미노출 — 추가 권장 (t_tdc_status 미포함)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55080" y="1417320"/>
            <a:ext cx="5440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신호별 (status_observability.md 'NOT in t_tdc_status')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o_shot_dropped (cell_builder×8) — shot 단위 drop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o_hit_dropped_any — cell hit overflow per slope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o_slice_timeout — IFIFO2 timeout truncation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o_cfg_rejected (face_seq) — 1-clk pulse (현재 sticky 없음)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s_raw_hold_busy — chip_ctrl raw hold stall (counter 추천)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o_timeout (chip_init/chip_reg) — 통합 sticky 없음
</a:t>
            </a:r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신규 sticky / counter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① init_timeout_mask (per-chip)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② reg_timeout_mask (현 STAT7 적용 — 부분 해결)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③ raw_stall_count (8b wrap)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④ cfg_rejected_count (16b wrap)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⑤ unexpected_restart_count (header_inserter 비-IDLE face_start)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⑥ late_beat_flushed_count (face_assembler shot_flush)
</a:t>
            </a:r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권장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Pulse vs Counter vs Sticky 구분 명확화 (이미 doc 명시).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CDC handshake 의 wrap counter collapse 한계 SW 매뉴얼화.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6583680"/>
            <a:ext cx="11384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66019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 — Operation &amp; Code Review · Doc/status_observability.md · top L177–187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6019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 × 정리 비용 매트릭스 — 어디부터 손볼 것인가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310896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/ cleanup 우선순위 — 결함을 등급별로 분류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772668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우선순위 매트릭스 (위험도 ↑ × 비용 →)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600200"/>
            <a:ext cx="0" cy="406908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05840" y="5669280"/>
            <a:ext cx="681228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05840" y="3634740"/>
            <a:ext cx="681228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411980" y="1600200"/>
            <a:ext cx="0" cy="4069080"/>
          </a:xfrm>
          <a:prstGeom prst="line">
            <a:avLst/>
          </a:prstGeom>
          <a:noFill/>
          <a:ln w="8890">
            <a:solidFill>
              <a:srgbClr val="E2E8F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57200" y="1600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위험도 ↑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49440" y="57150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정리 비용 →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1560" y="1691640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75146"/>
                </a:solidFill>
              </a:rPr>
              <a:t>HIGH 위험 / LOW 비용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5146"/>
                </a:solidFill>
              </a:rPr>
              <a:t>— 즉시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57700" y="1691640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75146"/>
                </a:solidFill>
              </a:rPr>
              <a:t>HIGH 위험 / HIGH 비용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75146"/>
                </a:solidFill>
              </a:rPr>
              <a:t>— 다음 sprint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51560" y="3726180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57"/>
                </a:solidFill>
              </a:rPr>
              <a:t>LOW 위험 / LOW 비용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E8B57"/>
                </a:solidFill>
              </a:rPr>
              <a:t>— 자투리 시간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57700" y="3726180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LOW 위험 / HIGH 비용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— 보류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184148" y="2231136"/>
            <a:ext cx="1005840" cy="384048"/>
          </a:xfrm>
          <a:prstGeom prst="ellipse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4148" y="22311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R4a tail-beat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audit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1729130" y="2841498"/>
            <a:ext cx="1005840" cy="384048"/>
          </a:xfrm>
          <a:prstGeom prst="ellipse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29130" y="284149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B-1 QUARANTINE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liveness alarm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2546604" y="1824228"/>
            <a:ext cx="1005840" cy="384048"/>
          </a:xfrm>
          <a:prstGeom prst="ellipse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6604" y="18242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err_handler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hardcode→generic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4930902" y="2638044"/>
            <a:ext cx="1005840" cy="384048"/>
          </a:xfrm>
          <a:prstGeom prst="ellipse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0902" y="26380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echo_receiver IP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regen (33 regs)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5952744" y="2231136"/>
            <a:ext cx="1005840" cy="384048"/>
          </a:xfrm>
          <a:prstGeom prst="ellipse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52744" y="22311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Sprint 3 fall-only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abort 완성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1320394" y="4265676"/>
            <a:ext cx="1005840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20394" y="42656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removed-comments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청소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2205990" y="4591202"/>
            <a:ext cx="1005840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05990" y="459120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naming debt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reg11→reg12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2887218" y="4062222"/>
            <a:ext cx="1005840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87218" y="406222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alias 제거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(legacy abort)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1729130" y="5079492"/>
            <a:ext cx="1005840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29130" y="507949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dead signal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주석 정리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6293358" y="4876038"/>
            <a:ext cx="1005840" cy="38404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93358" y="487603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o_face_abort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 제거 (TB 3종)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4930902" y="5079492"/>
            <a:ext cx="1005840" cy="38404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0902" y="507949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관측성 6개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sticky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8275320" y="1005840"/>
            <a:ext cx="352044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12480" y="10789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3-step 실행 roadmap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412480" y="1417320"/>
            <a:ext cx="3337560" cy="1417320"/>
          </a:xfrm>
          <a:prstGeom prst="rect">
            <a:avLst/>
          </a:prstGeom>
          <a:solidFill>
            <a:srgbClr val="FFEDED"/>
          </a:solidFill>
          <a:ln w="10160">
            <a:solidFill>
              <a:srgbClr val="C751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0" y="14813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5146"/>
                </a:solidFill>
              </a:rPr>
              <a:t>Phase 1 — 기능 위험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75146"/>
                </a:solidFill>
              </a:rPr>
              <a:t>(2 ~ 3일)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503920" y="18288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• R4a tail-beat audit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• err_handler 하드코드 generic 화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• cell_builder QUARANTINE 알람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412480" y="2926080"/>
            <a:ext cx="3337560" cy="1417320"/>
          </a:xfrm>
          <a:prstGeom prst="rect">
            <a:avLst/>
          </a:prstGeom>
          <a:solidFill>
            <a:srgbClr val="F0F8FF"/>
          </a:solidFill>
          <a:ln w="10160">
            <a:solidFill>
              <a:srgbClr val="065A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03920" y="29900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Phase 2 — 정리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(0.5일)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503920" y="333756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• removed-* 주석 통합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• reg11 → reg12 rename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• alias / dead signal 제거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412480" y="4434840"/>
            <a:ext cx="3337560" cy="1508760"/>
          </a:xfrm>
          <a:prstGeom prst="rect">
            <a:avLst/>
          </a:prstGeom>
          <a:solidFill>
            <a:srgbClr val="F5F5F5"/>
          </a:solidFill>
          <a:ln w="10160">
            <a:solidFill>
              <a:srgbClr val="6474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03920" y="44988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Phase 3 — 인터페이스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(미정)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503920" y="48463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• Sprint 3 fall-only abort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• o_face_abort port 제거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• echo_receiver IP regen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• 관측성 ⑥ 항목 추가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11480" y="6583680"/>
            <a:ext cx="11384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66019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 — Operation &amp; Code Review · 후속 sprint 권장 — Phase 1 부터 손대면 운용 안정성에 가장 큰 효과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972800" y="66019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추가된 12개 운용 개념 + 검증된 9 + 다중 결함 항목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310896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— 운용 개념 보강 및 코드 결함 검토 정리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3749040" cy="5440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05840"/>
            <a:ext cx="37490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6070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 개념 — 새로 채워진 12 영역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76072" y="1508760"/>
            <a:ext cx="35204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Boot lifecycle (CSR write 순서 / 폴링)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chip_init 9-state 부팅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face_seq FSM 3-state + cfg snapshot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shot 트리거 chain (raw → packet)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rise/fall slope 비대칭 정책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거리 use case 별 max_range_clks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chip_run 9-state 측정 cycle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err_handler 6-state 자동 복구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STAT5/6/7 운용 모델 (clear semantic)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⑩ Backpressure / abort 전파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⑪ SIM mode 4-IP 협조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⑫ 관측성 보강 후보 6 신호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24528" y="1005840"/>
            <a:ext cx="3749040" cy="5440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24528" y="1005840"/>
            <a:ext cx="3749040" cy="411480"/>
          </a:xfrm>
          <a:prstGeom prst="rect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5968" y="106070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결함 — 검증된 항목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89120" y="1508760"/>
            <a:ext cx="35204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DEPRECATED port (face_assembler.o_face_abort)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naming debt (reg11→reg12)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dead signal 주석 잔존 (face_seq)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removed-overrun 5곳 분산 잔재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tied-to-zero 의도된 ground (top)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STAT4..31 driver-less 슬롯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open ports (예약)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legacy alias (rise abort)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하드코드 watchdog 6 곳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⑩ R4a xpm_fifo reset hack (tail-beat 위험)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⑪ B-1 cell_builder QUARANTINE 영구화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⑫ B-3 CFG 2-FF (handshake 아님)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37576" y="1005840"/>
            <a:ext cx="3749040" cy="5440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37576" y="1005840"/>
            <a:ext cx="3749040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9016" y="106070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액션 — 우선순위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02168" y="1508760"/>
            <a:ext cx="35204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(즉시)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R4a tail-beat audit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err_handler hardcode → generic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QUARANTINE liveness alarm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(자투리)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removed-* 주석 통합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reg11 → reg12 rename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alias / dead signal 제거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(인터페이스 sprint)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Sprint 3 fall-only abort 완성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o_face_abort port 제거 + TB 동시 작업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echo_receiver IP 33-reg regen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6583680"/>
            <a:ext cx="11384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66019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 — Operation &amp; Code Review · 최종 — 본 보강 PPT 와 기존 두 PPT를 함께 보면 tdc_gpx_top 전체 운용·구조 이해 완성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6019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TDC-GPX Controller — Operation &amp; Code Review</dc:title>
  <dc:subject>PptxGenJS Presentation</dc:subject>
  <dc:creator>tdc_gpx_top operational analysis</dc:creator>
  <cp:lastModifiedBy>tdc_gpx_top operational analysis</cp:lastModifiedBy>
  <cp:revision>1</cp:revision>
  <dcterms:created xsi:type="dcterms:W3CDTF">2026-04-28T06:21:16Z</dcterms:created>
  <dcterms:modified xsi:type="dcterms:W3CDTF">2026-04-28T06:21:16Z</dcterms:modified>
</cp:coreProperties>
</file>