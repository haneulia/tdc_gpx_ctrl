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v005는 tS-EF clock 환산과 250 MHz 변경 시 GPX readout 40 MHz 만족도를 추가 점검한다.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347B97-AB8C-40FB-854D-F6B7E6422B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B3985F-481A-48E0-BF73-36BEDE91D5BC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BAAD9E-CAA2-4790-83A7-DD1E7B9A0752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6B66D3-EBBD-4EB7-B8A5-2E72089933AD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E1439B2-D650-4BB1-8488-DE00A4259305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E6FA8D-EEFF-4D20-8468-7695FB9395D0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715AA8-F3EE-401B-8130-FEDA68DFED5E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C4161B-2311-46AE-8F53-93C0DBA6620F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A3A84C2-A7B6-4A75-80B3-4161735BB1B3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D7B85D-1280-4618-82FA-FFD961A46181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6EE56E-7C1B-4AB0-BF27-059F5BEDE8CC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B3EF71-18B5-4839-9459-4FFFC0C76495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기본: 200 MHz, Tclk=5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250 MHz 변경 시 tick 계약 재계산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18B6431-F88A-4D93-913F-DF87815A25EE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7A5971-DD5D-4377-A6BB-D48F2C0A236A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D904DDC-CB75-492E-958C-B58FFF054B54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510139-C3D5-499D-9292-1CDBF3F97FE4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202931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FFB34B-92D2-4722-A1EA-344257D539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CD4DB2-D348-44FD-9137-02B5EB64EB8F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352706-4C4C-4BD8-9E82-A24EFF187984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7C04DB-6A60-4D31-B814-0209A1E51FD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6A8F8C-CBC8-4EE2-B089-C516CD8FF6A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3EFD860-13E9-4C3A-820A-13B5EAF149E8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8BC0FC-A10D-4F5C-B9B0-B606C30972B7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0B25E5-781E-4255-8C4E-16888985AF75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1FD581-825E-4B2F-9528-FB92226151F7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D349D95-4596-4745-95EF-A9A5F91785EB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0F2F65-BE69-4A97-806B-25692A0DF78A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C1F4F8F-8D56-46E0-A0AF-C00BF301406E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4B9D67-B75F-4D4E-ACA9-E9AB3C1B7BF8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3DE475-7B1D-41A1-84DB-018D89E1A47D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F0D5D3-37FA-4890-8C47-88E685D8A1A3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46605C8-2C96-490D-B14C-5D7FCB786041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768887-313D-409B-A393-DD83F429AF14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ADC9F1D-C526-4E04-A2D5-F37A782EAA9F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14517EF-49CF-4DC8-8C2B-3CFBBD353032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5191CA-583F-432F-ACEB-55783D4C6400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297326-B71C-4FFE-9E51-8CF06DA89FCA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A08BAEE7-821F-450E-B709-2B071274E41F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61B0F29-0C3D-43A7-BA9F-233EB00A9C53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5DFE62-391E-4683-AC73-0670F03AD26A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26C1AE-86DD-488C-93C0-F958D135CF24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74C968-9344-4350-9589-8901D8DC7E2F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EC02A14-6BDB-490E-888C-11D12063A8C9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502A0F-B71E-4D71-9692-A199AE847A1E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ABA2009-EE13-4342-AB4C-828B61B7C140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49383A-D2BA-4418-A1CE-995E88EA2CEA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3FBC64-526C-45B7-9D06-93F28812F029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1A550C-110A-4053-BF8F-BC1BCDB15647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B86B7E9-2487-4799-87B1-88F0BC264F24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8FB0025-7924-4569-A5CA-A8EF93C3C26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479C850-A582-4737-89D9-1E7757BB76F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BB10BC0-3F53-4BA3-A2F4-D4065019A642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11364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4EE59A2-A646-4215-B788-603AAC73A0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C725B8-F733-46E3-B47D-BE78B5C23AE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D74F3C-253D-4CCA-9A92-0F0925FBDCA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477FC5-ABCC-434C-8C65-FC0CE50BE96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READ/EF Timing Diagram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46EE0B-43A6-4965-BCE1-795305C2B71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DA5FFD-C816-41AE-BD9D-95C72C1C90E7}"/>
              </a:ext>
            </a:extLst>
          </p:cNvPr>
          <p:cNvSpPr>
            <a:spLocks noGrp="1"/>
          </p:cNvSpPr>
          <p:nvPr/>
        </p:nvSpPr>
        <p:spPr>
          <a:xfrm>
            <a:off x="1619250" y="1181100"/>
            <a:ext cx="23813" cy="43243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781AE8-84A7-4255-A57A-42208D1F2986}"/>
              </a:ext>
            </a:extLst>
          </p:cNvPr>
          <p:cNvSpPr>
            <a:spLocks noGrp="1"/>
          </p:cNvSpPr>
          <p:nvPr/>
        </p:nvSpPr>
        <p:spPr>
          <a:xfrm>
            <a:off x="12763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2228F5-26CE-4961-88F5-F82F2C8BBEA7}"/>
              </a:ext>
            </a:extLst>
          </p:cNvPr>
          <p:cNvSpPr>
            <a:spLocks noGrp="1"/>
          </p:cNvSpPr>
          <p:nvPr/>
        </p:nvSpPr>
        <p:spPr>
          <a:xfrm>
            <a:off x="32194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E0EF0F-507D-4FAD-9280-CB85E22FEF54}"/>
              </a:ext>
            </a:extLst>
          </p:cNvPr>
          <p:cNvSpPr>
            <a:spLocks noGrp="1"/>
          </p:cNvSpPr>
          <p:nvPr/>
        </p:nvSpPr>
        <p:spPr>
          <a:xfrm>
            <a:off x="28765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BDC24E-C44D-4F9E-9F08-BD9FF69E0C62}"/>
              </a:ext>
            </a:extLst>
          </p:cNvPr>
          <p:cNvSpPr>
            <a:spLocks noGrp="1"/>
          </p:cNvSpPr>
          <p:nvPr/>
        </p:nvSpPr>
        <p:spPr>
          <a:xfrm>
            <a:off x="48196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BAA5A1-F352-429D-9ED4-AE55C712FAAF}"/>
              </a:ext>
            </a:extLst>
          </p:cNvPr>
          <p:cNvSpPr>
            <a:spLocks noGrp="1"/>
          </p:cNvSpPr>
          <p:nvPr/>
        </p:nvSpPr>
        <p:spPr>
          <a:xfrm>
            <a:off x="44767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 N-2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932DE8-8B72-4740-80C8-CC73F766E85C}"/>
              </a:ext>
            </a:extLst>
          </p:cNvPr>
          <p:cNvSpPr>
            <a:spLocks noGrp="1"/>
          </p:cNvSpPr>
          <p:nvPr/>
        </p:nvSpPr>
        <p:spPr>
          <a:xfrm>
            <a:off x="64198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DE6C84-A942-4A7F-A41C-6A5D4FE4E571}"/>
              </a:ext>
            </a:extLst>
          </p:cNvPr>
          <p:cNvSpPr>
            <a:spLocks noGrp="1"/>
          </p:cNvSpPr>
          <p:nvPr/>
        </p:nvSpPr>
        <p:spPr>
          <a:xfrm>
            <a:off x="60769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4C1E6F-E12A-4E15-887B-05052338D2A5}"/>
              </a:ext>
            </a:extLst>
          </p:cNvPr>
          <p:cNvSpPr>
            <a:spLocks noGrp="1"/>
          </p:cNvSpPr>
          <p:nvPr/>
        </p:nvSpPr>
        <p:spPr>
          <a:xfrm>
            <a:off x="80200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D4EACF-253D-4AE8-9634-0739765BAE4D}"/>
              </a:ext>
            </a:extLst>
          </p:cNvPr>
          <p:cNvSpPr>
            <a:spLocks noGrp="1"/>
          </p:cNvSpPr>
          <p:nvPr/>
        </p:nvSpPr>
        <p:spPr>
          <a:xfrm>
            <a:off x="76771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 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CDCF2D-2A2B-4D10-B493-9CFFD44AB371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F4AF6D-62AE-4C39-9B74-D0D32EAE37DB}"/>
              </a:ext>
            </a:extLst>
          </p:cNvPr>
          <p:cNvSpPr>
            <a:spLocks noGrp="1"/>
          </p:cNvSpPr>
          <p:nvPr/>
        </p:nvSpPr>
        <p:spPr>
          <a:xfrm>
            <a:off x="92773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ACF099-4E08-45EB-AA5C-D5573768C68F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tdc_clk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033EB4-43D0-4702-AE05-0F6CA67A9D91}"/>
              </a:ext>
            </a:extLst>
          </p:cNvPr>
          <p:cNvSpPr>
            <a:spLocks noGrp="1"/>
          </p:cNvSpPr>
          <p:nvPr/>
        </p:nvSpPr>
        <p:spPr>
          <a:xfrm>
            <a:off x="1504950" y="14287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9C1073-A0AC-45C9-93A8-44A52596295E}"/>
              </a:ext>
            </a:extLst>
          </p:cNvPr>
          <p:cNvSpPr>
            <a:spLocks noGrp="1"/>
          </p:cNvSpPr>
          <p:nvPr/>
        </p:nvSpPr>
        <p:spPr>
          <a:xfrm>
            <a:off x="16192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BE9A16-50E3-439C-AF50-E6970BC28C4A}"/>
              </a:ext>
            </a:extLst>
          </p:cNvPr>
          <p:cNvSpPr>
            <a:spLocks noGrp="1"/>
          </p:cNvSpPr>
          <p:nvPr/>
        </p:nvSpPr>
        <p:spPr>
          <a:xfrm>
            <a:off x="18192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64F199-58EB-4123-9F87-54E77E452736}"/>
              </a:ext>
            </a:extLst>
          </p:cNvPr>
          <p:cNvSpPr>
            <a:spLocks noGrp="1"/>
          </p:cNvSpPr>
          <p:nvPr/>
        </p:nvSpPr>
        <p:spPr>
          <a:xfrm>
            <a:off x="18192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170F69-FCB6-49F7-A87D-70094B02CD0E}"/>
              </a:ext>
            </a:extLst>
          </p:cNvPr>
          <p:cNvSpPr>
            <a:spLocks noGrp="1"/>
          </p:cNvSpPr>
          <p:nvPr/>
        </p:nvSpPr>
        <p:spPr>
          <a:xfrm>
            <a:off x="20193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876615-D424-4252-BDB9-C6F1FD5332E6}"/>
              </a:ext>
            </a:extLst>
          </p:cNvPr>
          <p:cNvSpPr>
            <a:spLocks noGrp="1"/>
          </p:cNvSpPr>
          <p:nvPr/>
        </p:nvSpPr>
        <p:spPr>
          <a:xfrm>
            <a:off x="22193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B1FC750-C5D5-4D58-B148-F96B75313565}"/>
              </a:ext>
            </a:extLst>
          </p:cNvPr>
          <p:cNvSpPr>
            <a:spLocks noGrp="1"/>
          </p:cNvSpPr>
          <p:nvPr/>
        </p:nvSpPr>
        <p:spPr>
          <a:xfrm>
            <a:off x="22193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79C2A5-CF16-4607-B7E4-34FF3AC988D7}"/>
              </a:ext>
            </a:extLst>
          </p:cNvPr>
          <p:cNvSpPr>
            <a:spLocks noGrp="1"/>
          </p:cNvSpPr>
          <p:nvPr/>
        </p:nvSpPr>
        <p:spPr>
          <a:xfrm>
            <a:off x="24193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31D2B6E-63E5-4D18-8525-C04889307481}"/>
              </a:ext>
            </a:extLst>
          </p:cNvPr>
          <p:cNvSpPr>
            <a:spLocks noGrp="1"/>
          </p:cNvSpPr>
          <p:nvPr/>
        </p:nvSpPr>
        <p:spPr>
          <a:xfrm>
            <a:off x="26193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5DC9A6C-24D6-4F83-B950-0050126118B3}"/>
              </a:ext>
            </a:extLst>
          </p:cNvPr>
          <p:cNvSpPr>
            <a:spLocks noGrp="1"/>
          </p:cNvSpPr>
          <p:nvPr/>
        </p:nvSpPr>
        <p:spPr>
          <a:xfrm>
            <a:off x="26193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B3C436-6703-4B03-A632-5707825C24E7}"/>
              </a:ext>
            </a:extLst>
          </p:cNvPr>
          <p:cNvSpPr>
            <a:spLocks noGrp="1"/>
          </p:cNvSpPr>
          <p:nvPr/>
        </p:nvSpPr>
        <p:spPr>
          <a:xfrm>
            <a:off x="28194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233E2E-ED7F-4988-A856-7A7ED062C767}"/>
              </a:ext>
            </a:extLst>
          </p:cNvPr>
          <p:cNvSpPr>
            <a:spLocks noGrp="1"/>
          </p:cNvSpPr>
          <p:nvPr/>
        </p:nvSpPr>
        <p:spPr>
          <a:xfrm>
            <a:off x="30194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3C19CB3-1114-4C28-B740-1D5A28E7AF92}"/>
              </a:ext>
            </a:extLst>
          </p:cNvPr>
          <p:cNvSpPr>
            <a:spLocks noGrp="1"/>
          </p:cNvSpPr>
          <p:nvPr/>
        </p:nvSpPr>
        <p:spPr>
          <a:xfrm>
            <a:off x="30194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02D7226-49F1-47F3-BBCB-A857609B3B24}"/>
              </a:ext>
            </a:extLst>
          </p:cNvPr>
          <p:cNvSpPr>
            <a:spLocks noGrp="1"/>
          </p:cNvSpPr>
          <p:nvPr/>
        </p:nvSpPr>
        <p:spPr>
          <a:xfrm>
            <a:off x="32194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8BA411-DCB6-415C-8033-7A68B94A564C}"/>
              </a:ext>
            </a:extLst>
          </p:cNvPr>
          <p:cNvSpPr>
            <a:spLocks noGrp="1"/>
          </p:cNvSpPr>
          <p:nvPr/>
        </p:nvSpPr>
        <p:spPr>
          <a:xfrm>
            <a:off x="34194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C33D861-169D-4F64-B295-97BB3628F261}"/>
              </a:ext>
            </a:extLst>
          </p:cNvPr>
          <p:cNvSpPr>
            <a:spLocks noGrp="1"/>
          </p:cNvSpPr>
          <p:nvPr/>
        </p:nvSpPr>
        <p:spPr>
          <a:xfrm>
            <a:off x="34194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AD956B0-E3E1-4B3F-A713-20604FBB1E42}"/>
              </a:ext>
            </a:extLst>
          </p:cNvPr>
          <p:cNvSpPr>
            <a:spLocks noGrp="1"/>
          </p:cNvSpPr>
          <p:nvPr/>
        </p:nvSpPr>
        <p:spPr>
          <a:xfrm>
            <a:off x="36195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693EED4-C34B-476C-A05C-38B0637DE99B}"/>
              </a:ext>
            </a:extLst>
          </p:cNvPr>
          <p:cNvSpPr>
            <a:spLocks noGrp="1"/>
          </p:cNvSpPr>
          <p:nvPr/>
        </p:nvSpPr>
        <p:spPr>
          <a:xfrm>
            <a:off x="38195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8B2C5C4-C2C9-42FE-8EE8-378B45742954}"/>
              </a:ext>
            </a:extLst>
          </p:cNvPr>
          <p:cNvSpPr>
            <a:spLocks noGrp="1"/>
          </p:cNvSpPr>
          <p:nvPr/>
        </p:nvSpPr>
        <p:spPr>
          <a:xfrm>
            <a:off x="38195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C84D47-32E8-4F3D-83B0-BF4FC732AFBD}"/>
              </a:ext>
            </a:extLst>
          </p:cNvPr>
          <p:cNvSpPr>
            <a:spLocks noGrp="1"/>
          </p:cNvSpPr>
          <p:nvPr/>
        </p:nvSpPr>
        <p:spPr>
          <a:xfrm>
            <a:off x="40195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B83E01B-9262-4526-BCB9-2187EC0793CA}"/>
              </a:ext>
            </a:extLst>
          </p:cNvPr>
          <p:cNvSpPr>
            <a:spLocks noGrp="1"/>
          </p:cNvSpPr>
          <p:nvPr/>
        </p:nvSpPr>
        <p:spPr>
          <a:xfrm>
            <a:off x="42195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9EBC9A3-4EB2-4057-958C-E6A96DD340ED}"/>
              </a:ext>
            </a:extLst>
          </p:cNvPr>
          <p:cNvSpPr>
            <a:spLocks noGrp="1"/>
          </p:cNvSpPr>
          <p:nvPr/>
        </p:nvSpPr>
        <p:spPr>
          <a:xfrm>
            <a:off x="42195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BADE945-6F7D-4C65-A0BA-2AF396D9BE71}"/>
              </a:ext>
            </a:extLst>
          </p:cNvPr>
          <p:cNvSpPr>
            <a:spLocks noGrp="1"/>
          </p:cNvSpPr>
          <p:nvPr/>
        </p:nvSpPr>
        <p:spPr>
          <a:xfrm>
            <a:off x="44196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EE0E3D-2886-4CA4-B35A-2058CB41D6EA}"/>
              </a:ext>
            </a:extLst>
          </p:cNvPr>
          <p:cNvSpPr>
            <a:spLocks noGrp="1"/>
          </p:cNvSpPr>
          <p:nvPr/>
        </p:nvSpPr>
        <p:spPr>
          <a:xfrm>
            <a:off x="46196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BE52685-0347-4160-ADC6-EC6CB23189D7}"/>
              </a:ext>
            </a:extLst>
          </p:cNvPr>
          <p:cNvSpPr>
            <a:spLocks noGrp="1"/>
          </p:cNvSpPr>
          <p:nvPr/>
        </p:nvSpPr>
        <p:spPr>
          <a:xfrm>
            <a:off x="46196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E350ADC-519C-4AD5-9AE5-2DB2D6423030}"/>
              </a:ext>
            </a:extLst>
          </p:cNvPr>
          <p:cNvSpPr>
            <a:spLocks noGrp="1"/>
          </p:cNvSpPr>
          <p:nvPr/>
        </p:nvSpPr>
        <p:spPr>
          <a:xfrm>
            <a:off x="48196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F43709-9C12-49C7-A075-E324BDEE209B}"/>
              </a:ext>
            </a:extLst>
          </p:cNvPr>
          <p:cNvSpPr>
            <a:spLocks noGrp="1"/>
          </p:cNvSpPr>
          <p:nvPr/>
        </p:nvSpPr>
        <p:spPr>
          <a:xfrm>
            <a:off x="50196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33FF0A9-C14C-40CD-890D-6BCA55B7B66D}"/>
              </a:ext>
            </a:extLst>
          </p:cNvPr>
          <p:cNvSpPr>
            <a:spLocks noGrp="1"/>
          </p:cNvSpPr>
          <p:nvPr/>
        </p:nvSpPr>
        <p:spPr>
          <a:xfrm>
            <a:off x="50196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2137F56-4BB1-446E-ADF8-A16656A4A4F1}"/>
              </a:ext>
            </a:extLst>
          </p:cNvPr>
          <p:cNvSpPr>
            <a:spLocks noGrp="1"/>
          </p:cNvSpPr>
          <p:nvPr/>
        </p:nvSpPr>
        <p:spPr>
          <a:xfrm>
            <a:off x="52197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AED1F9D-BC32-4DE5-99D5-34CC8361A059}"/>
              </a:ext>
            </a:extLst>
          </p:cNvPr>
          <p:cNvSpPr>
            <a:spLocks noGrp="1"/>
          </p:cNvSpPr>
          <p:nvPr/>
        </p:nvSpPr>
        <p:spPr>
          <a:xfrm>
            <a:off x="54197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D6DDD6-04C8-48B0-982C-8D298DC83988}"/>
              </a:ext>
            </a:extLst>
          </p:cNvPr>
          <p:cNvSpPr>
            <a:spLocks noGrp="1"/>
          </p:cNvSpPr>
          <p:nvPr/>
        </p:nvSpPr>
        <p:spPr>
          <a:xfrm>
            <a:off x="54197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2087F0D-49C3-49CB-BDC4-638FD70023F9}"/>
              </a:ext>
            </a:extLst>
          </p:cNvPr>
          <p:cNvSpPr>
            <a:spLocks noGrp="1"/>
          </p:cNvSpPr>
          <p:nvPr/>
        </p:nvSpPr>
        <p:spPr>
          <a:xfrm>
            <a:off x="56197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06F5617-E1F1-4841-93B1-8EAD7199E7DB}"/>
              </a:ext>
            </a:extLst>
          </p:cNvPr>
          <p:cNvSpPr>
            <a:spLocks noGrp="1"/>
          </p:cNvSpPr>
          <p:nvPr/>
        </p:nvSpPr>
        <p:spPr>
          <a:xfrm>
            <a:off x="58197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6BC5935-F227-493B-8FEB-1B7D9BAB1CB9}"/>
              </a:ext>
            </a:extLst>
          </p:cNvPr>
          <p:cNvSpPr>
            <a:spLocks noGrp="1"/>
          </p:cNvSpPr>
          <p:nvPr/>
        </p:nvSpPr>
        <p:spPr>
          <a:xfrm>
            <a:off x="58197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701F080-7C20-4DFC-96C4-2E6ACE5E5DB0}"/>
              </a:ext>
            </a:extLst>
          </p:cNvPr>
          <p:cNvSpPr>
            <a:spLocks noGrp="1"/>
          </p:cNvSpPr>
          <p:nvPr/>
        </p:nvSpPr>
        <p:spPr>
          <a:xfrm>
            <a:off x="60198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C2DB56-7641-4E8B-9901-DA9160840BE0}"/>
              </a:ext>
            </a:extLst>
          </p:cNvPr>
          <p:cNvSpPr>
            <a:spLocks noGrp="1"/>
          </p:cNvSpPr>
          <p:nvPr/>
        </p:nvSpPr>
        <p:spPr>
          <a:xfrm>
            <a:off x="62198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EFC3B30-9337-44A9-812C-40E68612311F}"/>
              </a:ext>
            </a:extLst>
          </p:cNvPr>
          <p:cNvSpPr>
            <a:spLocks noGrp="1"/>
          </p:cNvSpPr>
          <p:nvPr/>
        </p:nvSpPr>
        <p:spPr>
          <a:xfrm>
            <a:off x="62198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34F05E0-EF29-4487-A314-EF768E429E27}"/>
              </a:ext>
            </a:extLst>
          </p:cNvPr>
          <p:cNvSpPr>
            <a:spLocks noGrp="1"/>
          </p:cNvSpPr>
          <p:nvPr/>
        </p:nvSpPr>
        <p:spPr>
          <a:xfrm>
            <a:off x="64198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0D1E37F-DBD9-4330-BDEF-69894B3CD409}"/>
              </a:ext>
            </a:extLst>
          </p:cNvPr>
          <p:cNvSpPr>
            <a:spLocks noGrp="1"/>
          </p:cNvSpPr>
          <p:nvPr/>
        </p:nvSpPr>
        <p:spPr>
          <a:xfrm>
            <a:off x="66198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98C6F6C-874F-48D8-82B7-CA5DDA0BD605}"/>
              </a:ext>
            </a:extLst>
          </p:cNvPr>
          <p:cNvSpPr>
            <a:spLocks noGrp="1"/>
          </p:cNvSpPr>
          <p:nvPr/>
        </p:nvSpPr>
        <p:spPr>
          <a:xfrm>
            <a:off x="66198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3F9187B-FB6D-4EE8-8AAB-8F14549502CC}"/>
              </a:ext>
            </a:extLst>
          </p:cNvPr>
          <p:cNvSpPr>
            <a:spLocks noGrp="1"/>
          </p:cNvSpPr>
          <p:nvPr/>
        </p:nvSpPr>
        <p:spPr>
          <a:xfrm>
            <a:off x="68199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D3ED74E-20F2-42AD-B5FE-401792D717E3}"/>
              </a:ext>
            </a:extLst>
          </p:cNvPr>
          <p:cNvSpPr>
            <a:spLocks noGrp="1"/>
          </p:cNvSpPr>
          <p:nvPr/>
        </p:nvSpPr>
        <p:spPr>
          <a:xfrm>
            <a:off x="70199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62AE103-F140-4058-A923-13C9536434AF}"/>
              </a:ext>
            </a:extLst>
          </p:cNvPr>
          <p:cNvSpPr>
            <a:spLocks noGrp="1"/>
          </p:cNvSpPr>
          <p:nvPr/>
        </p:nvSpPr>
        <p:spPr>
          <a:xfrm>
            <a:off x="70199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D7180E2-A04F-40E7-A57E-22829F342CE9}"/>
              </a:ext>
            </a:extLst>
          </p:cNvPr>
          <p:cNvSpPr>
            <a:spLocks noGrp="1"/>
          </p:cNvSpPr>
          <p:nvPr/>
        </p:nvSpPr>
        <p:spPr>
          <a:xfrm>
            <a:off x="72199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856A96B-09C0-4D99-AEE8-211A737BB789}"/>
              </a:ext>
            </a:extLst>
          </p:cNvPr>
          <p:cNvSpPr>
            <a:spLocks noGrp="1"/>
          </p:cNvSpPr>
          <p:nvPr/>
        </p:nvSpPr>
        <p:spPr>
          <a:xfrm>
            <a:off x="74199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D18CBD0-824F-4BE0-A99B-1E2CC8F4F5E3}"/>
              </a:ext>
            </a:extLst>
          </p:cNvPr>
          <p:cNvSpPr>
            <a:spLocks noGrp="1"/>
          </p:cNvSpPr>
          <p:nvPr/>
        </p:nvSpPr>
        <p:spPr>
          <a:xfrm>
            <a:off x="74199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0457F0A-EC62-41B7-858C-76A9D1EE7E1C}"/>
              </a:ext>
            </a:extLst>
          </p:cNvPr>
          <p:cNvSpPr>
            <a:spLocks noGrp="1"/>
          </p:cNvSpPr>
          <p:nvPr/>
        </p:nvSpPr>
        <p:spPr>
          <a:xfrm>
            <a:off x="76200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E55B15-338D-45E6-A29B-0253F743B74B}"/>
              </a:ext>
            </a:extLst>
          </p:cNvPr>
          <p:cNvSpPr>
            <a:spLocks noGrp="1"/>
          </p:cNvSpPr>
          <p:nvPr/>
        </p:nvSpPr>
        <p:spPr>
          <a:xfrm>
            <a:off x="78200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27868E0-FB33-4C74-94C6-16EDAE0818BD}"/>
              </a:ext>
            </a:extLst>
          </p:cNvPr>
          <p:cNvSpPr>
            <a:spLocks noGrp="1"/>
          </p:cNvSpPr>
          <p:nvPr/>
        </p:nvSpPr>
        <p:spPr>
          <a:xfrm>
            <a:off x="78200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9F60BC7-CDC6-4A25-B4CB-5583FDA504D1}"/>
              </a:ext>
            </a:extLst>
          </p:cNvPr>
          <p:cNvSpPr>
            <a:spLocks noGrp="1"/>
          </p:cNvSpPr>
          <p:nvPr/>
        </p:nvSpPr>
        <p:spPr>
          <a:xfrm>
            <a:off x="80200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ABD7D5C-2CD4-46BE-8FAC-79E2D5D65E89}"/>
              </a:ext>
            </a:extLst>
          </p:cNvPr>
          <p:cNvSpPr>
            <a:spLocks noGrp="1"/>
          </p:cNvSpPr>
          <p:nvPr/>
        </p:nvSpPr>
        <p:spPr>
          <a:xfrm>
            <a:off x="82200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854733F-1C95-4260-89AA-775E9523E4F5}"/>
              </a:ext>
            </a:extLst>
          </p:cNvPr>
          <p:cNvSpPr>
            <a:spLocks noGrp="1"/>
          </p:cNvSpPr>
          <p:nvPr/>
        </p:nvSpPr>
        <p:spPr>
          <a:xfrm>
            <a:off x="82200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257D3E0-D69F-457B-8B38-21E5D8686162}"/>
              </a:ext>
            </a:extLst>
          </p:cNvPr>
          <p:cNvSpPr>
            <a:spLocks noGrp="1"/>
          </p:cNvSpPr>
          <p:nvPr/>
        </p:nvSpPr>
        <p:spPr>
          <a:xfrm>
            <a:off x="84201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A516EE2-14B4-4762-AF6C-E3DCAB56FD5C}"/>
              </a:ext>
            </a:extLst>
          </p:cNvPr>
          <p:cNvSpPr>
            <a:spLocks noGrp="1"/>
          </p:cNvSpPr>
          <p:nvPr/>
        </p:nvSpPr>
        <p:spPr>
          <a:xfrm>
            <a:off x="86201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73E410A-691C-4604-9B71-BB6C48C5959D}"/>
              </a:ext>
            </a:extLst>
          </p:cNvPr>
          <p:cNvSpPr>
            <a:spLocks noGrp="1"/>
          </p:cNvSpPr>
          <p:nvPr/>
        </p:nvSpPr>
        <p:spPr>
          <a:xfrm>
            <a:off x="86201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257C8A1-A751-432A-B9E6-32B4C2CA7F8C}"/>
              </a:ext>
            </a:extLst>
          </p:cNvPr>
          <p:cNvSpPr>
            <a:spLocks noGrp="1"/>
          </p:cNvSpPr>
          <p:nvPr/>
        </p:nvSpPr>
        <p:spPr>
          <a:xfrm>
            <a:off x="88201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D664E0A-E84A-4D6D-9E64-DDA0F7744602}"/>
              </a:ext>
            </a:extLst>
          </p:cNvPr>
          <p:cNvSpPr>
            <a:spLocks noGrp="1"/>
          </p:cNvSpPr>
          <p:nvPr/>
        </p:nvSpPr>
        <p:spPr>
          <a:xfrm>
            <a:off x="90201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B1185CD-F0F5-4AFC-8C1B-07EBE408D8C3}"/>
              </a:ext>
            </a:extLst>
          </p:cNvPr>
          <p:cNvSpPr>
            <a:spLocks noGrp="1"/>
          </p:cNvSpPr>
          <p:nvPr/>
        </p:nvSpPr>
        <p:spPr>
          <a:xfrm>
            <a:off x="90201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B4B9EB5-CECF-4874-AF5F-DAF181A2194A}"/>
              </a:ext>
            </a:extLst>
          </p:cNvPr>
          <p:cNvSpPr>
            <a:spLocks noGrp="1"/>
          </p:cNvSpPr>
          <p:nvPr/>
        </p:nvSpPr>
        <p:spPr>
          <a:xfrm>
            <a:off x="92202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D760B7F-A1FD-4EFB-A570-3ED3981A26FB}"/>
              </a:ext>
            </a:extLst>
          </p:cNvPr>
          <p:cNvSpPr>
            <a:spLocks noGrp="1"/>
          </p:cNvSpPr>
          <p:nvPr/>
        </p:nvSpPr>
        <p:spPr>
          <a:xfrm>
            <a:off x="94202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8123446-BCB2-49A9-B5AF-313A27BCD72E}"/>
              </a:ext>
            </a:extLst>
          </p:cNvPr>
          <p:cNvSpPr>
            <a:spLocks noGrp="1"/>
          </p:cNvSpPr>
          <p:nvPr/>
        </p:nvSpPr>
        <p:spPr>
          <a:xfrm>
            <a:off x="94202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0ECEFB5-6607-4DC7-BFB5-959C35B9F8FE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9ECDC90-5889-4EFC-95C8-A189EDD1688D}"/>
              </a:ext>
            </a:extLst>
          </p:cNvPr>
          <p:cNvSpPr>
            <a:spLocks noGrp="1"/>
          </p:cNvSpPr>
          <p:nvPr/>
        </p:nvSpPr>
        <p:spPr>
          <a:xfrm>
            <a:off x="98202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DB7DE8D-D3F2-4E1B-A030-66E5262A630D}"/>
              </a:ext>
            </a:extLst>
          </p:cNvPr>
          <p:cNvSpPr>
            <a:spLocks noGrp="1"/>
          </p:cNvSpPr>
          <p:nvPr/>
        </p:nvSpPr>
        <p:spPr>
          <a:xfrm>
            <a:off x="98202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D694BE6-FC8D-48E4-BB03-D54C34CC062F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tick_en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FC382F0-EF83-4F99-AEB0-7FC619309C48}"/>
              </a:ext>
            </a:extLst>
          </p:cNvPr>
          <p:cNvSpPr>
            <a:spLocks noGrp="1"/>
          </p:cNvSpPr>
          <p:nvPr/>
        </p:nvSpPr>
        <p:spPr>
          <a:xfrm>
            <a:off x="1504950" y="19621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34F0B38-D8C2-444B-9CFB-CD70188112EB}"/>
              </a:ext>
            </a:extLst>
          </p:cNvPr>
          <p:cNvSpPr>
            <a:spLocks noGrp="1"/>
          </p:cNvSpPr>
          <p:nvPr/>
        </p:nvSpPr>
        <p:spPr>
          <a:xfrm>
            <a:off x="15430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7D012BB-958F-4B05-A31C-F46730CCFEF6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890CA43-CDFE-4EA6-8E6D-05BE58807DC4}"/>
              </a:ext>
            </a:extLst>
          </p:cNvPr>
          <p:cNvSpPr>
            <a:spLocks noGrp="1"/>
          </p:cNvSpPr>
          <p:nvPr/>
        </p:nvSpPr>
        <p:spPr>
          <a:xfrm>
            <a:off x="47434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C00741B-8143-4BAC-8320-791B36EC336F}"/>
              </a:ext>
            </a:extLst>
          </p:cNvPr>
          <p:cNvSpPr>
            <a:spLocks noGrp="1"/>
          </p:cNvSpPr>
          <p:nvPr/>
        </p:nvSpPr>
        <p:spPr>
          <a:xfrm>
            <a:off x="63436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34936AE-A7BD-461F-97B6-A71EAB115784}"/>
              </a:ext>
            </a:extLst>
          </p:cNvPr>
          <p:cNvSpPr>
            <a:spLocks noGrp="1"/>
          </p:cNvSpPr>
          <p:nvPr/>
        </p:nvSpPr>
        <p:spPr>
          <a:xfrm>
            <a:off x="79438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8C5EE0E-96FF-46A2-B70F-E60A4E8C4952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CSN_n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3F25F54-A79D-45FE-99C2-5A35F0797B9A}"/>
              </a:ext>
            </a:extLst>
          </p:cNvPr>
          <p:cNvSpPr>
            <a:spLocks noGrp="1"/>
          </p:cNvSpPr>
          <p:nvPr/>
        </p:nvSpPr>
        <p:spPr>
          <a:xfrm>
            <a:off x="1504950" y="24955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61F8804-9E54-4C02-BB1A-5B6FD70444C9}"/>
              </a:ext>
            </a:extLst>
          </p:cNvPr>
          <p:cNvSpPr>
            <a:spLocks noGrp="1"/>
          </p:cNvSpPr>
          <p:nvPr/>
        </p:nvSpPr>
        <p:spPr>
          <a:xfrm>
            <a:off x="1504950" y="2266950"/>
            <a:ext cx="11430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4731725-EF94-4B9D-A260-4978AD093FE5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8575" cy="2476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19F64C6-EBCA-451C-B6F7-E7D3D8AED80D}"/>
              </a:ext>
            </a:extLst>
          </p:cNvPr>
          <p:cNvSpPr>
            <a:spLocks noGrp="1"/>
          </p:cNvSpPr>
          <p:nvPr/>
        </p:nvSpPr>
        <p:spPr>
          <a:xfrm>
            <a:off x="1619250" y="2514600"/>
            <a:ext cx="480060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1823F0E-77D2-4AFE-87DB-0308182483B9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28575" cy="2476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69A3972-EE2B-4499-8D2F-3B0D56BC791A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434340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3AB0DAD-3DFB-4B30-BD01-605BB2FA54CE}"/>
              </a:ext>
            </a:extLst>
          </p:cNvPr>
          <p:cNvSpPr>
            <a:spLocks noGrp="1"/>
          </p:cNvSpPr>
          <p:nvPr/>
        </p:nvSpPr>
        <p:spPr>
          <a:xfrm>
            <a:off x="514350" y="29337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RDN_n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BE35BAB-E6FD-4978-8E58-6E5509DE2B14}"/>
              </a:ext>
            </a:extLst>
          </p:cNvPr>
          <p:cNvSpPr>
            <a:spLocks noGrp="1"/>
          </p:cNvSpPr>
          <p:nvPr/>
        </p:nvSpPr>
        <p:spPr>
          <a:xfrm>
            <a:off x="1504950" y="30289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C957106-91B9-4258-B96A-A75724A0806D}"/>
              </a:ext>
            </a:extLst>
          </p:cNvPr>
          <p:cNvSpPr>
            <a:spLocks noGrp="1"/>
          </p:cNvSpPr>
          <p:nvPr/>
        </p:nvSpPr>
        <p:spPr>
          <a:xfrm>
            <a:off x="1504950" y="2800350"/>
            <a:ext cx="1714500" cy="28575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3EE2CF3-5A2C-4E02-A898-4D27872EF632}"/>
              </a:ext>
            </a:extLst>
          </p:cNvPr>
          <p:cNvSpPr>
            <a:spLocks noGrp="1"/>
          </p:cNvSpPr>
          <p:nvPr/>
        </p:nvSpPr>
        <p:spPr>
          <a:xfrm>
            <a:off x="3219450" y="2800350"/>
            <a:ext cx="28575" cy="2476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C5BA4C5-4103-4429-BA9A-7A0A11E3AEA2}"/>
              </a:ext>
            </a:extLst>
          </p:cNvPr>
          <p:cNvSpPr>
            <a:spLocks noGrp="1"/>
          </p:cNvSpPr>
          <p:nvPr/>
        </p:nvSpPr>
        <p:spPr>
          <a:xfrm>
            <a:off x="3219450" y="3048000"/>
            <a:ext cx="3200400" cy="47625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FB7CEF8-0299-4226-B444-9F064A43972A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28575" cy="2476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5464D24-B35D-489C-924A-96F86E23EBD6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4343400" cy="28575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5A549C4A-A27E-4C51-8671-48D7548ACF35}"/>
              </a:ext>
            </a:extLst>
          </p:cNvPr>
          <p:cNvSpPr>
            <a:spLocks noGrp="1"/>
          </p:cNvSpPr>
          <p:nvPr/>
        </p:nvSpPr>
        <p:spPr>
          <a:xfrm>
            <a:off x="3429000" y="3171825"/>
            <a:ext cx="1924050" cy="2095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7E409D8-DA6C-4048-912C-954D60594031}"/>
              </a:ext>
            </a:extLst>
          </p:cNvPr>
          <p:cNvSpPr>
            <a:spLocks noGrp="1"/>
          </p:cNvSpPr>
          <p:nvPr/>
        </p:nvSpPr>
        <p:spPr>
          <a:xfrm>
            <a:off x="3524250" y="3238500"/>
            <a:ext cx="16573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tV-DR window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13A06FE-8606-4F10-8F54-2AE02355EC9E}"/>
              </a:ext>
            </a:extLst>
          </p:cNvPr>
          <p:cNvSpPr>
            <a:spLocks noGrp="1"/>
          </p:cNvSpPr>
          <p:nvPr/>
        </p:nvSpPr>
        <p:spPr>
          <a:xfrm>
            <a:off x="514350" y="34671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DATA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77E2EC2-299D-463D-8206-7DD428DF8E82}"/>
              </a:ext>
            </a:extLst>
          </p:cNvPr>
          <p:cNvSpPr>
            <a:spLocks noGrp="1"/>
          </p:cNvSpPr>
          <p:nvPr/>
        </p:nvSpPr>
        <p:spPr>
          <a:xfrm>
            <a:off x="1504950" y="35623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2B5033EE-388E-4827-9A1E-35E283305693}"/>
              </a:ext>
            </a:extLst>
          </p:cNvPr>
          <p:cNvSpPr>
            <a:spLocks noGrp="1"/>
          </p:cNvSpPr>
          <p:nvPr/>
        </p:nvSpPr>
        <p:spPr>
          <a:xfrm>
            <a:off x="3733800" y="3352800"/>
            <a:ext cx="2476500" cy="361950"/>
          </a:xfrm>
          <a:prstGeom prst="rect">
            <a:avLst/>
          </a:prstGeom>
          <a:solidFill>
            <a:srgbClr val="EAF7EF"/>
          </a:solidFill>
          <a:ln w="13335">
            <a:solidFill>
              <a:srgbClr val="2F855A"/>
            </a:solidFill>
            <a:prstDash val="solid"/>
          </a:ln>
        </p:spPr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ACC17B4-463F-4AF2-8124-CAB4CBF3E8B2}"/>
              </a:ext>
            </a:extLst>
          </p:cNvPr>
          <p:cNvSpPr>
            <a:spLocks noGrp="1"/>
          </p:cNvSpPr>
          <p:nvPr/>
        </p:nvSpPr>
        <p:spPr>
          <a:xfrm>
            <a:off x="4038600" y="34480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valid read data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8F45B8A6-94CB-43D7-8B84-76A21BAE81F5}"/>
              </a:ext>
            </a:extLst>
          </p:cNvPr>
          <p:cNvSpPr>
            <a:spLocks noGrp="1"/>
          </p:cNvSpPr>
          <p:nvPr/>
        </p:nvSpPr>
        <p:spPr>
          <a:xfrm>
            <a:off x="1562100" y="344805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Hi-Z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271B3EAC-99AB-42DE-B6A3-140F4C75D69A}"/>
              </a:ext>
            </a:extLst>
          </p:cNvPr>
          <p:cNvSpPr>
            <a:spLocks noGrp="1"/>
          </p:cNvSpPr>
          <p:nvPr/>
        </p:nvSpPr>
        <p:spPr>
          <a:xfrm>
            <a:off x="6496050" y="3448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hold tH-DR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1EC39DF3-E1E2-4555-825D-CB8CBD1906AE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sample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18F90FF-1D44-49BB-BE95-64C8C61CE247}"/>
              </a:ext>
            </a:extLst>
          </p:cNvPr>
          <p:cNvSpPr>
            <a:spLocks noGrp="1"/>
          </p:cNvSpPr>
          <p:nvPr/>
        </p:nvSpPr>
        <p:spPr>
          <a:xfrm>
            <a:off x="1504950" y="40957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955F2E9-BF6C-4250-A242-7CF36F9C87CB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152400" cy="285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946A125-B86E-4F27-AC8B-0B0AA51DC0BC}"/>
              </a:ext>
            </a:extLst>
          </p:cNvPr>
          <p:cNvSpPr>
            <a:spLocks noGrp="1"/>
          </p:cNvSpPr>
          <p:nvPr/>
        </p:nvSpPr>
        <p:spPr>
          <a:xfrm>
            <a:off x="5867400" y="42481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IOB capture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36852D2-AC2D-4E1A-901C-7B13B494D14C}"/>
              </a:ext>
            </a:extLst>
          </p:cNvPr>
          <p:cNvSpPr>
            <a:spLocks noGrp="1"/>
          </p:cNvSpPr>
          <p:nvPr/>
        </p:nvSpPr>
        <p:spPr>
          <a:xfrm>
            <a:off x="514350" y="45339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EF_pin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A746C81-B428-45CC-9826-3DE5C94696A6}"/>
              </a:ext>
            </a:extLst>
          </p:cNvPr>
          <p:cNvSpPr>
            <a:spLocks noGrp="1"/>
          </p:cNvSpPr>
          <p:nvPr/>
        </p:nvSpPr>
        <p:spPr>
          <a:xfrm>
            <a:off x="1504950" y="46291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B5B22B0-2A31-4923-882A-95DB48028176}"/>
              </a:ext>
            </a:extLst>
          </p:cNvPr>
          <p:cNvSpPr>
            <a:spLocks noGrp="1"/>
          </p:cNvSpPr>
          <p:nvPr/>
        </p:nvSpPr>
        <p:spPr>
          <a:xfrm>
            <a:off x="1504950" y="4648200"/>
            <a:ext cx="558165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A48900A-EDE5-4EF4-9E64-9AABBB8E9922}"/>
              </a:ext>
            </a:extLst>
          </p:cNvPr>
          <p:cNvSpPr>
            <a:spLocks noGrp="1"/>
          </p:cNvSpPr>
          <p:nvPr/>
        </p:nvSpPr>
        <p:spPr>
          <a:xfrm>
            <a:off x="7086600" y="4400550"/>
            <a:ext cx="28575" cy="2476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AEEFFA51-C36E-452F-8AB1-42DA4B80EA31}"/>
              </a:ext>
            </a:extLst>
          </p:cNvPr>
          <p:cNvSpPr>
            <a:spLocks noGrp="1"/>
          </p:cNvSpPr>
          <p:nvPr/>
        </p:nvSpPr>
        <p:spPr>
          <a:xfrm>
            <a:off x="7086600" y="4400550"/>
            <a:ext cx="3676650" cy="28575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121" name="화살표: 오른쪽 120">
            <a:extLst>
              <a:ext uri="{FF2B5EF4-FFF2-40B4-BE49-F238E27FC236}">
                <a16:creationId xmlns:a16="http://schemas.microsoft.com/office/drawing/2014/main" id="{5F711A3E-0A4B-4BD0-A9F7-E7A12B845CB9}"/>
              </a:ext>
            </a:extLst>
          </p:cNvPr>
          <p:cNvSpPr>
            <a:spLocks noGrp="1"/>
          </p:cNvSpPr>
          <p:nvPr/>
        </p:nvSpPr>
        <p:spPr>
          <a:xfrm>
            <a:off x="6534150" y="4743450"/>
            <a:ext cx="1428750" cy="209550"/>
          </a:xfrm>
          <a:prstGeom prst="rightArrow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9FD41FF-FF20-4F30-92DD-B2CCD137C5CC}"/>
              </a:ext>
            </a:extLst>
          </p:cNvPr>
          <p:cNvSpPr>
            <a:spLocks noGrp="1"/>
          </p:cNvSpPr>
          <p:nvPr/>
        </p:nvSpPr>
        <p:spPr>
          <a:xfrm>
            <a:off x="6629400" y="4810125"/>
            <a:ext cx="11620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tS-EF max 11.8 ns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6317E05-9D7C-4A9F-B15F-32F0525184A8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EF_sync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C6282CE-5A46-435B-A94D-F50BB5312799}"/>
              </a:ext>
            </a:extLst>
          </p:cNvPr>
          <p:cNvSpPr>
            <a:spLocks noGrp="1"/>
          </p:cNvSpPr>
          <p:nvPr/>
        </p:nvSpPr>
        <p:spPr>
          <a:xfrm>
            <a:off x="1504950" y="51625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BD8186E-B202-4A19-8565-55A0E003DC15}"/>
              </a:ext>
            </a:extLst>
          </p:cNvPr>
          <p:cNvSpPr>
            <a:spLocks noGrp="1"/>
          </p:cNvSpPr>
          <p:nvPr/>
        </p:nvSpPr>
        <p:spPr>
          <a:xfrm>
            <a:off x="1504950" y="5181600"/>
            <a:ext cx="718185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A1075D2-1466-4AEC-8492-C21517F277FB}"/>
              </a:ext>
            </a:extLst>
          </p:cNvPr>
          <p:cNvSpPr>
            <a:spLocks noGrp="1"/>
          </p:cNvSpPr>
          <p:nvPr/>
        </p:nvSpPr>
        <p:spPr>
          <a:xfrm>
            <a:off x="8686800" y="4933950"/>
            <a:ext cx="28575" cy="2476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26209C9-15DA-42D8-BC7A-4959AB012941}"/>
              </a:ext>
            </a:extLst>
          </p:cNvPr>
          <p:cNvSpPr>
            <a:spLocks noGrp="1"/>
          </p:cNvSpPr>
          <p:nvPr/>
        </p:nvSpPr>
        <p:spPr>
          <a:xfrm>
            <a:off x="8686800" y="4933950"/>
            <a:ext cx="2076450" cy="28575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D5EB62B5-4FEC-46E6-9230-9AD706FDCBF8}"/>
              </a:ext>
            </a:extLst>
          </p:cNvPr>
          <p:cNvSpPr>
            <a:spLocks noGrp="1"/>
          </p:cNvSpPr>
          <p:nvPr/>
        </p:nvSpPr>
        <p:spPr>
          <a:xfrm>
            <a:off x="7258050" y="527685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2-FF sync latency: chip_ctrl sees empty later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E51E169-74B6-4B89-A7B4-00577D5185C3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767B3B39-8075-46D7-9D8F-2C43CDFFFDC1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483"/>
          </a:bodyPr>
          <a:lstStyle/>
          <a:p>
            <a:pPr algn="ctr">
              <a:defRPr sz="863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200 MHz: raw EF guard 3clk=15ns, EF_sync 관측은 4clk 이상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375B9BD9-B42B-4BB8-93DD-83FC978913EE}"/>
              </a:ext>
            </a:extLst>
          </p:cNvPr>
          <p:cNvSpPr>
            <a:spLocks noGrp="1"/>
          </p:cNvSpPr>
          <p:nvPr/>
        </p:nvSpPr>
        <p:spPr>
          <a:xfrm>
            <a:off x="4095750" y="55816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39FD2B7-A7A8-4FE6-8652-EE9B66331F11}"/>
              </a:ext>
            </a:extLst>
          </p:cNvPr>
          <p:cNvSpPr>
            <a:spLocks noGrp="1"/>
          </p:cNvSpPr>
          <p:nvPr/>
        </p:nvSpPr>
        <p:spPr>
          <a:xfrm>
            <a:off x="426720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018"/>
          </a:bodyPr>
          <a:lstStyle/>
          <a:p>
            <a:pPr algn="ctr">
              <a:defRPr sz="863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250 MHz: raw 3clk=12ns로 타이트, div=1/ticks=5는 50MHz라 금지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83E4C3AB-D6C3-40F1-B4C7-836E6F0B8EC0}"/>
              </a:ext>
            </a:extLst>
          </p:cNvPr>
          <p:cNvSpPr>
            <a:spLocks noGrp="1"/>
          </p:cNvSpPr>
          <p:nvPr/>
        </p:nvSpPr>
        <p:spPr>
          <a:xfrm>
            <a:off x="7620000" y="55816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4542572-D79C-4696-BDAA-9FEE39B9F164}"/>
              </a:ext>
            </a:extLst>
          </p:cNvPr>
          <p:cNvSpPr>
            <a:spLocks noGrp="1"/>
          </p:cNvSpPr>
          <p:nvPr/>
        </p:nvSpPr>
        <p:spPr>
          <a:xfrm>
            <a:off x="779145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339"/>
          </a:bodyPr>
          <a:lstStyle/>
          <a:p>
            <a:pPr algn="ctr">
              <a:defRPr sz="863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계약: 40 MHz 이하 readout, expected count 또는 guard 기반 stop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A9A9E23-B0EC-469B-97EF-AAC6670A3FF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p.7,p.27 / bus_phy:683-690 / cfg_pkg:266-305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878A88C-1810-4AE9-BD6E-C96A6D58250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03DBC67-66E2-4671-B652-B72B766BF08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5795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3CA8A1B9-FB57-47FD-8A5C-9BC76E8B91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D1CA78-2B51-4FAC-82CC-156278DDE61B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1E96EF-D4CC-4B58-9F70-13669513D48D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9E8413-BAE7-47F8-A184-E3DE16D927F1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132137-7545-4F91-A8E5-EF0D5089392F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20BF0E-0AFA-47EE-9531-BD9167865E88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59BCBA-AD4D-48F5-8110-A2785F2A2A7B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8801EF-147F-44FD-A443-19792334D3BC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0AC2B2-262A-4202-9F90-08347D050648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400373B-BD5E-45E0-8E61-7A948F0CFE1D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79C18E-61B0-40B2-A977-5A16C8EB7181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0C113F0-0773-4336-9DC1-6F9DCC76E050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C9A84F-AB30-4988-9215-ED5337C10EBE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AE4469-2705-4795-90E6-E659D8177D8C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49B942-A860-4A42-8198-8242A129C5D8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69034E60-D729-4A14-999A-B97C55C3D7F2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2F191C-078D-4FBD-90B3-CFD7B86E9104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07F138-5D65-4E46-A592-F4A594713E4A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92F922-1F2B-4988-A733-DDC908204EFD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35F629-CB63-470F-A7A0-9FF94B833567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7A37F9-DCF7-48E7-99B8-CA413EF80BB3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31C367E-278C-44B1-A1EB-ED4C5C88C49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7B92D4-4255-4EB0-8209-BA136450D98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0EA358-F963-4A9B-BC13-5ABB67F9EAC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81FC79-C897-4E0E-8775-CB14FA967D13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F90403-E1E5-4433-B320-81FE0DA885BB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186CF75-7EDE-45D3-A90B-FCD0DFE32529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F35B3C-B35A-4608-BB32-BAB43F7B3A7E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B9AACEA-04BF-47BC-8471-A50FC30F948E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DE4A7FB-39B8-40CD-9F44-07B05122F55D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3BAD74E-B1AE-4944-BE98-FD89804A6E47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C2FA1B1-89FA-4DF3-8E83-C7098C39BC3C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CB17D9E-356A-461F-AE97-A6D39B2C0FEE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CD415D4-B7B1-4283-98BE-61FD910FF40E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DF29F82-F152-4740-90B9-C924C76AD638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EA932DA-8BBE-4A57-9542-6A20D56C7E9D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0D3AF3-AA9B-4BBA-8ADA-15B68CB588BD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0BAD078-F7A3-4989-965B-B079F296DCB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E1536BC-EA0C-4017-B2BD-CEC86EBC972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6EF372C-BC89-4564-A471-E1F01C41F2E7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854386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8667BA00-3A2B-4DDF-8A65-8C02A32C2E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882A23-67EA-48A4-BB18-EB88BAC470E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5C0597-F21D-4727-BDEB-21AF42C0FC13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FC98EF-72AC-4831-8A08-5FF26925DED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97E296-5913-468E-98FF-224D9D3F85C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F20C190-11E2-435C-A789-0FBE4C201BCB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1099968-2F84-40AF-A457-09504F45369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4BE52F-E53A-479C-9242-93AE3F70740E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7037CB-B01B-4750-A5CE-D7D9E2188A44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9A4098-950D-4643-8C7F-99EE56432B43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1DB032-AA90-47B6-9428-D10D6B93D150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CC5F7B-B8CE-4255-AF60-3A9FDD96F94F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A268CC-AF43-4DD6-A043-D569FE7C9B6A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453398F-B184-48C6-A109-04A0F36FC2CA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01605-DC58-4C8F-8AFE-3116F1E349FA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B5B542-C92F-41D0-9731-801A8D46BCB3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C9C425-AAC7-450B-8A84-4225D888861B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41CAE8E-7B63-4462-A07B-AD5F45D9650F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CAA04E4-40CF-460B-B246-0290F0BD2AA0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335EA3-9374-4A3F-9928-A3F489B51562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381684-4EC3-405D-AE91-9775B0014521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3962884-3DCE-46B3-8F9B-0C4C2E8D237B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D3F457-3DF4-420A-A02E-723086FD5DEC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C8B880-03EE-4ECA-A9EF-CFBEF4F3E64F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7374B8D-2EBD-4AF8-B2E7-D826873D0FEF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AA358B7-FE85-45CF-98A0-61E6E21D2F2A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E465825-DB17-4580-A319-E248945927A8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94CD8F-E8E5-4532-BC6A-C40DBE788D29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29B98D-6F8E-4D1B-9057-04E80C96B646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1DA558-36CA-4B17-AD92-C0642C3BA6EF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6B90C21-1297-420A-A970-12B5A5D52166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B940B47-4960-4C69-9C9A-1C4AFD171C3E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E44E56-432B-4DD7-A4B5-48C903825708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18E1A45-5DB3-4814-BE0C-10941B74E97A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08751B5-80B2-4F4E-B2D5-46A29DA3D562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B775346-B10B-4103-A700-943938C8D00A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68ED408-923C-4892-8BD5-DB62D45AA9B4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F2454B6-425F-4A42-86F5-5CCA0C2AA105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1ABE64A-8729-466E-85AC-ADD7F288CD5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91664C-2DF0-4406-895B-0E6590CD6B3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D3B5557-1242-4DAF-9F2D-0E743DCA8FA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12094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5C6005EB-EF53-4B82-ADCC-5E655B588A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F6511-AB58-4EF5-9B05-C56B3A2FC23B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23AA3F-BFDB-4C2A-AB46-727781C375E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F76189-E41C-47A7-B0CA-FE4C929703A8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CBFE72-6B90-42B4-B16D-C1A241654871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955B26-955C-4328-8923-20A7A1F5C42E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F6C0F8-9881-4E67-8B79-11F4A9A4D540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15D91C-5E27-427F-97FD-12DF2870C2B4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9E6951-72AD-4BEF-B710-A76AF9BA7BC1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D9F5B56-A32F-4710-BD55-A25C65BDD60E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D8B0FA-394E-42A9-8863-DB4B3D424C0F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693923-56EA-4561-AD06-DE93CE84E693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5DF863-7500-4012-ABC5-C7FD28C55B23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62D73C2-C716-4599-9AC9-4CA890B8C42D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E5B4FD-89CB-4771-A23E-CE560F0A31B4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E4ACB4-E6D2-4E92-9D17-EBBF0DB8D295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0CFEEB-3B98-4765-9B53-AD71B6348A45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7F5B9-2DD7-4F31-BDE3-8DF2051A51C8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0EBBDA-986E-4686-BDEF-72B58B92C5C9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C17B648-1491-45AA-94F2-328B2EC3DDD1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85FBA6-6D3E-4A0B-9991-55C077E8D416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2AEF158-B8E1-4E10-B889-1A2EF49AEA1F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4367F46-7373-433B-B1D3-5E1CD5061F8A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8AB4FCB-8C47-4EE4-93A4-ABD089993B8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48D5D6E-4ECE-4018-95F8-36D268726C6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F9382DF-9E4D-4716-AF2E-F75522D0AEF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96415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10C6F90-7A7C-4650-B1A3-D9E7654C88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D0A213-0360-4795-98A3-33D5D27F70A0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871583-017F-4CC4-93D5-BA499150696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9EB2F0-6441-465D-B227-5D79F067804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7E5CFC-29C8-4EB1-BE66-6E63D1DA9AF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019B189-FA0C-4F6F-8509-DBE70A837B56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80430A-9FC4-46DE-AF39-8D607A6C444A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7F874A-72F9-4A2F-B3CD-7FF8F66A467C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8B338F-C65D-4D66-BD64-6AE0DA932C6E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F1564A8-6461-4536-87C7-B50202C58FED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6CE341-A87B-41CE-A303-98C903A15558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3E5E7F-FBBC-4525-98D7-511A48F9024F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D02277-CB82-4298-B0C1-3DC86E3D31F0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CB95FE-8CD8-4F5D-AE50-77A6A1CC6D57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404321-BA6B-4136-846E-4ED0E6DC14F5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3FE1B7-8C6E-4D4B-9D7D-ACF6BBE636F4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794C9B-6880-45EF-9681-4B2CAECCA457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2100CC-6395-4F8A-8CC1-665BB761255D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C459EC-6792-4FD3-ABDD-D858B660EB49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F229C6-99DC-4B08-A06F-82CBC9FD56CA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F5C86E-9B3D-4BF8-9C8B-11D038B14CFE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5F66BE-24F3-4308-B493-F1213770532C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15EAFD0-B136-498D-8392-443AEB3D43F3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0F72EEBE-901B-43F3-935F-5AA9402C102F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8537E1F-53D8-44BB-BD79-67D57203CEC3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C1BEC03-6C7B-4523-BE73-CBF6915920F4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B859F4-4C05-4A8F-9A03-ABB0F3549A0A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EE7E96-98F4-4F5D-BA85-853ACA4A77B3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8D25C8F-032A-4AC5-9E4F-812B7510D844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F5D6840-8B6B-4D2B-911E-B3F6063FC93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B923CD5-A1F8-4A27-B60F-9EDE7AF38C0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620FEB-27A6-478B-B26E-E1253ECB679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5280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D93ECDDD-78A4-4696-8D94-B54885DACB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52123A-63D4-42CC-9041-8FFC7106B72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80968A-61B0-4035-8525-EE144B89FB17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00FF90-394E-4933-9EFE-0484FD4DE75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77602F-4EE9-4FF9-A005-D3B282414A1A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50853AD-F538-40EE-A7F0-5867549B1B84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427A2B-EA5B-4FCB-B484-A4780AA96E5E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961CBF59-B005-4B96-A48C-95377F7D6B87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B4F59D-B608-4A1A-9888-1BE730D6FCD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0728CB-5A02-423C-8B40-2DF1CA8A9E10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84B254-5A37-442D-A9FA-4797AD0B0623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6E8053-F5AE-435B-8E93-C0680497FE85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77824FB8-E3E4-4502-A1DE-CCCEDCE838B7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82D9895-BE39-4409-A06A-4EEB483D3460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7F3C50-9DEE-4BDF-A07E-2E83286A7027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E8E1F7BB-4DC7-40E8-941F-71BFF1E66AFA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092C8B-D093-4B77-80CE-15A33B9D2DC6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ABD211-63CE-4825-B034-D6FF56BBA2D2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37A863E-2404-4ED6-96A8-5CF6FD0B7F43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771ADE-6A2D-4F3D-9B92-D180718C8E2E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6901A2D-8692-48F0-A7B4-E989435E2D43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A0C319-329E-4858-BE44-E9A8CC7A61BA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08B187-BFFA-4A0E-A819-B84C95888CCF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E13E2C2-DF4E-4A7C-B936-8FDC14C28180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930653-4655-4167-9273-98DC40A6B6A7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642FE0-59F3-471F-A162-ED62F9DAF495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0FBDF3D-4F61-4BF0-8D94-14BFA82E66F1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311E0E8-FF44-4CD0-A05A-4CE3AF731F36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AAF909DD-5489-40EF-8AF2-8D015FDDF72F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B782A9F-EE5D-464C-A27B-A4694E54FF74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E68BC3-7C0B-40E7-9FB8-3BB3112DD828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DF19A488-0440-43E0-A059-9D0A1537C9A0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B3BEB69-188D-427A-8240-B29B48D74247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8084AF-D954-4ABB-9BFB-97C771357DEC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132FCF0-E1F5-4B76-8E54-208CC828AF4B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183989-7F21-4568-875F-5C07421AC835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20BC44F6-1713-4BE4-9F6F-B434BA710308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DF4135-437F-4681-AE64-95B2908B126A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E60B1BB-30B8-4835-9CB5-D14B3965D0F5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3E65A611-301C-4F15-8A74-77765128AD59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C75125-82B1-4C5C-9AA7-024F78848E28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700255B-EFC6-4B15-BB31-F28DCD2BFE71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3BCE311-67A2-46C0-99EC-98AE46AFF5DC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001D0B3-629F-4387-97EB-0350346FFAB1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48B59811-79CB-4132-AB1A-743BFD062477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21EAC04-6C13-41E6-8837-D19BE786C031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FED921A-4222-400E-9D33-1CE8CA793F9D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312A33D8-FFC9-4FC8-8A1D-24B58C3AA8BE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30844AD-0999-44ED-8D1E-4C4C2FAD1EF8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58CDF53-E7BE-4B29-A516-A2C22564A1CF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CADFEC-F550-4EC5-A65D-FFE76CEC4342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8D51DA7-1D0E-49BA-942A-F3DEC6E78254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43C26F5B-2C87-4C36-94AA-A70A4DDF88CC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D9E98FC-A2A1-44C1-BC07-2CC428D97298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ECC7D19-36D8-401A-B4AD-710DB147A1CE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ABC6817-41F6-4226-B7F0-8CCEE7B655A8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53DFB24-CC68-4E14-B327-3C651F596A06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72BA5B7-FECB-4DB3-8B91-3FA5770E9259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224569F-5FDF-4CAF-B682-4B117A4426BC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B08534C-92FA-4C7C-836D-93BE12C1C36D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tS-EF guard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337C1AC-C96A-4ECA-B0B2-97DE9901DBC5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 raw pin: 3clk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EF_sync: 4clk 이상으로 관측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FBBBE12-B76D-4FC1-978B-E6F4CCC57201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C911B2C-9E16-46AA-8576-2F440B612208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7783B47-B4EE-432A-A385-5771B81DC9BF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250 MHz 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6A9C3C3-5130-461F-8EC5-616BAE6B92EF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3clk=12ns는 margin 0.2ns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readout은 ticks*div&gt;=7 필요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3113505-A2C7-497B-86EA-BA2BBB0F733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C76C920-15A3-45C8-973C-FBFE4610BC0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8523300-AC49-493A-9610-B2ABA892A5B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88686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35F45B1C-7DDE-4886-B461-EAAA4A76D9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47F4F4-1D0A-4152-8946-1946EEA6BB08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E3B024-006D-420D-AAAF-E3660089F4EA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456570-1C40-4EC1-8B1B-F42E0849135F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C36532-B065-4F07-959B-6E38629EE73B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062C01-089E-4496-A060-FA94B4675C60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EDBAE0-4761-44E9-BCBA-90E315933B20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19B5A0-B3E4-4E87-8F46-41BB0B15E4D8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5659DC-F9E6-4AAB-8CDB-96952AB27327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3DD420-F19B-4D8F-B1E2-A0F2BB60A4D6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039CFC-9A85-4F94-9A92-A351D7B7B767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8D56E4-74F6-4B88-93B2-6696E496262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8F7DF5-1F42-48A0-8210-319C3A8BE8BF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751FA6-A3D9-474F-A0E7-E5DC3E201E44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9A63CD-7E8D-42AD-846B-055E39797881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30D1A3F-4380-46CB-9F1F-F80993D0186F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8757D4-E0DB-4D30-8DC9-870751A44847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c_BUS_CLK_DIV_MIN=1 전환 목표. div=1은 ticks&gt;=5를 Bus_Phy/upstream에서 강제해야 함.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FAB58A8-BFCD-42B5-93AD-2F513DCB4F1A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93C9A2-74DB-4F95-AD12-BC7EFA398116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FFE1DD-0A9C-496E-8C14-AA4C9C98AF3D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817FA9-2AF2-44B6-869C-D8DD1D5A7982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D155B5-D2AE-4904-9CE9-2561F7152A38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E07EFB-90DE-4542-ACDC-4DA8437D3F97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out clock port 필요. SYNC는 기존 구조 유사, ASYNC는 final AXI async FIFO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17E8097-FCF3-4E57-A06E-5F76F0E466CE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FF970F-AF3F-4982-90BC-0B6C307E0CBD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4E4FAB0-ECDC-4812-9B4D-DFC18E21C360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54DE28-139F-4BD0-83A9-B6E478EC580F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F-C01-07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FA310CE-9E7A-4E6A-9D30-8F846B1B90EE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B834163-C156-4E2E-9BF9-9DEEB961656E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OEN은 dynamic 연결 또는 pull-up/미연결 두 모드. Low 고정은 회로적으로 금지.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1B269C-60F9-405F-BFFC-A816E72570C9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228ABC-F615-414C-AF70-8E71F2AF0FB9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6391CB-2B78-4683-A0E3-30F242B15A50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98FCCB9-F827-4D22-B5FD-4D5AD2597CF0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F-C01-09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72ADD37-0F26-4D9D-9841-502311DB527F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B48133A-9AFA-44C9-BD3F-8ADD54B61B59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200MHz raw EF guard는 3clk가 맞음. EF_sync는 4clk 이상, 250MHz는 ticks*div&gt;=7 필요.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7C9BE1-E6A8-4C4C-9D2B-A203ED73A78C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7B8E345-463B-4060-A889-91DE630549C8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AE92AFB-B384-4FB7-BB4F-AB67A8094B9C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6830B40-56B2-4B85-9B12-420C8A23DD36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5E9EC7D-3581-4A14-B6F6-1CEEBD955053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DC2B1BD-F864-49AC-BC56-BB0D4C951938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o_rsp_pending_r 등록화는 1clk 지연 발생. chip_ctrl 영향성은 C02에서 점검.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30FA4CE-52D7-4D1D-9A9A-9FCB455C7B18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C687CC3-492B-4977-B95F-AC7DF982445D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70D5D21-A1F2-4993-9B72-D39D9A52BD6A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0D9AD51-AE9A-4501-B53E-74C5531C6C7E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F-C01-03~06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AC40195-F90A-44C2-80DD-13698297A80E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1E7AD96-98C3-48E3-BC51-89EC1C18964F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동의로 판단 유지. C02 인계 조건으로 관리.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310612-EE0A-4E8C-9E46-944DCA76EA95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7A51CCA-86F7-47BC-835D-294D25065C5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C01_GPX_Bus_Read_20260429_v005.md §13 / TDC-GPX-Datasheet.pdf p.7-8,p.27,p.51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EDBC298-200B-4D33-927A-158DE1374DB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8702BE2-0EE2-4D39-A4B3-CCB9063711F0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74343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14708D-1C55-4F6E-A91A-85524D7616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79791E-0B26-4915-9747-2A811FEDEF1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9A492-922C-4504-8391-6C13DCF49AF2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3380F4-F7EC-4AD2-8A41-C321452707FD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FA93FB-2A10-40AB-B1BC-ABDB4133DAAC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FB553F-5B4C-4B95-9FE5-7883F278CA01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A876FF-11C1-49D8-AF8C-4A56F14EACEA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0D8197-7187-478E-95FD-EACA0031148D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249432-E98A-4A54-A1B4-17225F60174B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READ/EF Timing Diagram, 40 MHz readout, OEN mode, status sync 의미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F2A060-F224-4470-A154-F8E9B303A2F3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05CC86-3386-4E9B-B9A3-1C1F0D393E35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6635E5-3177-42E7-B441-F44CCA17AF0D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EBFD52A-7AB8-4FB2-A3C1-C9611C7D47E1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 유지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3459E59-2B33-4695-84EF-B27722B9868B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B0E413-7BE6-4587-A864-56C5586DE762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B5AB04-FF8E-4FBE-9A2F-88536FBFC491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BCC32B-CE94-49A6-9533-6774F50256A1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영향성, Stream CDC, o_rsp_pending 지연, EF drain stop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128596-99E8-4D68-AA6E-A4E87A57F26A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5993B6-7A56-442E-BF8F-4D691953C5A2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c_BUS_CLK_DIV_MIN=1 전환 시 div=1=&gt;ticks&gt;=5 계약을 강제해야 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Bus_Phy 자체 보호는 i_bus_clk_div를 함께 받아 latch/check하는 안이 가장 명확합니다.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tS-EF raw guard는 200MHz 기준 3clk, EF_sync 관측은 4clk 이상입니다.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250MHz 변경 시 div=1,ticks=5/6은 40MHz 초과라 금지하고 ticks*div&gt;=7을 적용합니다.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Stream out은 i_m_axis_aclk와 g_STREAM_CLK_MODE(SYNC/ASYNC) 계약이 필요합니다.</a:t>
            </a:r>
          </a:p>
          <a:p>
            <a:pPr algn="l">
              <a:def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C02는 expected count/guard 기반 drain stop을 확인해야 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029D0FF-27D0-4145-A73C-A2648681CF57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E1FCE5-8626-40E2-8973-07302941C13C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A4FF88B-F683-4A74-A255-7FB69CF0BDC5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D05E34C-7CC9-4CA4-9E84-7645D34DF3F4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713C180-6183-4DB1-9BEA-C987425536F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5EFB0F-0DAC-4A7D-8800-74CAC29E9CB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E4ACC93-4F49-4505-9140-7ED63D93AF9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v005 · 2026-04-29</a:t>
            </a:r>
          </a:p>
        </p:txBody>
      </p:sp>
    </p:spTree>
    <p:extLst>
      <p:ext uri="{BB962C8B-B14F-4D97-AF65-F5344CB8AC3E}">
        <p14:creationId xmlns:p14="http://schemas.microsoft.com/office/powerpoint/2010/main" val="3395489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1531</Words>
  <Application>Microsoft Office PowerPoint</Application>
  <DocSecurity>0</DocSecurity>
  <PresentationFormat>와이드스크린</PresentationFormat>
  <Paragraphs>261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2026-04-29T03:03:05Z</dcterms:created>
  <dcterms:modified xsi:type="dcterms:W3CDTF">2026-04-29T04:01:49Z</dcterms:modified>
</cp:coreProperties>
</file>