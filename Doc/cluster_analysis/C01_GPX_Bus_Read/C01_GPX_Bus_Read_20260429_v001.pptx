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C01은 물리 bus primitive에 집중한다. shot/capture/drain은 C02로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3074E4-7A1B-4FE7-8EBE-179AAD9A60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CE75C3-3988-4377-995F-2FB5BE7A506D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C3D6-A8E0-4627-88E3-94ECC9780BA3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0AADBC-FD2B-4681-BCFD-5B388D618B12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382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468FBA6-A622-4F97-8F06-0CCAF905572D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8DB1FC-F0C8-491B-85DF-FD06D24B8E46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86BFC4-0F96-4904-B35F-3EFFFAD6AE08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분석 대상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8B93-7A22-425A-8A65-12D06300F32E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tdc_gpx_bus_phy.vhd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+ timing table / 연결 계약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A8AD391-758B-4250-AF93-2589A0D0C83B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9A5A15-D748-43BD-B6CE-99C59E021F4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84E8F8-136D-4799-97DF-F03440DEEC0A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핵심 질문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BF2081-BA6E-44DF-A9E6-134A7B4B1F50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timing, bus contention,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AXIS response, status sync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0662EF-6732-46AE-A644-1299F29C33B1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67FA4D-B50B-45E5-B261-4F90C789DCF8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6394EE3-E20B-4902-A1E7-C45D4510C45F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79DAA0-B0A3-48BB-9578-C0B0AD1D6C5B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202613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C66576-CC7D-4868-9D36-3AA3E51A80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D96A8-552D-4109-8B10-BBF77A8A3851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2CB264-15B4-4BCC-8F63-A8E6066826D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D6E936-E26E-4B93-B06D-EB7A56D0D01C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D54E8-3DFB-40DD-BAD5-C87A5AD1BA3F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307C0E-F1F0-4EB1-AC8F-726C7A454DBE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C03A58-E229-4C39-8322-75CA41DEE983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E3A55F-E341-4157-AF0E-A4F0E0D60F8D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56A210-CAD9-4BF9-B556-B41C72C2077E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786FAF5-2E3F-4A1B-978A-72930586CAE8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AAF40E-5A8A-4E05-9D17-7B3BD721588C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0848281-553C-4C3F-93B2-0038E8152BAF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8DC6E0-C91C-46CE-9933-861034C06305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EA2762-B362-4737-94BC-A73ADCC92D9B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6BD453-E2BA-49E5-A118-40859EC48210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3440854-E00B-48D3-84CC-32BB2E90367D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A542B6-3C28-4DF8-9F1C-92A89137D9B7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D1F2E2F-6DAE-4F81-BEE2-CD3E82F3BC99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E17BF7-1BA0-463F-BAEC-43914D69C66C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090F5A-AD52-4A30-8FE4-5CC33C12F0E9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22D025-5E4C-4E41-A3B4-F34D421B18D4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bus와 EF/LF/IrFlag/ErrFlag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DBF0834-7E7C-4838-AA5B-C91D9607A6FB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E52BB9E-585D-4C4B-B3DB-F21100A80500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8B668E-A627-4B2D-AFF4-296F02BE675F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219C24-4EA7-4EB4-B2DD-7E991BE4C727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1E74B3-DDDF-4AF7-9B53-2E80E8B61B79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BD84A96B-CBC3-45DA-B49C-6EF9126383AA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1DF053-B14E-49C2-9D6F-8A314E08EDB1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78235D6-9794-4F01-8519-96F66DD4BDF8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B8AC88F-F8FB-48BB-AABC-F94406761C21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4C08F25-C9B1-49B6-A1F0-F0576706EF1F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1E364B-D9F2-4145-B7F0-494A80A139FD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1421C3-FA47-49FD-B09C-F19053D925D5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bus_phy 자체와 이 연결 계약까지만 분석합니다.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034F0D0-CAB7-4D9A-B83E-3246DABE144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config_ctrl:1445-1503, 1751-1764 / chip_ctrl:574-616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010B53-94FA-453A-BBA2-5E5FAFDDE87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79E56C0-71D9-41B6-AADB-5EBEB2644B7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51119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A5CCAAC5-65D3-4DD3-8D10-69D9DE8082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BF323A-180F-4383-9968-77476CCFDF4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57AE3A-E3BC-4C76-9AA5-6FCDB8757CAB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04C44A-90A2-4B69-9BDA-D89058A21B64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transaction timing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928169-BA8C-4747-B8A9-431E1987A7E8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CE472D-59A7-4BCE-8B3C-3ECC028D9349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27AC0A-081C-49E6-A31E-99A2D9922EB3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66675" cy="13525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19D1C2-DB93-4DA9-B000-7279B350BDBA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60ABFB-7939-42AF-B434-D3326F72C2C3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FEDA75B-C867-4BB6-899B-66B4A06F92EE}"/>
              </a:ext>
            </a:extLst>
          </p:cNvPr>
          <p:cNvSpPr>
            <a:spLocks noGrp="1"/>
          </p:cNvSpPr>
          <p:nvPr/>
        </p:nvSpPr>
        <p:spPr>
          <a:xfrm>
            <a:off x="232410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7C176B-C2CD-4156-AB76-C1D8C0FBAAF9}"/>
              </a:ext>
            </a:extLst>
          </p:cNvPr>
          <p:cNvSpPr>
            <a:spLocks noGrp="1"/>
          </p:cNvSpPr>
          <p:nvPr/>
        </p:nvSpPr>
        <p:spPr>
          <a:xfrm>
            <a:off x="283845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7C720B-BCEE-4816-AF50-53D6FD429739}"/>
              </a:ext>
            </a:extLst>
          </p:cNvPr>
          <p:cNvSpPr>
            <a:spLocks noGrp="1"/>
          </p:cNvSpPr>
          <p:nvPr/>
        </p:nvSpPr>
        <p:spPr>
          <a:xfrm>
            <a:off x="2838450" y="1790700"/>
            <a:ext cx="66675" cy="13525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3EAFE8-435F-46E4-B95B-C38F14CBEE0D}"/>
              </a:ext>
            </a:extLst>
          </p:cNvPr>
          <p:cNvSpPr>
            <a:spLocks noGrp="1"/>
          </p:cNvSpPr>
          <p:nvPr/>
        </p:nvSpPr>
        <p:spPr>
          <a:xfrm>
            <a:off x="302895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235244-1843-423D-A4A1-3E09055B7501}"/>
              </a:ext>
            </a:extLst>
          </p:cNvPr>
          <p:cNvSpPr>
            <a:spLocks noGrp="1"/>
          </p:cNvSpPr>
          <p:nvPr/>
        </p:nvSpPr>
        <p:spPr>
          <a:xfrm>
            <a:off x="302895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drives D bus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38E20E5-401C-4E32-8EAA-F9A82B3F201A}"/>
              </a:ext>
            </a:extLst>
          </p:cNvPr>
          <p:cNvSpPr>
            <a:spLocks noGrp="1"/>
          </p:cNvSpPr>
          <p:nvPr/>
        </p:nvSpPr>
        <p:spPr>
          <a:xfrm>
            <a:off x="451485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0344B62-35EF-48D6-8576-B025A7326CD9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BA3481-27FA-4D41-80EE-C5825D5A56BE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66675" cy="13525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31F227-C2C7-4B53-B2BB-2200390D2E8C}"/>
              </a:ext>
            </a:extLst>
          </p:cNvPr>
          <p:cNvSpPr>
            <a:spLocks noGrp="1"/>
          </p:cNvSpPr>
          <p:nvPr/>
        </p:nvSpPr>
        <p:spPr>
          <a:xfrm>
            <a:off x="52197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tick N-2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84A2A1-53B4-4DF6-8F42-923E28E627DB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IOB FF armed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7CD8329-BECE-42EC-A21B-DB035A5B673C}"/>
              </a:ext>
            </a:extLst>
          </p:cNvPr>
          <p:cNvSpPr>
            <a:spLocks noGrp="1"/>
          </p:cNvSpPr>
          <p:nvPr/>
        </p:nvSpPr>
        <p:spPr>
          <a:xfrm>
            <a:off x="670560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C8EEDA9-2FC8-4A2F-81A3-C775614526D2}"/>
              </a:ext>
            </a:extLst>
          </p:cNvPr>
          <p:cNvSpPr>
            <a:spLocks noGrp="1"/>
          </p:cNvSpPr>
          <p:nvPr/>
        </p:nvSpPr>
        <p:spPr>
          <a:xfrm>
            <a:off x="721995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2DC419-7EA6-4868-9A92-0793DD02F35B}"/>
              </a:ext>
            </a:extLst>
          </p:cNvPr>
          <p:cNvSpPr>
            <a:spLocks noGrp="1"/>
          </p:cNvSpPr>
          <p:nvPr/>
        </p:nvSpPr>
        <p:spPr>
          <a:xfrm>
            <a:off x="7219950" y="1790700"/>
            <a:ext cx="66675" cy="13525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2DE136-B224-4409-BB4A-53F1E4F16EF8}"/>
              </a:ext>
            </a:extLst>
          </p:cNvPr>
          <p:cNvSpPr>
            <a:spLocks noGrp="1"/>
          </p:cNvSpPr>
          <p:nvPr/>
        </p:nvSpPr>
        <p:spPr>
          <a:xfrm>
            <a:off x="741045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59F68D-BC40-4A38-9FCE-10233B2F89C1}"/>
              </a:ext>
            </a:extLst>
          </p:cNvPr>
          <p:cNvSpPr>
            <a:spLocks noGrp="1"/>
          </p:cNvSpPr>
          <p:nvPr/>
        </p:nvSpPr>
        <p:spPr>
          <a:xfrm>
            <a:off x="741045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rsp_pending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5B4A152-FD33-4A88-AD70-6BA3A939E941}"/>
              </a:ext>
            </a:extLst>
          </p:cNvPr>
          <p:cNvSpPr>
            <a:spLocks noGrp="1"/>
          </p:cNvSpPr>
          <p:nvPr/>
        </p:nvSpPr>
        <p:spPr>
          <a:xfrm>
            <a:off x="889635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D505690-E10D-4276-90A4-8294B8A0FCB7}"/>
              </a:ext>
            </a:extLst>
          </p:cNvPr>
          <p:cNvSpPr>
            <a:spLocks noGrp="1"/>
          </p:cNvSpPr>
          <p:nvPr/>
        </p:nvSpPr>
        <p:spPr>
          <a:xfrm>
            <a:off x="94107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38C197-9C67-4643-96BC-B80212424E3A}"/>
              </a:ext>
            </a:extLst>
          </p:cNvPr>
          <p:cNvSpPr>
            <a:spLocks noGrp="1"/>
          </p:cNvSpPr>
          <p:nvPr/>
        </p:nvSpPr>
        <p:spPr>
          <a:xfrm>
            <a:off x="9410700" y="1790700"/>
            <a:ext cx="66675" cy="13525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FFACA-8657-4EC9-9F26-56FA3BB460FA}"/>
              </a:ext>
            </a:extLst>
          </p:cNvPr>
          <p:cNvSpPr>
            <a:spLocks noGrp="1"/>
          </p:cNvSpPr>
          <p:nvPr/>
        </p:nvSpPr>
        <p:spPr>
          <a:xfrm>
            <a:off x="96012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tick 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9DBB84-A6A2-47F0-B18E-43EC2095FEF6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AXIS tvalid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332140-BC96-4670-8783-EDCFB66C0030}"/>
              </a:ext>
            </a:extLst>
          </p:cNvPr>
          <p:cNvSpPr>
            <a:spLocks noGrp="1"/>
          </p:cNvSpPr>
          <p:nvPr/>
        </p:nvSpPr>
        <p:spPr>
          <a:xfrm>
            <a:off x="1276350" y="3810000"/>
            <a:ext cx="876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capture delay = ((bus_ticks - 3) * bus_clk_div + 1) * Tclk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9B993D1-CBA9-40F6-90EA-75EF28015C6F}"/>
              </a:ext>
            </a:extLst>
          </p:cNvPr>
          <p:cNvSpPr>
            <a:spLocks noGrp="1"/>
          </p:cNvSpPr>
          <p:nvPr/>
        </p:nvSpPr>
        <p:spPr>
          <a:xfrm>
            <a:off x="1143000" y="46101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0BC21B4-EA69-433C-AFF3-745C84E70073}"/>
              </a:ext>
            </a:extLst>
          </p:cNvPr>
          <p:cNvSpPr>
            <a:spLocks noGrp="1"/>
          </p:cNvSpPr>
          <p:nvPr/>
        </p:nvSpPr>
        <p:spPr>
          <a:xfrm>
            <a:off x="1143000" y="4610100"/>
            <a:ext cx="66675" cy="876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0D1DC5-BDC3-4FDF-928A-54853B385C5E}"/>
              </a:ext>
            </a:extLst>
          </p:cNvPr>
          <p:cNvSpPr>
            <a:spLocks noGrp="1"/>
          </p:cNvSpPr>
          <p:nvPr/>
        </p:nvSpPr>
        <p:spPr>
          <a:xfrm>
            <a:off x="1333500" y="476250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기본값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F065D32-138C-4C32-B649-CE0D24847E27}"/>
              </a:ext>
            </a:extLst>
          </p:cNvPr>
          <p:cNvSpPr>
            <a:spLocks noGrp="1"/>
          </p:cNvSpPr>
          <p:nvPr/>
        </p:nvSpPr>
        <p:spPr>
          <a:xfrm>
            <a:off x="1333500" y="50863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bus_clk_div=2, bus_ticks=5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capture=25 ns @200 MHz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7CAD4ED-092F-4B84-8C30-6EB24FDF4D59}"/>
              </a:ext>
            </a:extLst>
          </p:cNvPr>
          <p:cNvSpPr>
            <a:spLocks noGrp="1"/>
          </p:cNvSpPr>
          <p:nvPr/>
        </p:nvSpPr>
        <p:spPr>
          <a:xfrm>
            <a:off x="4629150" y="46101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CD51D98-E7F7-4EA9-A97E-72631F7FCC9F}"/>
              </a:ext>
            </a:extLst>
          </p:cNvPr>
          <p:cNvSpPr>
            <a:spLocks noGrp="1"/>
          </p:cNvSpPr>
          <p:nvPr/>
        </p:nvSpPr>
        <p:spPr>
          <a:xfrm>
            <a:off x="4629150" y="4610100"/>
            <a:ext cx="66675" cy="876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B1162D4-A2B5-4070-B81D-BB1E5B72E2D4}"/>
              </a:ext>
            </a:extLst>
          </p:cNvPr>
          <p:cNvSpPr>
            <a:spLocks noGrp="1"/>
          </p:cNvSpPr>
          <p:nvPr/>
        </p:nvSpPr>
        <p:spPr>
          <a:xfrm>
            <a:off x="4819650" y="476250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fastest OK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14A5D2-9901-4CC1-9D8B-0B54F9E6CD76}"/>
              </a:ext>
            </a:extLst>
          </p:cNvPr>
          <p:cNvSpPr>
            <a:spLocks noGrp="1"/>
          </p:cNvSpPr>
          <p:nvPr/>
        </p:nvSpPr>
        <p:spPr>
          <a:xfrm>
            <a:off x="4819650" y="50863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bus_clk_div=1, bus_ticks=5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capture=15 ns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1B2B73C-BDEE-47B8-B0B6-F4E20D7A16FB}"/>
              </a:ext>
            </a:extLst>
          </p:cNvPr>
          <p:cNvSpPr>
            <a:spLocks noGrp="1"/>
          </p:cNvSpPr>
          <p:nvPr/>
        </p:nvSpPr>
        <p:spPr>
          <a:xfrm>
            <a:off x="8115300" y="46101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41037EB-86AE-419C-B599-9BB460D09FE5}"/>
              </a:ext>
            </a:extLst>
          </p:cNvPr>
          <p:cNvSpPr>
            <a:spLocks noGrp="1"/>
          </p:cNvSpPr>
          <p:nvPr/>
        </p:nvSpPr>
        <p:spPr>
          <a:xfrm>
            <a:off x="8115300" y="4610100"/>
            <a:ext cx="66675" cy="8763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7544530-9BCD-45DD-9ADC-02B662388501}"/>
              </a:ext>
            </a:extLst>
          </p:cNvPr>
          <p:cNvSpPr>
            <a:spLocks noGrp="1"/>
          </p:cNvSpPr>
          <p:nvPr/>
        </p:nvSpPr>
        <p:spPr>
          <a:xfrm>
            <a:off x="8305800" y="476250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illegal 예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321C3FB-217B-4341-8CB2-BE6941CB49CF}"/>
              </a:ext>
            </a:extLst>
          </p:cNvPr>
          <p:cNvSpPr>
            <a:spLocks noGrp="1"/>
          </p:cNvSpPr>
          <p:nvPr/>
        </p:nvSpPr>
        <p:spPr>
          <a:xfrm>
            <a:off x="8305800" y="50863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bus_clk_div=1, bus_ticks=4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capture=10 ns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EE09DE3-6096-40E4-B6FE-CD7EF252336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bus_phy:33-52, 527-548 / cfg_pkg:266-305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6F7A036-2785-4DA1-A218-999A7E2C8E7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9B230ED-579F-4DFC-95BF-5B0E55E7764F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30245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28AFD0-9FB9-4B6D-B37F-013552EB8F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2D00A9-FAC3-4BEB-948D-C2D9CE9F6316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B0244-74FC-48C9-8D72-76BB48A29189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9715EC-25A6-4B86-97F8-AF8498A1F507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transaction timing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33F7FA-54C4-46BF-B353-FFFBCE82963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AEBF39-B385-4468-9EA3-B4FB0415699E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8FB98D-18D7-43C9-9AA9-C16B666AB75B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B2DB67-D882-4142-A586-71F1CF1F7C4E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536707-4ADD-486D-8519-0169E59CAB82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8E010212-DCE5-4E49-9A69-2AACC8A3CB63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324108-01AA-49FB-99BB-1EE5916E2814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2EB5842-E9FC-4521-9DDF-69EEAB185F59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F349F5-B765-481B-99BF-18E91033E524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B5C825-8FCB-4C83-8968-B5B42FA87ECF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D96505-567F-4D04-9ACF-4529585C3F6E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CBB4D24-89EF-4725-8468-A24B86AFDD03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0C3149-AC7E-4D4A-962B-7C6C631B0F89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D78C676-3E1B-462B-9D35-658BB8F2B48F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0C799A-4C5C-4B6B-B812-B54FFA431244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F9084F-4312-40E1-BA85-F37FD37293CB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0BDB15-F67C-445A-AE5E-89A1EFFF8747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25DE5DD-378C-4A5F-8F55-B73569AFB90A}"/>
              </a:ext>
            </a:extLst>
          </p:cNvPr>
          <p:cNvSpPr>
            <a:spLocks noGrp="1"/>
          </p:cNvSpPr>
          <p:nvPr/>
        </p:nvSpPr>
        <p:spPr>
          <a:xfrm>
            <a:off x="1143000" y="36385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F269B0-C4E9-4191-A785-BA1C0E22AF1D}"/>
              </a:ext>
            </a:extLst>
          </p:cNvPr>
          <p:cNvSpPr>
            <a:spLocks noGrp="1"/>
          </p:cNvSpPr>
          <p:nvPr/>
        </p:nvSpPr>
        <p:spPr>
          <a:xfrm>
            <a:off x="114300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DE9D61-9663-4A15-9FD0-9ED90E5C669D}"/>
              </a:ext>
            </a:extLst>
          </p:cNvPr>
          <p:cNvSpPr>
            <a:spLocks noGrp="1"/>
          </p:cNvSpPr>
          <p:nvPr/>
        </p:nvSpPr>
        <p:spPr>
          <a:xfrm>
            <a:off x="1333500" y="37909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안전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FF0289D-1E3C-42B7-9F51-703E6387397A}"/>
              </a:ext>
            </a:extLst>
          </p:cNvPr>
          <p:cNvSpPr>
            <a:spLocks noGrp="1"/>
          </p:cNvSpPr>
          <p:nvPr/>
        </p:nvSpPr>
        <p:spPr>
          <a:xfrm>
            <a:off x="1333500" y="4114800"/>
            <a:ext cx="2533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D-bus는 FPGA가 drive하고, 완료 시 `s_d_tri_r`를 Hi-Z로 되돌립니다.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FDC4459-B45F-491C-BB78-DF14B3003659}"/>
              </a:ext>
            </a:extLst>
          </p:cNvPr>
          <p:cNvSpPr>
            <a:spLocks noGrp="1"/>
          </p:cNvSpPr>
          <p:nvPr/>
        </p:nvSpPr>
        <p:spPr>
          <a:xfrm>
            <a:off x="4667250" y="36385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3DE2C0-387F-42E7-AF6C-3E470D8FF1A1}"/>
              </a:ext>
            </a:extLst>
          </p:cNvPr>
          <p:cNvSpPr>
            <a:spLocks noGrp="1"/>
          </p:cNvSpPr>
          <p:nvPr/>
        </p:nvSpPr>
        <p:spPr>
          <a:xfrm>
            <a:off x="46672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1726DE-16AC-4926-87F4-12B370E267BF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644142-BB94-49B0-AF7F-4F460AF67AA0}"/>
              </a:ext>
            </a:extLst>
          </p:cNvPr>
          <p:cNvSpPr>
            <a:spLocks noGrp="1"/>
          </p:cNvSpPr>
          <p:nvPr/>
        </p:nvSpPr>
        <p:spPr>
          <a:xfrm>
            <a:off x="4857750" y="4114800"/>
            <a:ext cx="2533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직전 READ 이후 WRITE는 ST_TURNAROUND를 거쳐 OEN high gap을 만듭니다.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741F206-7CF1-4AF5-B1B8-A9256552F0EA}"/>
              </a:ext>
            </a:extLst>
          </p:cNvPr>
          <p:cNvSpPr>
            <a:spLocks noGrp="1"/>
          </p:cNvSpPr>
          <p:nvPr/>
        </p:nvSpPr>
        <p:spPr>
          <a:xfrm>
            <a:off x="8191500" y="36385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AD9B52B-AADD-4E2D-B31B-D8B79073AF70}"/>
              </a:ext>
            </a:extLst>
          </p:cNvPr>
          <p:cNvSpPr>
            <a:spLocks noGrp="1"/>
          </p:cNvSpPr>
          <p:nvPr/>
        </p:nvSpPr>
        <p:spPr>
          <a:xfrm>
            <a:off x="819150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9DCC2D-07FB-4D74-8283-3987229440D0}"/>
              </a:ext>
            </a:extLst>
          </p:cNvPr>
          <p:cNvSpPr>
            <a:spLocks noGrp="1"/>
          </p:cNvSpPr>
          <p:nvPr/>
        </p:nvSpPr>
        <p:spPr>
          <a:xfrm>
            <a:off x="8382000" y="37909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609B466-FD4C-4FF1-98D0-A0C404CE21F8}"/>
              </a:ext>
            </a:extLst>
          </p:cNvPr>
          <p:cNvSpPr>
            <a:spLocks noGrp="1"/>
          </p:cNvSpPr>
          <p:nvPr/>
        </p:nvSpPr>
        <p:spPr>
          <a:xfrm>
            <a:off x="8382000" y="4114800"/>
            <a:ext cx="2533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response는 tdata=0, tuser[0]=1인 ack로 전달됩니다.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AB74A1-B586-4529-A6BE-77DCD48896A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bus_phy:418-435, 608-630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28EA81-8129-40F9-98F7-D7E47DE7812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5191CAD-0ECD-4FF1-A0FE-4DC6E4D24E65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96013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9F54AB2-F5D5-4E06-93C0-A25A97A113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0FA26D-1E00-412F-9229-16A3A3544731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52D750-FF53-41C7-9A65-27B26D14547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7F64E4-2850-40C4-93EA-1AA363B311B0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50B6CA-DCB5-4C31-BE9A-0AE969FFC478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69555E6-DB3E-4A4D-89BA-4806A4A3DBB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053D54-F5C3-43D7-8451-038A9A3410CF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ADB814-20AA-4505-9D4B-DAEEF9C0E03D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79C12F-61E6-443F-874B-C6B3332B5C0E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CED7DD-039A-4464-8DED-2FCDD0966C86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BBF3CD-F755-4818-8165-0E9219DCCAAF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B1D992-719E-4F80-A7CD-ABF1273AFB14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AF9EBD-728D-479E-93EB-94474EDA2EE7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D22A1C6-D1BF-4B79-8899-865C8B0384E8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8B8E92-6B45-4E39-AE70-A8C607D566E4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0D7776-DA1C-4FE9-B362-01BD9822F6EA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0B589C-09D1-40D4-94D0-D3BB219FD2C4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16D596-076B-469A-9581-8FB040519BC2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B582E8-F0CE-4C39-8358-43A6FEF27172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F20E1D-3E12-4A8B-9EFC-D2D9ACB3C9F8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3E9E6F-2A7D-49A2-94F6-9841D11FF4FE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D41B8909-A9F9-48C0-992B-9689E1D43D1D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C4F399-5124-4E2C-9DE3-CF922E447283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A55A4B-413F-49E6-9677-3C42B4F6A15C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3202366-64B7-4596-9E46-02934C38E7E1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A5B7BB1-FF00-491A-A1FA-871418B91B4A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A26F873-790B-46F2-BAA5-08E5F2394F26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16845C-3004-4BDB-B35D-F44B2F839AC0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036BF5-BAAF-4F91-A8FB-A52D4B14329C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93661E-889E-41F5-826F-D18ED996B327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E290A46-D928-4AE7-B1CF-D930734D0491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3B8452-822E-4E72-9E46-00AEC0FA6FE1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4262AE-9606-48CD-8135-7DE1E687BECC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CA70D8-0FD4-47C3-B425-5AD002C8D305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완료 시 release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C431112-213C-4B86-8D12-DE354A223AE3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2784130-85A4-42E9-AE92-E7C3652F9438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7426E6-30E7-4F3E-B877-F6C9C17168D7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oen_permanent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3B4AA32-3DE1-4CD1-B0D6-DA73F9B94B5B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요청은 무시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67EB5C-E3E7-430C-8BF8-3948C246125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73287C-9AF5-4D5B-B879-E3E0682B502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04F1E10-29B6-4B91-B032-E1FFBD205C45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03718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8FECCE0D-ED6F-41C9-ACD4-4645AF7B68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F3A238-6575-4DD8-B96D-BE752DD1483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72BB67-92E5-4A33-99CF-0A372D6F0B3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7DC07A-363C-4F71-959F-786A934EF45C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6CD26B-3EA5-48DB-B1FA-55448582BF04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861C3C0-2A65-4DC7-B2CC-DD68BD1FD3A8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81BA8C-264B-4ABC-87FF-61945A5B751C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894C47-5B2E-4CF2-B756-C60148DC8C16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3F25C9-D146-4C82-97D4-CB22CB8E4E0C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1A30E0D-34CC-44D1-9948-5663D733F805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CFAFC4-2949-44B6-9F0D-FFA9C741B1DA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2C182E-E39E-4360-BE3C-8E76F6C2C252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DBD1ED-EBF7-4825-9308-33DC6479BA71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F9EAB00-F0BB-4A84-ACDF-3AD94AA469CF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BAC577-777C-47C2-964F-10269E9344FC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1D2CFD-61CB-4629-AFFE-1AA0A838F6BD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DBFD57-04C1-433C-A487-945676366719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3DE91A-BED7-4772-93A3-80E070A90B89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67D6D6-2A78-432E-AFA6-3D182829A0A3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0AF55D6-ACBC-4FE1-8E86-D07DA12CDB45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73BA62-EA19-4ACF-98A5-E997A028F78B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A867B3-8CF9-4BCC-8B4D-34C63A320F20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F27F4E-80DF-4EFA-B07B-BD7826EACBA5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1EB5F3-7549-4BE3-9268-D8C72D3E1A4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93DAEA-CFBC-4426-8923-0A8FD2E0663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331C7A-AB47-4172-BFF0-E772C6A76DF0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79739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BAACF5E8-25ED-495E-ADD8-E52E0B9DC1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48B671-BD0E-49EB-9843-6BF3520AC74C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651A7D-00FF-4786-82C0-8001FF63F9B8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6C473C-EAAB-447A-9521-B463CBFE9F2F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62ACEF-72C4-44DB-BC08-CF25A5B5CA61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3CBEEF0-4863-441D-B0C3-637FC5455364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B88477-0431-4707-9201-3A06A9968803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C05774-19D9-4766-8EBD-041BFA8B17CC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43DE2C-CF54-4495-82C6-EBD306B7A32C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72B141F-5F02-4A02-A3E1-AB914B208BD0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1FBBC3-7142-4F80-A672-B808883FC683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1819D0-CB0A-416C-AEB8-3354155E6E14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F1811E-708B-4383-83C8-6E993BB3A13A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546EAE-A63F-4D0C-8E32-DD41CEC24092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7B356B-C400-4DB5-B759-AEA20250E3A8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5A96C6-3F9C-446E-A3A2-B60A1941E630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live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A60AEE-14A4-423B-AA26-0FF037B01E9E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`i_req_burst`는 live로 보아 chip_run이 mid-burst abort를 걸 수 있습니다.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F584EE-BFEF-449A-99E7-17C3E6D17F2D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8B6EF7-8AE9-46EC-8AF7-7D3B583DAD6F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3052F6-FB08-4010-8745-CEE974F6ACD7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962247-3914-487E-8AF4-0835174314A0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B8A31C-808F-479A-B3B5-5986CBF8E2A7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35E1358-BA73-4127-B00E-15189FA7DAE1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B49712F-5605-4701-B0ED-9CFCA94737F2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4C552D-A20A-41AA-913E-946BEF67AA13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38B9A23-99D4-4742-8475-AAB73B3640BD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112F40-82FA-4B59-823E-4D1516D5CD6E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3264EE-5288-4CC7-91DC-9CDCA35F3DD4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1395F2-AE78-4D22-8B4E-8C4582C633DA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3A3F00B-8540-4B6C-9633-C88BB0ABD2B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8A2D4A-0782-4E50-9022-258B2615643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020E3B1-D3B4-4E6E-B833-71D91A54271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46883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7F91B2AF-132C-4954-AA72-69604C52B7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DED9BD-B2E0-4CF8-835F-DC7F9FFF349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64D8B9-7EC3-474A-994B-D939FC7ECC11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3FB263-2D2C-4DEA-B454-3D8D9E0D190E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82CC52-B656-4074-A0BF-AF1F4B6FCF0A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83CA890-5CC8-43C4-96E7-0E4183BE3032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5EB532-6551-4879-BE62-C787A87E3544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B8FC193-CD55-4094-9522-DF73CE43B3F1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FCF15C-FD5D-458A-9B3D-9630B53948E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A0BAE9-3DF5-4C66-A15C-40DFECF23521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604B43-CEDD-4EA0-9438-D7BF14300C58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8CDB46-C2C8-4056-AFD0-EC5E5C229E5A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E24EDDF-706D-4F2C-8911-C297A8155DF9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1A6DC9-AD6A-45BB-9EB2-BAF93C05096E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F5B200-2CC2-4D6F-B9D8-04BE2C64775C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89FCEB6-F6CC-427D-8AB6-DE98CF72449E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E5A79B-4A24-46FA-A609-D4BF84DA71A9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514957-F5C0-4739-B5E1-569E3FB5F742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AFC6E4-B7B7-4DA8-8D8E-8F78A405D694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ABF0EB-6197-4E7B-AAFD-D22B31E609E2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01AEDB2-FC91-4413-8EAD-1F7C682C5B74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D13745-0576-43C4-8232-297007909E65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572DC8-A3B5-401C-B728-B941258A7D59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72F4C593-6BB6-4CCB-9CFD-2F2A5D24B284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0B3F88-4528-49CF-BC6F-2B50D4D4448A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D5E036-E77C-4537-AF15-490877005AC5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6917A3-31D6-4D15-8F4F-7F11E52A626E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336ED6-D9BB-4878-9BA7-3B1D9E35E358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E22390BE-394B-48DF-86AC-7222D155A108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F4E724C-7734-49C2-832F-5F65BF811A9C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CF7F8D-E8D1-40CE-A3ED-31D8B3300C67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F2EB55D2-F196-4B96-9AB7-CCB47A77F4EC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E6B054-0944-4AF1-A9DE-11ED1E5771C6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6131F4-EB94-41AE-B5B7-3013C7019358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1314865-1129-4F27-AF67-E37E733E5C50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9AFEE2-52A8-40BE-850D-FCD5C8349D03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C63DD4DB-EB15-49BD-9CA6-77082C2516A7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D2B0867-6C96-455B-8F53-F21FAF6C53CA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E7A8A0E-B104-4E5F-A5B4-5160143CDF5C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9E2EAA29-F7D4-4449-AAF2-F147C8A5FE17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6F3A155-477E-44BB-A72A-AF4437FB9F58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550FA19-6105-4A1C-BE36-CDC030ED11B6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A6221AC-8FA7-47DC-9079-49A4DC2C4089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F9FC9DE-211F-4973-BA01-2A6DC94F20F0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1E2272FF-3CB2-49B6-A880-ACD109D67BDA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1201125-F6DB-4237-8A69-F955162EB073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EFF7BEF-C519-4ED2-98E7-7745AAC95380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C3EB67A3-A928-4078-BA43-8B65FF47BF9A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3177FB5-F17E-4D62-875D-94B2FEB81478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EEC3EA4-9166-48E7-A7A3-D34AB3E2F934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4B6E0EA-F24B-41DB-BAB0-E4C2DE6AF52B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B748664-D93E-41CA-825C-90768EE6562B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591D0211-AAB3-428C-A019-C492978DE787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89F1DC-41C4-4E4E-AA5C-C7542A803E5C}"/>
              </a:ext>
            </a:extLst>
          </p:cNvPr>
          <p:cNvSpPr>
            <a:spLocks noGrp="1"/>
          </p:cNvSpPr>
          <p:nvPr/>
        </p:nvSpPr>
        <p:spPr>
          <a:xfrm>
            <a:off x="1524000" y="4362450"/>
            <a:ext cx="381000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A777CD0-4566-4D99-A3B8-BC90D3A8DD1A}"/>
              </a:ext>
            </a:extLst>
          </p:cNvPr>
          <p:cNvSpPr>
            <a:spLocks noGrp="1"/>
          </p:cNvSpPr>
          <p:nvPr/>
        </p:nvSpPr>
        <p:spPr>
          <a:xfrm>
            <a:off x="1524000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2DD743A-0B37-4AB4-924B-051149B58791}"/>
              </a:ext>
            </a:extLst>
          </p:cNvPr>
          <p:cNvSpPr>
            <a:spLocks noGrp="1"/>
          </p:cNvSpPr>
          <p:nvPr/>
        </p:nvSpPr>
        <p:spPr>
          <a:xfrm>
            <a:off x="1714500" y="4514850"/>
            <a:ext cx="348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보장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7FBA5D0-CCA8-4DAC-9E05-639F56EF5B51}"/>
              </a:ext>
            </a:extLst>
          </p:cNvPr>
          <p:cNvSpPr>
            <a:spLocks noGrp="1"/>
          </p:cNvSpPr>
          <p:nvPr/>
        </p:nvSpPr>
        <p:spPr>
          <a:xfrm>
            <a:off x="1714500" y="4838700"/>
            <a:ext cx="3486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metastability 방어를 위해 2-FF와 ASYNC_REG attribute가 적용되어 있습니다.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292F1F5-C219-4893-A21D-0F5475242200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381000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70D35BB-D612-40A0-82B8-E5706648FC7D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77C59F6-05DC-4237-9D0B-269B994B0533}"/>
              </a:ext>
            </a:extLst>
          </p:cNvPr>
          <p:cNvSpPr>
            <a:spLocks noGrp="1"/>
          </p:cNvSpPr>
          <p:nvPr/>
        </p:nvSpPr>
        <p:spPr>
          <a:xfrm>
            <a:off x="7048500" y="4514850"/>
            <a:ext cx="348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주의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9F76410-6DE3-4D97-95EF-D51666589AED}"/>
              </a:ext>
            </a:extLst>
          </p:cNvPr>
          <p:cNvSpPr>
            <a:spLocks noGrp="1"/>
          </p:cNvSpPr>
          <p:nvPr/>
        </p:nvSpPr>
        <p:spPr>
          <a:xfrm>
            <a:off x="7048500" y="4838700"/>
            <a:ext cx="3486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짧은 pulse capture 보장은 별도 문제입니다. C02에서 IrFlag/EF level 사용 정책을 확인합니다.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FEE9131-E664-4835-BEAF-A5F56066914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bus_phy:234-246, 665-705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BC7F537-1EF9-4435-BD07-B6AB7E8BEB9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49AA8E9-C729-4BB9-B02D-7438AE52577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76731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397627-10DF-4B90-B9ED-D460E3E2B0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7B17CF-F05E-407D-BC55-129ADDCAB7F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F013EF-087E-4E89-B743-52AB7EF4593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5B7467-E141-4816-9330-23FDFE6CBFA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18076D-4672-4985-8E9F-05A151531D0F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CAC053-93A9-439A-92E2-6D9C17A385A3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2E9A40-5700-4BFD-8934-555D8AF77B13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634175-92D2-40EF-8E83-B02F38891658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26D585-32A0-485F-AC04-E5593159086E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5E4ECA-3E04-4F44-8D24-128F6594852B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71B0EE-1830-4C69-9877-C4887CCB8B96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DFE062-EC50-433C-AA7D-271708DEB6B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7810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6859F8-081D-4B38-AB26-9607B4BECFE3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47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A306B0-FA2B-49C5-95FA-37548334C02B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7810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B835AF-C813-494E-A138-187176C01DF2}"/>
              </a:ext>
            </a:extLst>
          </p:cNvPr>
          <p:cNvSpPr>
            <a:spLocks noGrp="1"/>
          </p:cNvSpPr>
          <p:nvPr/>
        </p:nvSpPr>
        <p:spPr>
          <a:xfrm>
            <a:off x="1428750" y="182880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Illegal timing 조합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DCBE44-2E25-4CC2-897D-6B80D040B72F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7810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0E366F-FF4C-4821-BB76-79854C0B0FE4}"/>
              </a:ext>
            </a:extLst>
          </p:cNvPr>
          <p:cNvSpPr>
            <a:spLocks noGrp="1"/>
          </p:cNvSpPr>
          <p:nvPr/>
        </p:nvSpPr>
        <p:spPr>
          <a:xfrm>
            <a:off x="3905250" y="1828800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bus_phy는 ticks&lt;4만 clamp. div=1,ticks=4는 cfg_pkg상 illegal이므로 SW/CSR 정책으로 금지 필요.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BFFA61-3B1D-4E5B-A2C1-6C332709BA41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666750" cy="7810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DC6BBD8-6F79-4537-89E5-92FE2C0941C4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47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969073-F9E8-42BC-9CA0-55F0201FCBAD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2476500" cy="7810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1F8188-1669-4FB0-AF1D-005D48FBFF93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Clock 기준 명확화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6FF3A37-9B13-432E-B300-12FD7E378374}"/>
              </a:ext>
            </a:extLst>
          </p:cNvPr>
          <p:cNvSpPr>
            <a:spLocks noGrp="1"/>
          </p:cNvSpPr>
          <p:nvPr/>
        </p:nvSpPr>
        <p:spPr>
          <a:xfrm>
            <a:off x="3810000" y="2495550"/>
            <a:ext cx="7715250" cy="7810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CE6C8-A7B0-4F25-9AF7-5A6A8A20B60C}"/>
              </a:ext>
            </a:extLst>
          </p:cNvPr>
          <p:cNvSpPr>
            <a:spLocks noGrp="1"/>
          </p:cNvSpPr>
          <p:nvPr/>
        </p:nvSpPr>
        <p:spPr>
          <a:xfrm>
            <a:off x="3905250" y="2609850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 timing은 i_tdc_clk=200 MHz 기준. 상위 문서의 150/200 MHz 혼재와 분리 설명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BC9661-6C30-4105-A617-C028F3C9EE54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666750" cy="7810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801879-C9B6-4108-903B-9B7C93FA8A89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47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5932C5-F77E-4BF5-94C4-1516B891EB5F}"/>
              </a:ext>
            </a:extLst>
          </p:cNvPr>
          <p:cNvSpPr>
            <a:spLocks noGrp="1"/>
          </p:cNvSpPr>
          <p:nvPr/>
        </p:nvSpPr>
        <p:spPr>
          <a:xfrm>
            <a:off x="1333500" y="3276600"/>
            <a:ext cx="2476500" cy="7810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84F123-A4AA-46C2-A071-8F2927D39E55}"/>
              </a:ext>
            </a:extLst>
          </p:cNvPr>
          <p:cNvSpPr>
            <a:spLocks noGrp="1"/>
          </p:cNvSpPr>
          <p:nvPr/>
        </p:nvSpPr>
        <p:spPr>
          <a:xfrm>
            <a:off x="1428750" y="339090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oen_permanent 운용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F27DC0-C97E-4D92-8F0A-C6238CAF4B7D}"/>
              </a:ext>
            </a:extLst>
          </p:cNvPr>
          <p:cNvSpPr>
            <a:spLocks noGrp="1"/>
          </p:cNvSpPr>
          <p:nvPr/>
        </p:nvSpPr>
        <p:spPr>
          <a:xfrm>
            <a:off x="3810000" y="3276600"/>
            <a:ext cx="7715250" cy="7810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2B6FBD5-FA3F-4BCC-BE6E-ECF8A988EE5F}"/>
              </a:ext>
            </a:extLst>
          </p:cNvPr>
          <p:cNvSpPr>
            <a:spLocks noGrp="1"/>
          </p:cNvSpPr>
          <p:nvPr/>
        </p:nvSpPr>
        <p:spPr>
          <a:xfrm>
            <a:off x="3905250" y="3390900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 구간. 이 기간 WRITE가 구조적으로 나오지 않는다는 C02 검증 필요.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0D69914-614D-49EE-8364-34204713C713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666750" cy="7810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518A60-5D21-4B2A-B86D-61E758C0CC27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47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7E2F2A1-7606-48B8-9788-27BC01B0C334}"/>
              </a:ext>
            </a:extLst>
          </p:cNvPr>
          <p:cNvSpPr>
            <a:spLocks noGrp="1"/>
          </p:cNvSpPr>
          <p:nvPr/>
        </p:nvSpPr>
        <p:spPr>
          <a:xfrm>
            <a:off x="1333500" y="4057650"/>
            <a:ext cx="2476500" cy="7810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52D27B-F44B-4AB9-B566-EF4D420EDC63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backpressure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B3F46A0-775D-4C30-9B29-F3247111211A}"/>
              </a:ext>
            </a:extLst>
          </p:cNvPr>
          <p:cNvSpPr>
            <a:spLocks noGrp="1"/>
          </p:cNvSpPr>
          <p:nvPr/>
        </p:nvSpPr>
        <p:spPr>
          <a:xfrm>
            <a:off x="3810000" y="4057650"/>
            <a:ext cx="7715250" cy="7810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5C7B670-5B32-4439-837D-F1B9DC3A800D}"/>
              </a:ext>
            </a:extLst>
          </p:cNvPr>
          <p:cNvSpPr>
            <a:spLocks noGrp="1"/>
          </p:cNvSpPr>
          <p:nvPr/>
        </p:nvSpPr>
        <p:spPr>
          <a:xfrm>
            <a:off x="3905250" y="4171950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 hold와 pending merge는 적절하나, tready=0 장기 유지 waveform 검증 필요.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3D84BB6-A06D-4BBD-A4A5-A24370C5371D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EF2AC25-ED82-403D-9D01-AA3F16BDA2F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C01_GPX_Bus_Read_20260429_v001.md §12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0C4AD50-296B-46A8-BA40-F332A82F0E8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BD5D761-B474-4FF4-A066-546A57E6B09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36744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799CA2-9720-4B2E-9BE0-0BCA989F28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6C51C1-31ED-4DB3-BAEB-9591DDBA0F7B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EFEB80-1525-4676-9259-73C77AFEC81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5428F8-AB4B-4673-95D4-1410E2DF6758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70D70F-D88F-47BC-839E-867D40107E9A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42C0410-59CC-4DF2-A804-78B7D9B7C56E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0E21B4-8B33-4E09-ADC9-79B202DD201F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EE6D53-1224-4787-AA00-1822622ADF22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C78EDD-2F36-4EEA-B724-C5818AA8F30B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READ/WRITE timing, bus direction safety, AXIS response 계약, status sync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2541812-C857-407C-A7BE-FB8464C6E7B4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0EBA8B-B19B-4849-B32A-3BA90ADF675D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CEE42F-B9C6-460E-8621-657B965BA95E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사용자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EB2B83-8EEE-428D-A044-A62A84536A9C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중심 범위가 적절한지, timing 조합 리스크를 주요 항목으로 볼지 확인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4BE4E32-2464-49E7-8DC6-A4D050980FEF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F4991A-C177-4848-AE48-597C8F6EEDA7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C28D80-1F8F-431D-987D-0C090D467FBB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88C0D7-EC31-4EB2-9AAE-0C4210CBFA0C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chip_ctrl/chip_run의 capture, IrFlag, IFIFO drain, force_reinit, bus_fatal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B27BF1-A7A0-45DD-9DDA-18AF88197646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0540F8-FCDE-4C04-A2FF-8872B0FB3A28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request는 tick_en 경계에서 accept됩니다.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READ response는 IOB FF capture 이후 deferred AXIS beat로 전달됩니다.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response는 tready handshake 전까지 유지됩니다.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o_rsp_pending은 deferred/held response 존재를 의미합니다.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status pins는 2-FF sync된 level로 chip_ctrl에 들어갑니다.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9114B7B-5386-4279-8A48-55DCE9F61680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C24FFB-E5D7-458F-ABFD-C0DDF8A61FA2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5FA7FD-C1DA-4AA4-91FD-E76CCEA9C831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8F86D6-8DCE-4B74-91A4-CA3494E8EE90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63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`chip_ctrl`가 이 primitive를 사용해 shot/capture/drain을 어떻게 닫는지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B54D01-D75B-49A0-9780-E0F56798F0F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3FC10-2A68-42CD-9083-AFD8BB3D05F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193F191-E674-443F-BA91-DEACDBA1AC7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v001 · 2026-04-29</a:t>
            </a:r>
          </a:p>
        </p:txBody>
      </p:sp>
    </p:spTree>
    <p:extLst>
      <p:ext uri="{BB962C8B-B14F-4D97-AF65-F5344CB8AC3E}">
        <p14:creationId xmlns:p14="http://schemas.microsoft.com/office/powerpoint/2010/main" val="5148200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Microsoft Office PowerPoint</Application>
  <DocSecurity>0</DocSecurity>
  <PresentationFormat>와이드스크린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2026-04-29T01:00:33Z</dcterms:created>
  <dcterms:modified xsi:type="dcterms:W3CDTF">2026-04-29T01:26:41Z</dcterms:modified>
</cp:coreProperties>
</file>