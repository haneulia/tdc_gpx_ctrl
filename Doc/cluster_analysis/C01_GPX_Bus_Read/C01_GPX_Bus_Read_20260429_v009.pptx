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v009는 latency, throughput, pipeline, II(Initiation Interval) 분석과 운영 프로토콜 v005를 반영한다.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0A83E5-2A5C-4ECB-8DB2-EE47C0A01E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A1DAD1-39C7-41D4-82F1-67B08018C8AF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638611-6519-4FB5-991C-98799786ED45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50E03C-5B14-4668-8B16-AEDADA4DF3D0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1360D21-8089-4E88-A0F0-A6A43852BA85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DACA91-6E2E-421E-9DE8-777486921260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CA870F-7C0F-4DDD-8EF5-75E3045BA7CD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AD2AF2-F706-4174-9B85-0C47878B3524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AB601D9-9394-4F7A-B00B-0B55E73F6C39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7CBBE2-6280-4C82-A0BC-B3FDC99F2983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108149-BBE1-46D3-A6C7-76F18C38169A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096225-C025-45DF-B4CC-E08625C72EF3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기본: 200 MHz, Tclk=5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 MHz 변경 시 tick 계약 재계산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866614A-7AB8-4628-8AD8-A5571CDD2649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E191AF-A18C-4467-8955-D6B55BCC33C6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FA9597-15D6-42E6-89F8-135B58BAD609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D3DBF7-F4F7-447C-8C00-BC83BA5133A1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141919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70D9735F-5AB9-42FC-A94F-6C8FC144EB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C45F07-E20F-4560-B535-1F2E3A22453C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825FA1-20CB-41BB-96E6-2AB9545C05B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B745EF-87EF-4AE0-A56F-EDA1DDCA91F1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9F1929-05F6-4686-B131-795BF217761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F50686-F4E6-4D34-AD13-BAA5F5E34689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F31F69-057F-45CF-8686-26FCDB838011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6CD9FD-B051-49F7-82B5-9D957586ECA6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D51A3F-11DB-4407-AD7B-CB64A409F5AE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9AFD6A8-D122-44D4-9CA5-7AC7A9A80216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5BD327-AF6F-457F-A351-8E1B708C8104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69D177A-25F8-4F3C-8864-776A20599257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A2EB31-21C6-4E4F-AE99-C58AB7935DBD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F3C98C-FBC5-4C8C-BCC2-F55105336333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D9C494-95E6-485B-A39D-BCBD6024C36F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945A98E-A513-401F-9ED4-4DA082576E20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68CB3E-384D-4237-9A49-F24020C87F2F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0674B36-7B66-4BAA-A229-2E4B0F8ABBFC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FCF757-FB70-427E-A761-0487F581024D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B85A76-038B-4CA2-9321-85DC71C1C23B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B38122-E445-40B8-AAA3-7F53A23853A3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9969B3A-B946-4C18-BBD3-CDC2B866AA8B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8DF3B0-AA01-4DF5-BFE3-106EAAA6E498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A0D306-99F7-4670-B3B9-C574FBA316F4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C36D27-7D78-4D64-A1C3-04EFD2AD308C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1B571F-0464-4E53-AE7B-A00C7B61DDFA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85E0840-EE26-417A-944A-BD9FBB5FC98A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221342-BBB4-4766-BA3C-202A725C2E01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841C2B3-1F0B-438F-9C99-0CD189A040E4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73D39F-DC7A-42DB-B318-C1FFDA250D8A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169649-5942-444C-AA5E-B213B809CF33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63333F-2CB9-4CF6-BD0E-7895453F76B1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3B28DB-863A-4301-B62E-C266D7F0154E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B26E89-4198-489E-BD02-21E59D6D98D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45B0767-DFDD-4343-8ECB-20867FC847D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6D8DD2-C697-4E36-90FF-9B988A2A865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140127-F7E0-4C2D-9FEA-31F9790AB86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04222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E5C46FE-0FB3-4864-AB8E-3DE9E299B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A0488D-46E5-4759-A122-19F5CD933178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E46337-B3AB-4026-B583-2BFD1449796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4DF70C-AC7C-4C99-A09B-D99EB81328D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READ Clock 후보 비교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138B3B-273E-4CD3-A05F-905EC99164BB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8F7D10-540C-4AD2-8E75-3271006A4EFC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1066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같은 READ sequence를 tick 기준으로 환산합니다. 하단은 125~200 MHz 정수 Tclk 후보의 최단 정상 설정입니다.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EBFECF-F718-49B2-BCF9-A941B0694945}"/>
              </a:ext>
            </a:extLst>
          </p:cNvPr>
          <p:cNvSpPr>
            <a:spLocks noGrp="1"/>
          </p:cNvSpPr>
          <p:nvPr/>
        </p:nvSpPr>
        <p:spPr>
          <a:xfrm>
            <a:off x="533400" y="14859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200 MHz 정상 경계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37E886-53DE-49C5-98A7-426A03225F68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T=5ns, div=1,ticks=5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41635C-55A8-4335-98AD-DEB81E52DC31}"/>
              </a:ext>
            </a:extLst>
          </p:cNvPr>
          <p:cNvSpPr>
            <a:spLocks noGrp="1"/>
          </p:cNvSpPr>
          <p:nvPr/>
        </p:nvSpPr>
        <p:spPr>
          <a:xfrm>
            <a:off x="2714625" y="16573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992543-C02D-4F84-9A71-B4C50ADCF8C2}"/>
              </a:ext>
            </a:extLst>
          </p:cNvPr>
          <p:cNvSpPr>
            <a:spLocks noGrp="1"/>
          </p:cNvSpPr>
          <p:nvPr/>
        </p:nvSpPr>
        <p:spPr>
          <a:xfrm>
            <a:off x="2714625" y="14668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F2860A-0A69-43E5-8C97-CE101369408C}"/>
              </a:ext>
            </a:extLst>
          </p:cNvPr>
          <p:cNvSpPr>
            <a:spLocks noGrp="1"/>
          </p:cNvSpPr>
          <p:nvPr/>
        </p:nvSpPr>
        <p:spPr>
          <a:xfrm>
            <a:off x="229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B90CE6-1A15-4201-AF84-4387AFA3C7C3}"/>
              </a:ext>
            </a:extLst>
          </p:cNvPr>
          <p:cNvSpPr>
            <a:spLocks noGrp="1"/>
          </p:cNvSpPr>
          <p:nvPr/>
        </p:nvSpPr>
        <p:spPr>
          <a:xfrm>
            <a:off x="3667125" y="1466850"/>
            <a:ext cx="20955" cy="457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15E162-571F-495B-8FAB-126BCDFC5BF9}"/>
              </a:ext>
            </a:extLst>
          </p:cNvPr>
          <p:cNvSpPr>
            <a:spLocks noGrp="1"/>
          </p:cNvSpPr>
          <p:nvPr/>
        </p:nvSpPr>
        <p:spPr>
          <a:xfrm>
            <a:off x="32480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4FE276-A267-487C-A072-D3E7F81DE91D}"/>
              </a:ext>
            </a:extLst>
          </p:cNvPr>
          <p:cNvSpPr>
            <a:spLocks noGrp="1"/>
          </p:cNvSpPr>
          <p:nvPr/>
        </p:nvSpPr>
        <p:spPr>
          <a:xfrm>
            <a:off x="6524625" y="14668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5F764B-B236-41B7-8A7B-768D321C7305}"/>
              </a:ext>
            </a:extLst>
          </p:cNvPr>
          <p:cNvSpPr>
            <a:spLocks noGrp="1"/>
          </p:cNvSpPr>
          <p:nvPr/>
        </p:nvSpPr>
        <p:spPr>
          <a:xfrm>
            <a:off x="6105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AB83A6-7E01-4C01-90EB-1C683F30E2CB}"/>
              </a:ext>
            </a:extLst>
          </p:cNvPr>
          <p:cNvSpPr>
            <a:spLocks noGrp="1"/>
          </p:cNvSpPr>
          <p:nvPr/>
        </p:nvSpPr>
        <p:spPr>
          <a:xfrm>
            <a:off x="8429625" y="14668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B46797-5C76-49D2-9922-2C0F5CECC8CB}"/>
              </a:ext>
            </a:extLst>
          </p:cNvPr>
          <p:cNvSpPr>
            <a:spLocks noGrp="1"/>
          </p:cNvSpPr>
          <p:nvPr/>
        </p:nvSpPr>
        <p:spPr>
          <a:xfrm>
            <a:off x="8010525" y="19812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CE62B6-DFC4-4883-8D12-ECDE074E1DF8}"/>
              </a:ext>
            </a:extLst>
          </p:cNvPr>
          <p:cNvSpPr>
            <a:spLocks noGrp="1"/>
          </p:cNvSpPr>
          <p:nvPr/>
        </p:nvSpPr>
        <p:spPr>
          <a:xfrm>
            <a:off x="3667125" y="1590675"/>
            <a:ext cx="2857500" cy="133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007EC0A-865B-4F81-A2E8-E55F70123BA6}"/>
              </a:ext>
            </a:extLst>
          </p:cNvPr>
          <p:cNvSpPr>
            <a:spLocks noGrp="1"/>
          </p:cNvSpPr>
          <p:nvPr/>
        </p:nvSpPr>
        <p:spPr>
          <a:xfrm>
            <a:off x="3724275" y="2209800"/>
            <a:ext cx="46482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5CC931-3431-413A-BE90-767A167E0438}"/>
              </a:ext>
            </a:extLst>
          </p:cNvPr>
          <p:cNvSpPr>
            <a:spLocks noGrp="1"/>
          </p:cNvSpPr>
          <p:nvPr/>
        </p:nvSpPr>
        <p:spPr>
          <a:xfrm>
            <a:off x="3819525" y="2276475"/>
            <a:ext cx="43815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 ns / 40.0 MHz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81FEE6-C5FF-4315-AE60-0DECAD0534DD}"/>
              </a:ext>
            </a:extLst>
          </p:cNvPr>
          <p:cNvSpPr>
            <a:spLocks noGrp="1"/>
          </p:cNvSpPr>
          <p:nvPr/>
        </p:nvSpPr>
        <p:spPr>
          <a:xfrm>
            <a:off x="8858250" y="14478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40 MHz 경계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797A34-D204-419D-9935-38583017FFBD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동일 설정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8F4F51-7380-4A00-B725-192954C3C6D3}"/>
              </a:ext>
            </a:extLst>
          </p:cNvPr>
          <p:cNvSpPr>
            <a:spLocks noGrp="1"/>
          </p:cNvSpPr>
          <p:nvPr/>
        </p:nvSpPr>
        <p:spPr>
          <a:xfrm>
            <a:off x="533400" y="2933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021E86-526E-4995-B8ED-BD2970B2FB13}"/>
              </a:ext>
            </a:extLst>
          </p:cNvPr>
          <p:cNvSpPr>
            <a:spLocks noGrp="1"/>
          </p:cNvSpPr>
          <p:nvPr/>
        </p:nvSpPr>
        <p:spPr>
          <a:xfrm>
            <a:off x="2714625" y="289560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7E5C8A-5716-4B66-A79D-4F7D9F3D9E67}"/>
              </a:ext>
            </a:extLst>
          </p:cNvPr>
          <p:cNvSpPr>
            <a:spLocks noGrp="1"/>
          </p:cNvSpPr>
          <p:nvPr/>
        </p:nvSpPr>
        <p:spPr>
          <a:xfrm>
            <a:off x="2714625" y="270510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E68E00-A213-4BDB-9A4F-E9D238A5BE8B}"/>
              </a:ext>
            </a:extLst>
          </p:cNvPr>
          <p:cNvSpPr>
            <a:spLocks noGrp="1"/>
          </p:cNvSpPr>
          <p:nvPr/>
        </p:nvSpPr>
        <p:spPr>
          <a:xfrm>
            <a:off x="2295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9076E1-5FEE-43CF-AD85-DBCE9EDCAB64}"/>
              </a:ext>
            </a:extLst>
          </p:cNvPr>
          <p:cNvSpPr>
            <a:spLocks noGrp="1"/>
          </p:cNvSpPr>
          <p:nvPr/>
        </p:nvSpPr>
        <p:spPr>
          <a:xfrm>
            <a:off x="347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CAF111-F762-48FF-8DD2-057AEB8EBECB}"/>
              </a:ext>
            </a:extLst>
          </p:cNvPr>
          <p:cNvSpPr>
            <a:spLocks noGrp="1"/>
          </p:cNvSpPr>
          <p:nvPr/>
        </p:nvSpPr>
        <p:spPr>
          <a:xfrm>
            <a:off x="305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FD80B1-8F12-4EDD-85A9-912CB42A8220}"/>
              </a:ext>
            </a:extLst>
          </p:cNvPr>
          <p:cNvSpPr>
            <a:spLocks noGrp="1"/>
          </p:cNvSpPr>
          <p:nvPr/>
        </p:nvSpPr>
        <p:spPr>
          <a:xfrm>
            <a:off x="5762625" y="270510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AA33EE-CBC7-4EE7-9A65-4AABBF80EB89}"/>
              </a:ext>
            </a:extLst>
          </p:cNvPr>
          <p:cNvSpPr>
            <a:spLocks noGrp="1"/>
          </p:cNvSpPr>
          <p:nvPr/>
        </p:nvSpPr>
        <p:spPr>
          <a:xfrm>
            <a:off x="5343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90BE8C8-8050-4E34-81CD-0A8614402C98}"/>
              </a:ext>
            </a:extLst>
          </p:cNvPr>
          <p:cNvSpPr>
            <a:spLocks noGrp="1"/>
          </p:cNvSpPr>
          <p:nvPr/>
        </p:nvSpPr>
        <p:spPr>
          <a:xfrm>
            <a:off x="7286625" y="2705100"/>
            <a:ext cx="20955" cy="457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0ABF209-6C13-41AD-B0A4-84E80ED822A1}"/>
              </a:ext>
            </a:extLst>
          </p:cNvPr>
          <p:cNvSpPr>
            <a:spLocks noGrp="1"/>
          </p:cNvSpPr>
          <p:nvPr/>
        </p:nvSpPr>
        <p:spPr>
          <a:xfrm>
            <a:off x="6867525" y="321945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E713DAB-8B06-400C-B715-38132E81302B}"/>
              </a:ext>
            </a:extLst>
          </p:cNvPr>
          <p:cNvSpPr>
            <a:spLocks noGrp="1"/>
          </p:cNvSpPr>
          <p:nvPr/>
        </p:nvSpPr>
        <p:spPr>
          <a:xfrm>
            <a:off x="3476625" y="2828925"/>
            <a:ext cx="2286000" cy="1333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42CE485F-D600-4F3C-9768-853A991E23B5}"/>
              </a:ext>
            </a:extLst>
          </p:cNvPr>
          <p:cNvSpPr>
            <a:spLocks noGrp="1"/>
          </p:cNvSpPr>
          <p:nvPr/>
        </p:nvSpPr>
        <p:spPr>
          <a:xfrm>
            <a:off x="3533775" y="3448050"/>
            <a:ext cx="3695700" cy="209550"/>
          </a:xfrm>
          <a:prstGeom prst="rightArrow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860D5C-A0E0-4F1F-AB0A-6BD876514FB8}"/>
              </a:ext>
            </a:extLst>
          </p:cNvPr>
          <p:cNvSpPr>
            <a:spLocks noGrp="1"/>
          </p:cNvSpPr>
          <p:nvPr/>
        </p:nvSpPr>
        <p:spPr>
          <a:xfrm>
            <a:off x="3629025" y="3514725"/>
            <a:ext cx="3429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 ns / 50.0 MHz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59FA5D-DCB0-488E-8E45-485CCB29D0A0}"/>
              </a:ext>
            </a:extLst>
          </p:cNvPr>
          <p:cNvSpPr>
            <a:spLocks noGrp="1"/>
          </p:cNvSpPr>
          <p:nvPr/>
        </p:nvSpPr>
        <p:spPr>
          <a:xfrm>
            <a:off x="8858250" y="26860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금지: 50 MHz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48D515-7218-4074-AD39-C4CD52026625}"/>
              </a:ext>
            </a:extLst>
          </p:cNvPr>
          <p:cNvSpPr>
            <a:spLocks noGrp="1"/>
          </p:cNvSpPr>
          <p:nvPr/>
        </p:nvSpPr>
        <p:spPr>
          <a:xfrm>
            <a:off x="533400" y="39624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250 MHz 정상 후보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95E6D04-0AE4-4C4E-8D52-F932EB7E6ABF}"/>
              </a:ext>
            </a:extLst>
          </p:cNvPr>
          <p:cNvSpPr>
            <a:spLocks noGrp="1"/>
          </p:cNvSpPr>
          <p:nvPr/>
        </p:nvSpPr>
        <p:spPr>
          <a:xfrm>
            <a:off x="533400" y="41719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T=4ns, div=1,ticks=7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35DF24-51AE-47FC-929F-F2510FFF8307}"/>
              </a:ext>
            </a:extLst>
          </p:cNvPr>
          <p:cNvSpPr>
            <a:spLocks noGrp="1"/>
          </p:cNvSpPr>
          <p:nvPr/>
        </p:nvSpPr>
        <p:spPr>
          <a:xfrm>
            <a:off x="2714625" y="4133850"/>
            <a:ext cx="7858125" cy="1143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8A7F1BF-078A-47CD-B64B-7BD818507742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20955" cy="4572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D00A3B-C22D-421E-A081-C683A46CD99D}"/>
              </a:ext>
            </a:extLst>
          </p:cNvPr>
          <p:cNvSpPr>
            <a:spLocks noGrp="1"/>
          </p:cNvSpPr>
          <p:nvPr/>
        </p:nvSpPr>
        <p:spPr>
          <a:xfrm>
            <a:off x="2295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4681D72-055D-400C-A14A-3DE21004782B}"/>
              </a:ext>
            </a:extLst>
          </p:cNvPr>
          <p:cNvSpPr>
            <a:spLocks noGrp="1"/>
          </p:cNvSpPr>
          <p:nvPr/>
        </p:nvSpPr>
        <p:spPr>
          <a:xfrm>
            <a:off x="3476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1D3659E-72AB-47DB-B452-A45481FA50D2}"/>
              </a:ext>
            </a:extLst>
          </p:cNvPr>
          <p:cNvSpPr>
            <a:spLocks noGrp="1"/>
          </p:cNvSpPr>
          <p:nvPr/>
        </p:nvSpPr>
        <p:spPr>
          <a:xfrm>
            <a:off x="305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RDN↓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4749C3-EC0F-4E60-BD85-F52902F8E565}"/>
              </a:ext>
            </a:extLst>
          </p:cNvPr>
          <p:cNvSpPr>
            <a:spLocks noGrp="1"/>
          </p:cNvSpPr>
          <p:nvPr/>
        </p:nvSpPr>
        <p:spPr>
          <a:xfrm>
            <a:off x="7286625" y="3943350"/>
            <a:ext cx="20955" cy="457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112057F-44AE-483D-8FA7-53AEDD11D929}"/>
              </a:ext>
            </a:extLst>
          </p:cNvPr>
          <p:cNvSpPr>
            <a:spLocks noGrp="1"/>
          </p:cNvSpPr>
          <p:nvPr/>
        </p:nvSpPr>
        <p:spPr>
          <a:xfrm>
            <a:off x="6867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capture/RDN↑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1183867-5B4B-4254-9871-E3FA1C521F90}"/>
              </a:ext>
            </a:extLst>
          </p:cNvPr>
          <p:cNvSpPr>
            <a:spLocks noGrp="1"/>
          </p:cNvSpPr>
          <p:nvPr/>
        </p:nvSpPr>
        <p:spPr>
          <a:xfrm>
            <a:off x="8810625" y="3943350"/>
            <a:ext cx="20955" cy="457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77C423-49C6-4263-B9BA-5511D3541B6B}"/>
              </a:ext>
            </a:extLst>
          </p:cNvPr>
          <p:cNvSpPr>
            <a:spLocks noGrp="1"/>
          </p:cNvSpPr>
          <p:nvPr/>
        </p:nvSpPr>
        <p:spPr>
          <a:xfrm>
            <a:off x="8391525" y="44577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next RDN↓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FE81317-01E8-41F0-BEC9-BB64533160ED}"/>
              </a:ext>
            </a:extLst>
          </p:cNvPr>
          <p:cNvSpPr>
            <a:spLocks noGrp="1"/>
          </p:cNvSpPr>
          <p:nvPr/>
        </p:nvSpPr>
        <p:spPr>
          <a:xfrm>
            <a:off x="3476625" y="4067175"/>
            <a:ext cx="3810000" cy="1333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CCB04600-724D-41A3-932C-4B28DAD09C4A}"/>
              </a:ext>
            </a:extLst>
          </p:cNvPr>
          <p:cNvSpPr>
            <a:spLocks noGrp="1"/>
          </p:cNvSpPr>
          <p:nvPr/>
        </p:nvSpPr>
        <p:spPr>
          <a:xfrm>
            <a:off x="3533775" y="4686300"/>
            <a:ext cx="5219700" cy="2095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E817B39-661E-477B-89E1-47BD3D0428E7}"/>
              </a:ext>
            </a:extLst>
          </p:cNvPr>
          <p:cNvSpPr>
            <a:spLocks noGrp="1"/>
          </p:cNvSpPr>
          <p:nvPr/>
        </p:nvSpPr>
        <p:spPr>
          <a:xfrm>
            <a:off x="3629025" y="4752975"/>
            <a:ext cx="4953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14B3271-6C5D-4844-8705-6DFE0AF1DA71}"/>
              </a:ext>
            </a:extLst>
          </p:cNvPr>
          <p:cNvSpPr>
            <a:spLocks noGrp="1"/>
          </p:cNvSpPr>
          <p:nvPr/>
        </p:nvSpPr>
        <p:spPr>
          <a:xfrm>
            <a:off x="8858250" y="39243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OK: 35.7 MHz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AED415E-7EBB-46EF-98EF-EB783A08266E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4287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8F5B8C2-A0BF-468D-959B-0C9256A39AC2}"/>
              </a:ext>
            </a:extLst>
          </p:cNvPr>
          <p:cNvSpPr>
            <a:spLocks noGrp="1"/>
          </p:cNvSpPr>
          <p:nvPr/>
        </p:nvSpPr>
        <p:spPr>
          <a:xfrm>
            <a:off x="857250" y="4924425"/>
            <a:ext cx="12763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clock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A140276-EE90-4227-8225-AA131C3D7CD8}"/>
              </a:ext>
            </a:extLst>
          </p:cNvPr>
          <p:cNvSpPr>
            <a:spLocks noGrp="1"/>
          </p:cNvSpPr>
          <p:nvPr/>
        </p:nvSpPr>
        <p:spPr>
          <a:xfrm>
            <a:off x="2209800" y="4857750"/>
            <a:ext cx="114300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16AF097-2578-46D5-AC01-A14481C2D1F1}"/>
              </a:ext>
            </a:extLst>
          </p:cNvPr>
          <p:cNvSpPr>
            <a:spLocks noGrp="1"/>
          </p:cNvSpPr>
          <p:nvPr/>
        </p:nvSpPr>
        <p:spPr>
          <a:xfrm>
            <a:off x="2286000" y="4924425"/>
            <a:ext cx="9906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Tclk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B5E1BD1-11D2-43CC-A443-845B0B2E648E}"/>
              </a:ext>
            </a:extLst>
          </p:cNvPr>
          <p:cNvSpPr>
            <a:spLocks noGrp="1"/>
          </p:cNvSpPr>
          <p:nvPr/>
        </p:nvSpPr>
        <p:spPr>
          <a:xfrm>
            <a:off x="3352800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C3BCAA0-0E78-4DA1-8DBB-B5C9E7981F89}"/>
              </a:ext>
            </a:extLst>
          </p:cNvPr>
          <p:cNvSpPr>
            <a:spLocks noGrp="1"/>
          </p:cNvSpPr>
          <p:nvPr/>
        </p:nvSpPr>
        <p:spPr>
          <a:xfrm>
            <a:off x="3429000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div,ticks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1C4B67A-925A-4A6B-A6C8-D79F0A2D145C}"/>
              </a:ext>
            </a:extLst>
          </p:cNvPr>
          <p:cNvSpPr>
            <a:spLocks noGrp="1"/>
          </p:cNvSpPr>
          <p:nvPr/>
        </p:nvSpPr>
        <p:spPr>
          <a:xfrm>
            <a:off x="4733925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4B8F0E5-1C7B-4211-9F3D-CC30063F7514}"/>
              </a:ext>
            </a:extLst>
          </p:cNvPr>
          <p:cNvSpPr>
            <a:spLocks noGrp="1"/>
          </p:cNvSpPr>
          <p:nvPr/>
        </p:nvSpPr>
        <p:spPr>
          <a:xfrm>
            <a:off x="4810125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RDN→cap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BAF5183-51DF-486B-AB59-B0D7D6C72C36}"/>
              </a:ext>
            </a:extLst>
          </p:cNvPr>
          <p:cNvSpPr>
            <a:spLocks noGrp="1"/>
          </p:cNvSpPr>
          <p:nvPr/>
        </p:nvSpPr>
        <p:spPr>
          <a:xfrm>
            <a:off x="6115050" y="4857750"/>
            <a:ext cx="1381125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7A3BBA1-3302-4D47-983E-03F2030069D9}"/>
              </a:ext>
            </a:extLst>
          </p:cNvPr>
          <p:cNvSpPr>
            <a:spLocks noGrp="1"/>
          </p:cNvSpPr>
          <p:nvPr/>
        </p:nvSpPr>
        <p:spPr>
          <a:xfrm>
            <a:off x="6191250" y="4924425"/>
            <a:ext cx="12287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tick0→cap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868CC23-6D57-41B4-AA19-90499670AE1C}"/>
              </a:ext>
            </a:extLst>
          </p:cNvPr>
          <p:cNvSpPr>
            <a:spLocks noGrp="1"/>
          </p:cNvSpPr>
          <p:nvPr/>
        </p:nvSpPr>
        <p:spPr>
          <a:xfrm>
            <a:off x="7496175" y="4857750"/>
            <a:ext cx="2381250" cy="2667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3342802-E650-49CF-BAC0-B3B7F172D8FF}"/>
              </a:ext>
            </a:extLst>
          </p:cNvPr>
          <p:cNvSpPr>
            <a:spLocks noGrp="1"/>
          </p:cNvSpPr>
          <p:nvPr/>
        </p:nvSpPr>
        <p:spPr>
          <a:xfrm>
            <a:off x="7572375" y="4924425"/>
            <a:ext cx="22288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period/rate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3C8B4E1-BBF2-47E2-8D70-4A51DA3263B5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142875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37B31EC-C107-4CB6-ADE4-66B6183F5896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200 MHz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0914752-672F-412A-A383-04F76A2FDF53}"/>
              </a:ext>
            </a:extLst>
          </p:cNvPr>
          <p:cNvSpPr>
            <a:spLocks noGrp="1"/>
          </p:cNvSpPr>
          <p:nvPr/>
        </p:nvSpPr>
        <p:spPr>
          <a:xfrm>
            <a:off x="2209800" y="5124450"/>
            <a:ext cx="114300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91D2273-11F5-4024-A610-E161F7BF9180}"/>
              </a:ext>
            </a:extLst>
          </p:cNvPr>
          <p:cNvSpPr>
            <a:spLocks noGrp="1"/>
          </p:cNvSpPr>
          <p:nvPr/>
        </p:nvSpPr>
        <p:spPr>
          <a:xfrm>
            <a:off x="2286000" y="51816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5 ns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1C19762-3CDE-4D79-A0EA-1BA0544D68F3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A97F10A-FC24-4CC6-843B-2C0A76AC017D}"/>
              </a:ext>
            </a:extLst>
          </p:cNvPr>
          <p:cNvSpPr>
            <a:spLocks noGrp="1"/>
          </p:cNvSpPr>
          <p:nvPr/>
        </p:nvSpPr>
        <p:spPr>
          <a:xfrm>
            <a:off x="3429000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EB4B0AA-039D-42ED-A380-793EC07E252D}"/>
              </a:ext>
            </a:extLst>
          </p:cNvPr>
          <p:cNvSpPr>
            <a:spLocks noGrp="1"/>
          </p:cNvSpPr>
          <p:nvPr/>
        </p:nvSpPr>
        <p:spPr>
          <a:xfrm>
            <a:off x="4733925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2F83B2F-A72A-4FAE-9151-60501026D9C8}"/>
              </a:ext>
            </a:extLst>
          </p:cNvPr>
          <p:cNvSpPr>
            <a:spLocks noGrp="1"/>
          </p:cNvSpPr>
          <p:nvPr/>
        </p:nvSpPr>
        <p:spPr>
          <a:xfrm>
            <a:off x="4810125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15 ns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5BC2CF7-FD8C-4DB2-9AAE-36721438743C}"/>
              </a:ext>
            </a:extLst>
          </p:cNvPr>
          <p:cNvSpPr>
            <a:spLocks noGrp="1"/>
          </p:cNvSpPr>
          <p:nvPr/>
        </p:nvSpPr>
        <p:spPr>
          <a:xfrm>
            <a:off x="6115050" y="5124450"/>
            <a:ext cx="1381125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A282047-CC5D-4B29-9F70-A088F873D628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 ns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D397192-6D9A-4EF1-9B3A-04E3428419AC}"/>
              </a:ext>
            </a:extLst>
          </p:cNvPr>
          <p:cNvSpPr>
            <a:spLocks noGrp="1"/>
          </p:cNvSpPr>
          <p:nvPr/>
        </p:nvSpPr>
        <p:spPr>
          <a:xfrm>
            <a:off x="7496175" y="5124450"/>
            <a:ext cx="2381250" cy="2286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66F2396-A1D2-42E4-8332-CA02870FEAC6}"/>
              </a:ext>
            </a:extLst>
          </p:cNvPr>
          <p:cNvSpPr>
            <a:spLocks noGrp="1"/>
          </p:cNvSpPr>
          <p:nvPr/>
        </p:nvSpPr>
        <p:spPr>
          <a:xfrm>
            <a:off x="7572375" y="51816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 ns / 40 MHz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8D26BC5-E7D7-4B91-BE1A-EF46D6BCE7CA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14287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A4C29B0-E673-4FF2-A429-6C21F20FB2DD}"/>
              </a:ext>
            </a:extLst>
          </p:cNvPr>
          <p:cNvSpPr>
            <a:spLocks noGrp="1"/>
          </p:cNvSpPr>
          <p:nvPr/>
        </p:nvSpPr>
        <p:spPr>
          <a:xfrm>
            <a:off x="857250" y="54102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166.667 MHz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FFF675B-A392-47F7-B03D-683BD3ABBBE4}"/>
              </a:ext>
            </a:extLst>
          </p:cNvPr>
          <p:cNvSpPr>
            <a:spLocks noGrp="1"/>
          </p:cNvSpPr>
          <p:nvPr/>
        </p:nvSpPr>
        <p:spPr>
          <a:xfrm>
            <a:off x="2209800" y="5353050"/>
            <a:ext cx="1143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5F17239-46B7-465E-8102-20451C236B77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 ns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AF3128A-E4B3-4738-B63F-01A2734F8CA6}"/>
              </a:ext>
            </a:extLst>
          </p:cNvPr>
          <p:cNvSpPr>
            <a:spLocks noGrp="1"/>
          </p:cNvSpPr>
          <p:nvPr/>
        </p:nvSpPr>
        <p:spPr>
          <a:xfrm>
            <a:off x="3352800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89CD693-B27C-486A-B456-A52CB4746C63}"/>
              </a:ext>
            </a:extLst>
          </p:cNvPr>
          <p:cNvSpPr>
            <a:spLocks noGrp="1"/>
          </p:cNvSpPr>
          <p:nvPr/>
        </p:nvSpPr>
        <p:spPr>
          <a:xfrm>
            <a:off x="3429000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1,5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B1E17E0-7712-4929-A9F6-B2B3E8D00504}"/>
              </a:ext>
            </a:extLst>
          </p:cNvPr>
          <p:cNvSpPr>
            <a:spLocks noGrp="1"/>
          </p:cNvSpPr>
          <p:nvPr/>
        </p:nvSpPr>
        <p:spPr>
          <a:xfrm>
            <a:off x="4733925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0E59E06-3DDC-4ECF-9962-8BA02A8AFA04}"/>
              </a:ext>
            </a:extLst>
          </p:cNvPr>
          <p:cNvSpPr>
            <a:spLocks noGrp="1"/>
          </p:cNvSpPr>
          <p:nvPr/>
        </p:nvSpPr>
        <p:spPr>
          <a:xfrm>
            <a:off x="4810125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18 ns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95FAE7E-CB07-4E04-9501-C5F60CF95077}"/>
              </a:ext>
            </a:extLst>
          </p:cNvPr>
          <p:cNvSpPr>
            <a:spLocks noGrp="1"/>
          </p:cNvSpPr>
          <p:nvPr/>
        </p:nvSpPr>
        <p:spPr>
          <a:xfrm>
            <a:off x="6115050" y="53530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134287B-A51A-46E5-99AA-A8DFAF24733A}"/>
              </a:ext>
            </a:extLst>
          </p:cNvPr>
          <p:cNvSpPr>
            <a:spLocks noGrp="1"/>
          </p:cNvSpPr>
          <p:nvPr/>
        </p:nvSpPr>
        <p:spPr>
          <a:xfrm>
            <a:off x="6191250" y="54102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C86C986D-EF44-4CFB-AE77-1F2F7447DAE9}"/>
              </a:ext>
            </a:extLst>
          </p:cNvPr>
          <p:cNvSpPr>
            <a:spLocks noGrp="1"/>
          </p:cNvSpPr>
          <p:nvPr/>
        </p:nvSpPr>
        <p:spPr>
          <a:xfrm>
            <a:off x="7496175" y="53530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EEB8B7A-FD92-43C8-9FF6-834D2326BBEC}"/>
              </a:ext>
            </a:extLst>
          </p:cNvPr>
          <p:cNvSpPr>
            <a:spLocks noGrp="1"/>
          </p:cNvSpPr>
          <p:nvPr/>
        </p:nvSpPr>
        <p:spPr>
          <a:xfrm>
            <a:off x="7572375" y="54102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 ns / 33.3 MHz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68C78B4-470E-4E55-8D7B-598C44ED4F41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4287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1A8A2F9-6BAA-4A68-B939-08BC16852E9C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142.857 MHz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30396DBC-B63A-4960-B0A3-1AC59E3FA6C3}"/>
              </a:ext>
            </a:extLst>
          </p:cNvPr>
          <p:cNvSpPr>
            <a:spLocks noGrp="1"/>
          </p:cNvSpPr>
          <p:nvPr/>
        </p:nvSpPr>
        <p:spPr>
          <a:xfrm>
            <a:off x="2209800" y="5581650"/>
            <a:ext cx="114300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625146D-CED8-4CAE-BD50-E724FF814A76}"/>
              </a:ext>
            </a:extLst>
          </p:cNvPr>
          <p:cNvSpPr>
            <a:spLocks noGrp="1"/>
          </p:cNvSpPr>
          <p:nvPr/>
        </p:nvSpPr>
        <p:spPr>
          <a:xfrm>
            <a:off x="2286000" y="56388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7 ns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16A0A32-608D-4142-A8E6-E390121FCBF9}"/>
              </a:ext>
            </a:extLst>
          </p:cNvPr>
          <p:cNvSpPr>
            <a:spLocks noGrp="1"/>
          </p:cNvSpPr>
          <p:nvPr/>
        </p:nvSpPr>
        <p:spPr>
          <a:xfrm>
            <a:off x="3352800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64C5BD0-2783-4EEC-8681-FE7A5E5F4F05}"/>
              </a:ext>
            </a:extLst>
          </p:cNvPr>
          <p:cNvSpPr>
            <a:spLocks noGrp="1"/>
          </p:cNvSpPr>
          <p:nvPr/>
        </p:nvSpPr>
        <p:spPr>
          <a:xfrm>
            <a:off x="3429000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F6BE6A9-66CF-4978-B408-A91FAE75D3BA}"/>
              </a:ext>
            </a:extLst>
          </p:cNvPr>
          <p:cNvSpPr>
            <a:spLocks noGrp="1"/>
          </p:cNvSpPr>
          <p:nvPr/>
        </p:nvSpPr>
        <p:spPr>
          <a:xfrm>
            <a:off x="4733925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6AB02E7-85EE-4F68-BBF7-4E69F877F951}"/>
              </a:ext>
            </a:extLst>
          </p:cNvPr>
          <p:cNvSpPr>
            <a:spLocks noGrp="1"/>
          </p:cNvSpPr>
          <p:nvPr/>
        </p:nvSpPr>
        <p:spPr>
          <a:xfrm>
            <a:off x="4810125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 ns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F82F859-9577-426D-8627-7CA1F2E0CCC5}"/>
              </a:ext>
            </a:extLst>
          </p:cNvPr>
          <p:cNvSpPr>
            <a:spLocks noGrp="1"/>
          </p:cNvSpPr>
          <p:nvPr/>
        </p:nvSpPr>
        <p:spPr>
          <a:xfrm>
            <a:off x="6115050" y="5581650"/>
            <a:ext cx="1381125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84372778-F249-4787-AB82-B6395D4613B1}"/>
              </a:ext>
            </a:extLst>
          </p:cNvPr>
          <p:cNvSpPr>
            <a:spLocks noGrp="1"/>
          </p:cNvSpPr>
          <p:nvPr/>
        </p:nvSpPr>
        <p:spPr>
          <a:xfrm>
            <a:off x="6191250" y="56388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21 ns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AE058E8-976D-47C1-B1CE-E241AF1881D8}"/>
              </a:ext>
            </a:extLst>
          </p:cNvPr>
          <p:cNvSpPr>
            <a:spLocks noGrp="1"/>
          </p:cNvSpPr>
          <p:nvPr/>
        </p:nvSpPr>
        <p:spPr>
          <a:xfrm>
            <a:off x="7496175" y="5581650"/>
            <a:ext cx="2381250" cy="2286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44A8079-575B-4DF8-B687-61A79E774EF0}"/>
              </a:ext>
            </a:extLst>
          </p:cNvPr>
          <p:cNvSpPr>
            <a:spLocks noGrp="1"/>
          </p:cNvSpPr>
          <p:nvPr/>
        </p:nvSpPr>
        <p:spPr>
          <a:xfrm>
            <a:off x="7572375" y="56388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 ns / 35.7 MHz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7D9FF16-6AE9-4C77-92D3-EB53DFEA6699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4287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E159766-4990-47BA-BE28-E363B7EBAA0E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1276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125 MHz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1FF17B6-06D7-4419-A0EC-EC6282E88299}"/>
              </a:ext>
            </a:extLst>
          </p:cNvPr>
          <p:cNvSpPr>
            <a:spLocks noGrp="1"/>
          </p:cNvSpPr>
          <p:nvPr/>
        </p:nvSpPr>
        <p:spPr>
          <a:xfrm>
            <a:off x="2209800" y="5810250"/>
            <a:ext cx="114300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62E3DD5-CAF7-4042-8535-322A9F9294AE}"/>
              </a:ext>
            </a:extLst>
          </p:cNvPr>
          <p:cNvSpPr>
            <a:spLocks noGrp="1"/>
          </p:cNvSpPr>
          <p:nvPr/>
        </p:nvSpPr>
        <p:spPr>
          <a:xfrm>
            <a:off x="2286000" y="5867400"/>
            <a:ext cx="990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 ns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B4B7D7B-256F-4B38-9020-323EFA95D9A6}"/>
              </a:ext>
            </a:extLst>
          </p:cNvPr>
          <p:cNvSpPr>
            <a:spLocks noGrp="1"/>
          </p:cNvSpPr>
          <p:nvPr/>
        </p:nvSpPr>
        <p:spPr>
          <a:xfrm>
            <a:off x="3352800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B1C6833-998A-4A4E-A51C-035A538471F3}"/>
              </a:ext>
            </a:extLst>
          </p:cNvPr>
          <p:cNvSpPr>
            <a:spLocks noGrp="1"/>
          </p:cNvSpPr>
          <p:nvPr/>
        </p:nvSpPr>
        <p:spPr>
          <a:xfrm>
            <a:off x="3429000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1,4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58E0034-C36F-455A-BBBA-55A7CBDC3B42}"/>
              </a:ext>
            </a:extLst>
          </p:cNvPr>
          <p:cNvSpPr>
            <a:spLocks noGrp="1"/>
          </p:cNvSpPr>
          <p:nvPr/>
        </p:nvSpPr>
        <p:spPr>
          <a:xfrm>
            <a:off x="4733925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3A62A46-21F9-4868-9912-24353A8A69B1}"/>
              </a:ext>
            </a:extLst>
          </p:cNvPr>
          <p:cNvSpPr>
            <a:spLocks noGrp="1"/>
          </p:cNvSpPr>
          <p:nvPr/>
        </p:nvSpPr>
        <p:spPr>
          <a:xfrm>
            <a:off x="4810125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 ns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0D8E2A1-27EE-44C4-B703-7342E8C483A2}"/>
              </a:ext>
            </a:extLst>
          </p:cNvPr>
          <p:cNvSpPr>
            <a:spLocks noGrp="1"/>
          </p:cNvSpPr>
          <p:nvPr/>
        </p:nvSpPr>
        <p:spPr>
          <a:xfrm>
            <a:off x="6115050" y="5810250"/>
            <a:ext cx="1381125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94BE75A-D14D-4604-82AF-F33E654FE543}"/>
              </a:ext>
            </a:extLst>
          </p:cNvPr>
          <p:cNvSpPr>
            <a:spLocks noGrp="1"/>
          </p:cNvSpPr>
          <p:nvPr/>
        </p:nvSpPr>
        <p:spPr>
          <a:xfrm>
            <a:off x="6191250" y="5867400"/>
            <a:ext cx="12287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 ns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71DCCEE-A9CB-4B4D-87D4-0B404DFC6002}"/>
              </a:ext>
            </a:extLst>
          </p:cNvPr>
          <p:cNvSpPr>
            <a:spLocks noGrp="1"/>
          </p:cNvSpPr>
          <p:nvPr/>
        </p:nvSpPr>
        <p:spPr>
          <a:xfrm>
            <a:off x="7496175" y="5810250"/>
            <a:ext cx="2381250" cy="2286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4358074-95FB-473E-B57E-78C52C851C2F}"/>
              </a:ext>
            </a:extLst>
          </p:cNvPr>
          <p:cNvSpPr>
            <a:spLocks noGrp="1"/>
          </p:cNvSpPr>
          <p:nvPr/>
        </p:nvSpPr>
        <p:spPr>
          <a:xfrm>
            <a:off x="7572375" y="5867400"/>
            <a:ext cx="2228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 ns / 31.25 MHz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64D9217-7621-4CE2-85CD-56F546734E8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C01_GPX_Bus_Read_20260429_v007.md §6 / TDC-GPX-Datasheet.pdf p.7,p.27 / bus_phy:33-52,527-548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855FB27-C75E-40EB-9F73-F8F8B23FB8C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BA7FFB9-4076-4966-B185-8E17A904BEA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D82D3D7-0386-49F0-BC1F-0CD2BF2C577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6349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8C76E775-2C77-4956-B6E2-37DBB5141F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8DE50D-ACB8-4149-9D08-3E37C611CB11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963CE1-07EB-40A0-B6DC-55F94EAFBBB8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94543F-A4CF-4E4B-B05E-228006CFA009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9B51E8-817E-45EF-9C37-832252EF635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121709-54E0-46DF-9948-3A9C84A70A66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257491-83A5-4F3B-8B96-39033B820F5A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2FDE0A-484B-4C9D-9195-655482EAB996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D62218-212E-47A7-AA3C-5EB8DC6F5B39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DAAAF7C-E2D7-4195-A891-0A4E1D8748EC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BFFC75-138E-4E33-A367-D196E0762748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C87452-8B42-4FDC-8D03-FCF3D6826E86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073437-A7E0-4EA7-9BCE-00EDFFA9DD3B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3034BD-B937-4927-BD99-03F9739C375C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D05C85-E08F-44A8-8A6D-85C04DB88FD7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E0F495B0-1A82-4454-80C7-C3F8DF23E298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E86DE7-A5B0-4E2F-9807-D7BC906E7C6B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3F8798-B0F4-4850-9898-4122809A6D99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BECBB5-CE73-4745-A55B-0678189C1E8E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1370C33-C001-4FCC-8BEB-9FA89361779B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8F02C7D-F1DF-4E96-B1B4-D6E5588C254C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08638DB-DC59-4AB5-8425-85EA53D61B16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970A4E-2BD2-467B-80A5-E5136C76737E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D49471-B31E-48B0-A1A6-B24AE890AE0D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FF4498-7FC4-4C9B-96C1-8C0BA0C2C62B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F781B01-5494-4376-8305-C0DEA188D689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0A3458-1106-4B54-893B-5C43E0B19C86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8C877B-9ACF-44A0-BD23-55B781AFA120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508BB7-30D9-4A9B-9E95-49639609D4B9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234F843-8A47-4CBA-B634-338A6F9C7E6B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BA3EE0-BDE2-4D5C-BD5A-6647B267CA21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4346A4A-A429-4346-A88A-A9788C2AB023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832E38-D023-41A5-A3E0-37D39D86DD10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B83BBD0-D7DB-4A6C-9BC8-4ACC966EF6C3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EE2D78-E23C-48CD-AD36-164E9FF3199D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D80FE9-C385-4A5B-8BDF-F36B982629CD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E2CFAA-C061-44BB-A181-A6C42F283F9B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5A64721-C487-4CA8-B7F2-A5CF75A0A26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0B2E73D-074B-45DE-895B-1BD515708F3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9170201-3810-46E3-9401-DECA01642AD5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67CB91-FF36-4F67-8691-A84FDEA462FC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4433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E667AB3E-5FBB-48B9-AC93-8BC998EBA5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93F9FD-C931-4767-8BA1-A26F7115092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CC4725-1D03-4D75-9460-653275FAFB57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F2B8D0-AFE7-4C01-81CE-5127A69E932A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D58C54-039C-491F-B64F-001A4BD6A8C1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CC28026-4797-45E1-A2B2-CA35E99FAC2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A49E22-D532-4CD3-B63B-C478EDB4623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26D8B7-834A-4A35-930B-0C37CF2A0F3A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CBA5B5-EDB7-4AAE-8F7F-18D9FD2DD36B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1A83E75-7B83-49AF-8087-AC3B8FA7C310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8EBA05-76AB-48B2-A5EC-92566D775089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C63AC1-1E5E-4FB7-B26D-BF4779ACA789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2D5FBC-3796-41D4-AB55-1E4B5F98F92C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D5AB15-F710-49D5-B03F-7FBF66BC5B1F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DCBB5F-6A16-4033-A814-94768F6FC332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46477E-1E6F-4762-8ABA-4BA184E577F4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445991-35E5-40F6-8775-CB225018BD71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AAD8AC1-A04F-4DD5-89E3-210AAE1D5ED5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9DFFDF-81D5-4713-B757-7A86EAC06FBA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32792A-1FFF-437B-B174-7B2D6CBA5A84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823ADB-F46D-4472-B121-593BB75180A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DB736860-6813-4F8E-86E5-F9011A106B88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BAFD53-91DB-4F70-92EE-A2864F1566D4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7F9360-6C30-4CC5-92A9-216D0D56C370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19CCE7A-666B-4380-B535-44503A19ED9A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69A1886-F2C8-43DF-9BEF-AC9D0BD378CD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CB54620-9A79-43B5-9A83-9674D664AAD0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4D2195-8039-4DEE-B568-857956B94AF5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FB1530-C9C5-4603-9F5F-5BEFEAB4B160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7B59571-BBF0-4701-8F16-CEAAEA890DD7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815D55-0B73-4587-B4BE-5DFF53C4EC35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A0E904-437B-4890-BE46-49674C567621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2195EDA-F134-47FF-AE09-27593AEF0B37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3F1E59-B01D-49F3-85BF-EDBFD1B8AA84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A67139A-1909-4CC0-A5A2-E5A913F5AB01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ADAD962-79A0-4384-8678-25C0F986F496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993C31C-C21D-420E-97BA-C91890F507A8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6F00D78-CAF9-4796-B8E8-767B5F2417FD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1D483C0-77EC-478A-91B4-BB2B7186EC7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8C8B58-C226-4090-A214-B1AD3BC331C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2F92907-8E0A-4770-AAA9-D48798321AC7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FF7AA6-EC42-4660-8ED0-CDD8330BE2E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88707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D9A69C-D508-4173-9335-8028F55C0C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44D73E-9E54-4AAC-8ACA-C44C7A46FE72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86F8B3-C4F8-49B5-8014-7C72356085A8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D47C0E-31FD-439E-B325-E065A3EE7C84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CB4CB9-CE53-41AD-A6A2-8C35E7BB420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5BFE86-751F-4940-BD76-DA98BCE95E8C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CCBAEC-D687-4A6A-898C-499DCFA79505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79ADB6-AB31-482C-9346-7738188DB422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FB02B9-2D24-4D50-B45D-1AEFAE3076D7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7A734FE-B4F6-4091-BC03-25FF4074F368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DFA955-6242-4288-99C8-E67BAB150082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61F5A8-A18B-4FB3-8D77-526B02D1808C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6E72CA-170B-4506-B7C0-4561370F1414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AC7D488-36C2-4BF2-AF65-2EF104B7131E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204C75-3E9A-4E78-9055-578F1CCE99B5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CA8BF9-054F-4EF9-A536-8E3E3C66B300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0ABED6-823F-4B4C-878E-559ED5F4F9B1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A4DB19-9293-4A04-9084-793C16EB9042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925842-E90F-440F-9DBF-C27AFB4E8C90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1658890-49F7-4A71-A6F2-F0A64357AEB0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8557186-1DF7-4C4E-83A0-BE346D8791E7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D38B30-18A2-466D-8260-7EE6DDB9B9AF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616964-4EC2-4B20-91B5-5D4726312B14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E7BEE0-6C27-437F-8DE9-DFD9C209979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F62D8C3-B3CF-4016-A038-65ADD7BCABC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610D99-1152-4CA1-A720-29B56B00A03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F5332A-F2DB-4636-B8FF-B720154B22A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94844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218D89EC-7150-4EB5-8973-2A9F8B0D3E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17FECF-65AC-47F4-82F3-2C820739D98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6925EC-5EBF-4D08-9FAA-2EA0DE91AD3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36104A-4365-4160-BDDB-BB9F401F101D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FEE61D-C4CA-47CE-A6A0-F63CC2D0AEFE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54488B6-35DF-49C9-8FBF-F6B762C1E6CD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B11175-37A1-4B0F-B8F2-9E7029438757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6F2D81-643D-4047-AFDF-47742C686183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E8C555-F99F-4A35-BA84-4C3889A77A41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D606456-4251-42E4-8F14-F25B8C82CFAF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E02BF3-5A29-4A0A-AF52-3B48EB5EEDDA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10EC21-7A31-43FF-8DBD-2FB9DCE26351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603557-3466-44A7-8587-6C6F276433EB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A82BB6B-7E4A-48C6-A200-268E9C51875F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FAA643-1F74-447F-8D70-EE3DCEF1282B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14B7DD-C6EB-4D43-9870-AC817CF76A87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6DB7E1-7323-496D-B6BA-A8ACB32A14E3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866C02-F311-48E0-851D-0E963A2B0C89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2C429F-E58A-48E6-9B5C-651DBE2F7E9D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67A9CC-C328-458A-A831-0C8CF6D0C1A5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A00E30-8924-415D-A84A-C442ABAED244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44447E-7CC2-4135-840E-26E25748895A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83AE8B-5E3D-4EDB-8326-AB01001BC6F1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5E2B663C-D4FD-45C0-9387-D019680C4067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33FABD-825C-4698-8B63-4F8BC07B873A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2DAAF16-5FEA-4AA5-AEE9-31AFB4D0978F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7E04A90-8241-465F-882C-1D3D37A9C520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98040FA-6C2F-497C-B1E2-DA62BA455B84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06E47E-6A14-4AAA-9680-9056E446F8C8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4648013-BB4B-4E59-810E-D8F541E30BE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C2B0B3-4A67-4FAC-A4DD-793F629A699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F991D2-8582-4F58-B226-CBB00D86319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4DCC3C4-FF22-44A1-BDA2-2E82B5DAE041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60484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397D068B-3FB3-40BF-9566-B3C34026DA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343D2C-EBCB-4CE0-88D7-620CDF1A0323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3AB730-18E0-4EAC-974E-01CE8F7F2CD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BDD192-4A20-4748-AB27-8100A372847E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DC111F-9258-41CD-86A3-FA83D7D7E995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209813-8B17-4843-B382-2A214EAAE617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03BBC3-8C5F-4E82-AFFE-B7395BE2E634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7A25381-CD86-4138-B186-E9CCA300FE94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16D699-58B0-4F6B-A4F0-D5FE52DF3340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BC4CDA-840E-4607-9789-E1D725B7FB15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C1F58D-4706-4792-AFF3-A45B36C3C618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DF4EC-1C47-430C-83D2-8CB03F8ED69E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6BD08A10-FAB1-4628-A7D9-44133E8E6C55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E32C34-462C-4816-B27D-0EA0B7BE6B46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0A4BA8-2786-4BA1-8893-6D74C00EB59A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12838ED-BD7D-49CF-88E9-9B2FB25C1C74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D17430-8BF3-4F7E-B5A7-167A33B6A811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DF7309-D125-42CF-80E6-466FC8330FE9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E45B39-1068-44E6-9A40-87A435656BD3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282A88-1866-4779-9F99-9F8D5A690A64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C9603BD0-9B37-4D08-A9D2-15A3DE3185A3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CB36386-14C1-43D5-8EDA-055696637A6B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D3F237-2091-4232-88A0-8AD0F7F98AF0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D35A3FE-E0E3-40FD-A6F9-4C3617365217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86E1BB-5FFA-4AC3-9387-2E51BCBB17A3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AB6748-60E7-472C-BF67-5BA850F94BE1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128B78D-C752-4C61-B1A7-C8E7E4CDA9BC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85B132-BDA5-43FE-A072-1AE18CD524B8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5D739C45-7D22-4230-B6F5-CBAFC45C6E18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D19C3F6-1451-42B2-BE08-7039BBE3075C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52ACC3-0ECC-49C4-A4AF-91113331FAD7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9965437A-A7A9-46E7-B65A-F8A60FE57A23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E9E31DE-C858-4E5F-BE7C-5DE4F8D27723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3E316F4-AD7B-4308-A31F-B0AD402B0509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42996D7-5C1C-48AE-A3D3-BFEE14C136E4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72EFAF7-6C43-4943-B9FF-2C49AE308C07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30282C6-7BB9-4B8E-A8FD-415A5A287CD2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0233A4E-1793-47DC-88BF-C833FD7D2BD9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1B8D845-8E24-469E-B870-CFEF5E1ED1FC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CD354F49-964C-4BDA-B7CA-DC0AE5436C85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4C4C742-957F-403B-A91E-2BB2184A93D2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B5166A-8FE3-4657-8DA1-688BCCB7296C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FCB1374-A7F0-444F-8138-AD6B12F27A72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A59F6D6-EE73-4924-9BF9-7487DB5FC0AB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547CE1AC-83FA-488F-BCFE-FE0B09861BB2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DEB475F-91FA-4EEF-8D18-8635797BED6D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3D4AFB4-8435-416D-B583-F25663C45292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857BCCD2-1EBA-4F07-8A97-144626A3EFBF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C82EA1-3828-43DA-9EFB-F27246CAC970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59E85A8-57F1-4925-8EF7-CFC6266FB218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7A6E99F-C338-4A37-BA82-73A1E04BC5FD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86AB323-9444-4D98-9B76-A3B23CDB0383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A50E5151-9B4B-4489-BC83-2D7665BF8CF1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BC628FB-9CDD-4764-BC70-7F08568D9F54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1BBF9FA-DF3B-45CA-8D19-D149AA249886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C5D8509-FB24-4781-AC3C-E8DD25876889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1C031C6-01EA-48D9-93AC-49648A6D0C69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9798CFCC-BA56-433C-A466-A5283FF47714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0B8B77B-2CFF-4DEE-9280-009DD6E5DA18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4985FE0-2329-4374-95A3-BE89CE61D1DD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tS-EF guard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8326B7C-CE6B-414A-8246-71EC2F6ECE75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 raw pin: 3clk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EF_sync: 4clk 이상으로 관측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E017D90-3876-4BE7-91FA-51A57AD287A4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8C031EF-E50E-45DC-9D51-824F3AD641A3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AFEAC12-9A07-4148-A8B7-EBEB6BCF2362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250 MHz 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1EE884E-B724-4989-98B5-A17AC832F40B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3clk=12ns는 margin 0.2ns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readout은 ticks*div&gt;=7 필요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0329379-C4DB-4BAB-B25D-A07DD4A33F6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2AC334C-617D-4F12-9715-5C9FD3E00B1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593C989-A1FD-4BF4-828D-06854D55E145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CC6E5A3-9759-4A71-A0C9-A4AE4983CDE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3793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001345D1-D1B4-4023-A2E7-11F2E16889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FA451C-DCA0-40A5-ABCF-1B456281A402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50C7A8-EDDB-4BFC-B99E-29ED75F4BA7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5FEFFA-701C-49D6-BCA2-5AF37FDB0D0A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C62293-0F24-4CC8-88B9-550C684C2B0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D18C21-DD29-402E-A935-1C8D6CDC5A74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C1FD9D-6122-426D-9A27-B5629F0C66C7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1E40A1-C9B6-4DC7-8639-740ACA42846F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09CE6C-1A2E-41E3-8FC3-D55F1C4CC257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047F82-E39E-4478-A5FD-009AB8935CA0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D17D3A-83E1-4C90-BD18-30EEA7718EBC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4D0485-8B67-440B-9FA8-CBACEB7FAC94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7D21E0-D8C2-4EC4-9E86-3AEC3647FA19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2FF7DB-EB1E-4347-B60E-7F84F4CC3ED1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5D11C0-0276-4D6F-9494-5377BF8427DA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983E6C-90DF-4B10-BF03-3D9961C80574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DF5348-0E99-4527-92E9-42EE3F38E1D2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1B01A7-9505-4DD9-8E02-81963E632E23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A4948F-0183-42CE-8858-0B486BB37CAC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61D0F2-B6C2-4189-8391-86B795EA3B55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466E5E-A4A2-4673-B41D-261D8F258D4D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4BE06A-29CE-42D9-B8CF-218EFCFCBDAA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546980-25A4-4D3A-81F1-C1706B8F3C85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2AB916-27C1-46A4-AEB7-F3D0318175B3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C2BB6F-464D-44A4-8A93-E9CB5FE1B51C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1E81D6-5494-4762-B0A2-930C6504DA63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C80102-8413-437B-9BC0-5BBC6676B0F2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770BD9-4E92-4BA5-A758-4C893E5EFC5B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BA3139-B244-4788-8C59-6FFC6441A688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137A18-54E9-4F01-BB3D-EFD24ADC2C8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84CB42-E5E6-4743-BB69-D99FA06A81A2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170F65-6FCD-403E-8956-B49D12546568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563971-36A7-46BE-B41B-5FC20CED92FC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317D830-EC69-46B9-AE77-FE361D0DD18E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6E0178-43F9-46F1-8CA8-0D5E54F4934D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clock 후보와 latency/throughput/pipeline을 코딩 수정 전 계약으로 관리.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A4A142C-5051-4A9D-B5A2-C7C44AC0595C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BAA9B2-18EF-4F87-AFE0-578A72BAA71C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2E524AB-6B67-488A-ADEE-BC4CB0749B5F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FA376CF-CDDA-4B4F-B37C-BCA7EAA67927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221DB07-F37E-49AB-8790-890C26B44C67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F67453-DD78-46F7-99EF-D3F65CA08B32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BA70030-CC46-4B10-BD40-EB4A012BA1A8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1ACAD0-1935-4EA1-82C3-E57B2E52C902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A05F200-AC9C-45C0-BAFC-BD653C7F8768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AFEC094-CD36-4B4A-8426-82F7CB5A5F25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F30CABA-C6BF-4A5F-9C77-25FB96307EBF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5B1287E-E4D9-47B9-BACF-2495B8DF9378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E19F5E1-310D-4885-92BB-2E6F4E677075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3521DFF-B9FD-4992-88E2-AFEE7EA674C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C01_GPX_Bus_Read_20260429_v009.md §6,§13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DAEAFD2-8C2A-4BD2-BD00-662BD25491E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BB7F97C-3D17-47E9-9F64-4A88457CB51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6B18153-6D92-43FD-8790-328D9234064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86248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D70CE53-EB91-4ADF-A976-BEAF6137C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856072-06F8-48DF-A72A-FCCC0BF40AB4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A7F828-C0CB-410C-AB18-F32C21BFB618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D1184A-4E70-43F9-8BBE-3A2AEF3707B8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Latency / Throughput / Pipeline / II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6D1DDC-5CA9-4C63-B5D2-3C723FFC092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CD8A9D-53FF-4C93-A71F-A7BE3567498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Latency model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F93FF7-0A0D-4E7A-9780-063CB1ADF3D6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429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tick0→capture = ((N-2)D+1)T</a:t>
            </a:r>
          </a:p>
          <a:p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bus_phy tvalid = ((N-1)D+1)T</a:t>
            </a:r>
          </a:p>
          <a:p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sk_brsp valid = +1 clk</a:t>
            </a:r>
          </a:p>
          <a:p>
            <a:pPr algn="l"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chip_run consume ≈ +2 clk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030261-8DC7-46F5-8B04-5876F3A29DC2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3429000" cy="137160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tick0-&gt;capture = ((N-2)D+1)T</a:t>
            </a:r>
          </a:p>
          <a:p>
            <a:pPr algn="l">
              <a:def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bus_phy tvalid = ((N-1)D+1)T</a:t>
            </a:r>
          </a:p>
          <a:p>
            <a:pPr algn="l">
              <a:def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skid/chip_run = +1/+2 clk</a:t>
            </a:r>
          </a:p>
          <a:p>
            <a:pPr algn="l">
              <a:def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Burst II = N*D*T</a:t>
            </a:r>
          </a:p>
          <a:p>
            <a:pPr algn="l">
              <a:def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88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NB II = ceil_to_tick(((N-1)D+3),D)*T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8DCDB0-7600-4B82-AF6A-887C327D9715}"/>
              </a:ext>
            </a:extLst>
          </p:cNvPr>
          <p:cNvSpPr>
            <a:spLocks noGrp="1"/>
          </p:cNvSpPr>
          <p:nvPr/>
        </p:nvSpPr>
        <p:spPr>
          <a:xfrm>
            <a:off x="4286250" y="1200150"/>
            <a:ext cx="1381125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FEB36D-6FF8-4730-BAF5-2EC87B04AEE7}"/>
              </a:ext>
            </a:extLst>
          </p:cNvPr>
          <p:cNvSpPr>
            <a:spLocks noGrp="1"/>
          </p:cNvSpPr>
          <p:nvPr/>
        </p:nvSpPr>
        <p:spPr>
          <a:xfrm>
            <a:off x="4343400" y="1276350"/>
            <a:ext cx="12668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clock/cfg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11A5A9-32DF-43E4-94B9-D1BF859F8BB8}"/>
              </a:ext>
            </a:extLst>
          </p:cNvPr>
          <p:cNvSpPr>
            <a:spLocks noGrp="1"/>
          </p:cNvSpPr>
          <p:nvPr/>
        </p:nvSpPr>
        <p:spPr>
          <a:xfrm>
            <a:off x="5667375" y="1200150"/>
            <a:ext cx="8763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FCFDB6-F47F-4F1D-A7A2-6B7EE65AC6BC}"/>
              </a:ext>
            </a:extLst>
          </p:cNvPr>
          <p:cNvSpPr>
            <a:spLocks noGrp="1"/>
          </p:cNvSpPr>
          <p:nvPr/>
        </p:nvSpPr>
        <p:spPr>
          <a:xfrm>
            <a:off x="5724525" y="1276350"/>
            <a:ext cx="762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capture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10D592-FB19-4DC9-9249-4766A989FF83}"/>
              </a:ext>
            </a:extLst>
          </p:cNvPr>
          <p:cNvSpPr>
            <a:spLocks noGrp="1"/>
          </p:cNvSpPr>
          <p:nvPr/>
        </p:nvSpPr>
        <p:spPr>
          <a:xfrm>
            <a:off x="6543675" y="1200150"/>
            <a:ext cx="10668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31AE1C-B00F-4E4F-B0FF-E05B03EF22FA}"/>
              </a:ext>
            </a:extLst>
          </p:cNvPr>
          <p:cNvSpPr>
            <a:spLocks noGrp="1"/>
          </p:cNvSpPr>
          <p:nvPr/>
        </p:nvSpPr>
        <p:spPr>
          <a:xfrm>
            <a:off x="6600825" y="1276350"/>
            <a:ext cx="9525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bus_phy valid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216AC5-F67F-4F62-89CE-32786EC117E8}"/>
              </a:ext>
            </a:extLst>
          </p:cNvPr>
          <p:cNvSpPr>
            <a:spLocks noGrp="1"/>
          </p:cNvSpPr>
          <p:nvPr/>
        </p:nvSpPr>
        <p:spPr>
          <a:xfrm>
            <a:off x="7610475" y="1200150"/>
            <a:ext cx="8763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882F27-5620-4B70-AF90-0356A21D0726}"/>
              </a:ext>
            </a:extLst>
          </p:cNvPr>
          <p:cNvSpPr>
            <a:spLocks noGrp="1"/>
          </p:cNvSpPr>
          <p:nvPr/>
        </p:nvSpPr>
        <p:spPr>
          <a:xfrm>
            <a:off x="7667625" y="1276350"/>
            <a:ext cx="762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skid valid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15421A-0053-4733-AA9A-D054A24523FE}"/>
              </a:ext>
            </a:extLst>
          </p:cNvPr>
          <p:cNvSpPr>
            <a:spLocks noGrp="1"/>
          </p:cNvSpPr>
          <p:nvPr/>
        </p:nvSpPr>
        <p:spPr>
          <a:xfrm>
            <a:off x="8486775" y="1200150"/>
            <a:ext cx="8763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77D305-31D0-442F-A4C5-75E216970F14}"/>
              </a:ext>
            </a:extLst>
          </p:cNvPr>
          <p:cNvSpPr>
            <a:spLocks noGrp="1"/>
          </p:cNvSpPr>
          <p:nvPr/>
        </p:nvSpPr>
        <p:spPr>
          <a:xfrm>
            <a:off x="8543925" y="1276350"/>
            <a:ext cx="762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consume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E72ABD-52EC-44B2-A997-B42CC75203BE}"/>
              </a:ext>
            </a:extLst>
          </p:cNvPr>
          <p:cNvSpPr>
            <a:spLocks noGrp="1"/>
          </p:cNvSpPr>
          <p:nvPr/>
        </p:nvSpPr>
        <p:spPr>
          <a:xfrm>
            <a:off x="9363075" y="1200150"/>
            <a:ext cx="8763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59A75A-0967-4E54-81D3-2EEFB6BE66B0}"/>
              </a:ext>
            </a:extLst>
          </p:cNvPr>
          <p:cNvSpPr>
            <a:spLocks noGrp="1"/>
          </p:cNvSpPr>
          <p:nvPr/>
        </p:nvSpPr>
        <p:spPr>
          <a:xfrm>
            <a:off x="9420225" y="1276350"/>
            <a:ext cx="762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II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2B8E51-1947-468E-8E3D-143DB8A89593}"/>
              </a:ext>
            </a:extLst>
          </p:cNvPr>
          <p:cNvSpPr>
            <a:spLocks noGrp="1"/>
          </p:cNvSpPr>
          <p:nvPr/>
        </p:nvSpPr>
        <p:spPr>
          <a:xfrm>
            <a:off x="10239375" y="1200150"/>
            <a:ext cx="876300" cy="28575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2CB0C6-EBF1-41B0-8100-DE16BBBDAE97}"/>
              </a:ext>
            </a:extLst>
          </p:cNvPr>
          <p:cNvSpPr>
            <a:spLocks noGrp="1"/>
          </p:cNvSpPr>
          <p:nvPr/>
        </p:nvSpPr>
        <p:spPr>
          <a:xfrm>
            <a:off x="10296525" y="1276350"/>
            <a:ext cx="762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NB II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DB70EB5-D52E-45D7-A653-2C41EA478039}"/>
              </a:ext>
            </a:extLst>
          </p:cNvPr>
          <p:cNvSpPr>
            <a:spLocks noGrp="1"/>
          </p:cNvSpPr>
          <p:nvPr/>
        </p:nvSpPr>
        <p:spPr>
          <a:xfrm>
            <a:off x="4286250" y="1485900"/>
            <a:ext cx="1381125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EB17E0-1951-46B3-8DF1-73E641EE5A3A}"/>
              </a:ext>
            </a:extLst>
          </p:cNvPr>
          <p:cNvSpPr>
            <a:spLocks noGrp="1"/>
          </p:cNvSpPr>
          <p:nvPr/>
        </p:nvSpPr>
        <p:spPr>
          <a:xfrm>
            <a:off x="4333875" y="15716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200MHz 1/5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9CC662-1121-4D56-A81A-B0EE5AA55D8C}"/>
              </a:ext>
            </a:extLst>
          </p:cNvPr>
          <p:cNvSpPr>
            <a:spLocks noGrp="1"/>
          </p:cNvSpPr>
          <p:nvPr/>
        </p:nvSpPr>
        <p:spPr>
          <a:xfrm>
            <a:off x="5667375" y="1485900"/>
            <a:ext cx="8763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F60923-373B-4C49-B9E7-B725522E8E7F}"/>
              </a:ext>
            </a:extLst>
          </p:cNvPr>
          <p:cNvSpPr>
            <a:spLocks noGrp="1"/>
          </p:cNvSpPr>
          <p:nvPr/>
        </p:nvSpPr>
        <p:spPr>
          <a:xfrm>
            <a:off x="5715000" y="1571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20ns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ECFB4BF-3EF2-4B26-879E-A0301CD0ED67}"/>
              </a:ext>
            </a:extLst>
          </p:cNvPr>
          <p:cNvSpPr>
            <a:spLocks noGrp="1"/>
          </p:cNvSpPr>
          <p:nvPr/>
        </p:nvSpPr>
        <p:spPr>
          <a:xfrm>
            <a:off x="6543675" y="1485900"/>
            <a:ext cx="10668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7467C9-8027-49A2-9EBB-E9E674123F89}"/>
              </a:ext>
            </a:extLst>
          </p:cNvPr>
          <p:cNvSpPr>
            <a:spLocks noGrp="1"/>
          </p:cNvSpPr>
          <p:nvPr/>
        </p:nvSpPr>
        <p:spPr>
          <a:xfrm>
            <a:off x="6591300" y="15716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25ns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D0D793-3E74-42F4-91FD-D743194693A2}"/>
              </a:ext>
            </a:extLst>
          </p:cNvPr>
          <p:cNvSpPr>
            <a:spLocks noGrp="1"/>
          </p:cNvSpPr>
          <p:nvPr/>
        </p:nvSpPr>
        <p:spPr>
          <a:xfrm>
            <a:off x="7610475" y="1485900"/>
            <a:ext cx="8763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767986-3A4C-4694-8A2B-8DD21F7FDDD7}"/>
              </a:ext>
            </a:extLst>
          </p:cNvPr>
          <p:cNvSpPr>
            <a:spLocks noGrp="1"/>
          </p:cNvSpPr>
          <p:nvPr/>
        </p:nvSpPr>
        <p:spPr>
          <a:xfrm>
            <a:off x="7658100" y="1571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30ns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A95499-950B-4698-B5EE-B5C9A2249964}"/>
              </a:ext>
            </a:extLst>
          </p:cNvPr>
          <p:cNvSpPr>
            <a:spLocks noGrp="1"/>
          </p:cNvSpPr>
          <p:nvPr/>
        </p:nvSpPr>
        <p:spPr>
          <a:xfrm>
            <a:off x="8486775" y="1485900"/>
            <a:ext cx="8763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0D72382-71C9-41D9-A728-5B538269A64F}"/>
              </a:ext>
            </a:extLst>
          </p:cNvPr>
          <p:cNvSpPr>
            <a:spLocks noGrp="1"/>
          </p:cNvSpPr>
          <p:nvPr/>
        </p:nvSpPr>
        <p:spPr>
          <a:xfrm>
            <a:off x="8534400" y="1571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BBCA92-116A-4BF8-B3F7-EDF0384CF771}"/>
              </a:ext>
            </a:extLst>
          </p:cNvPr>
          <p:cNvSpPr>
            <a:spLocks noGrp="1"/>
          </p:cNvSpPr>
          <p:nvPr/>
        </p:nvSpPr>
        <p:spPr>
          <a:xfrm>
            <a:off x="9363075" y="1485900"/>
            <a:ext cx="8763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1DBBDEB-50CA-4BA1-9DB2-52FAB5D1D585}"/>
              </a:ext>
            </a:extLst>
          </p:cNvPr>
          <p:cNvSpPr>
            <a:spLocks noGrp="1"/>
          </p:cNvSpPr>
          <p:nvPr/>
        </p:nvSpPr>
        <p:spPr>
          <a:xfrm>
            <a:off x="9410700" y="1571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25ns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2CD651E-71EE-4583-AECE-AB77B5807DC6}"/>
              </a:ext>
            </a:extLst>
          </p:cNvPr>
          <p:cNvSpPr>
            <a:spLocks noGrp="1"/>
          </p:cNvSpPr>
          <p:nvPr/>
        </p:nvSpPr>
        <p:spPr>
          <a:xfrm>
            <a:off x="10239375" y="1485900"/>
            <a:ext cx="876300" cy="304800"/>
          </a:xfrm>
          <a:prstGeom prst="rect">
            <a:avLst/>
          </a:prstGeom>
          <a:solidFill>
            <a:srgbClr val="FFF7E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9415EB2-B633-4491-B858-979601BB229E}"/>
              </a:ext>
            </a:extLst>
          </p:cNvPr>
          <p:cNvSpPr>
            <a:spLocks noGrp="1"/>
          </p:cNvSpPr>
          <p:nvPr/>
        </p:nvSpPr>
        <p:spPr>
          <a:xfrm>
            <a:off x="10287000" y="1571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7A2C10-691D-476C-8BAA-76C560618236}"/>
              </a:ext>
            </a:extLst>
          </p:cNvPr>
          <p:cNvSpPr>
            <a:spLocks noGrp="1"/>
          </p:cNvSpPr>
          <p:nvPr/>
        </p:nvSpPr>
        <p:spPr>
          <a:xfrm>
            <a:off x="4286250" y="1790700"/>
            <a:ext cx="1381125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FE0475-2724-44C2-B8F1-216871584B22}"/>
              </a:ext>
            </a:extLst>
          </p:cNvPr>
          <p:cNvSpPr>
            <a:spLocks noGrp="1"/>
          </p:cNvSpPr>
          <p:nvPr/>
        </p:nvSpPr>
        <p:spPr>
          <a:xfrm>
            <a:off x="4333875" y="18764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200MHz 2/5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802A203-A57B-47B7-AA5F-43F435F04170}"/>
              </a:ext>
            </a:extLst>
          </p:cNvPr>
          <p:cNvSpPr>
            <a:spLocks noGrp="1"/>
          </p:cNvSpPr>
          <p:nvPr/>
        </p:nvSpPr>
        <p:spPr>
          <a:xfrm>
            <a:off x="5667375" y="17907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8DAE05-2965-49CF-B305-0E68823B0562}"/>
              </a:ext>
            </a:extLst>
          </p:cNvPr>
          <p:cNvSpPr>
            <a:spLocks noGrp="1"/>
          </p:cNvSpPr>
          <p:nvPr/>
        </p:nvSpPr>
        <p:spPr>
          <a:xfrm>
            <a:off x="5715000" y="18764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9F3076A-7C4C-4D3A-824B-1D7ED6406686}"/>
              </a:ext>
            </a:extLst>
          </p:cNvPr>
          <p:cNvSpPr>
            <a:spLocks noGrp="1"/>
          </p:cNvSpPr>
          <p:nvPr/>
        </p:nvSpPr>
        <p:spPr>
          <a:xfrm>
            <a:off x="6543675" y="1790700"/>
            <a:ext cx="10668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3DB7C2-960C-40DD-B7E2-DC63ED14935E}"/>
              </a:ext>
            </a:extLst>
          </p:cNvPr>
          <p:cNvSpPr>
            <a:spLocks noGrp="1"/>
          </p:cNvSpPr>
          <p:nvPr/>
        </p:nvSpPr>
        <p:spPr>
          <a:xfrm>
            <a:off x="6591300" y="18764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45ns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14AA9C3-567A-4A25-8061-F86CCB911B35}"/>
              </a:ext>
            </a:extLst>
          </p:cNvPr>
          <p:cNvSpPr>
            <a:spLocks noGrp="1"/>
          </p:cNvSpPr>
          <p:nvPr/>
        </p:nvSpPr>
        <p:spPr>
          <a:xfrm>
            <a:off x="7610475" y="17907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16B03C-FF1F-4BD7-804B-691CD0C936CC}"/>
              </a:ext>
            </a:extLst>
          </p:cNvPr>
          <p:cNvSpPr>
            <a:spLocks noGrp="1"/>
          </p:cNvSpPr>
          <p:nvPr/>
        </p:nvSpPr>
        <p:spPr>
          <a:xfrm>
            <a:off x="7658100" y="18764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50ns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A05A9AE-BCF9-4DB9-ACAC-120657794A4E}"/>
              </a:ext>
            </a:extLst>
          </p:cNvPr>
          <p:cNvSpPr>
            <a:spLocks noGrp="1"/>
          </p:cNvSpPr>
          <p:nvPr/>
        </p:nvSpPr>
        <p:spPr>
          <a:xfrm>
            <a:off x="8486775" y="17907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BE081D-EEF9-4E9C-B3E8-724E763472C7}"/>
              </a:ext>
            </a:extLst>
          </p:cNvPr>
          <p:cNvSpPr>
            <a:spLocks noGrp="1"/>
          </p:cNvSpPr>
          <p:nvPr/>
        </p:nvSpPr>
        <p:spPr>
          <a:xfrm>
            <a:off x="8534400" y="18764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55ns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790BD90-9443-42FD-A88A-8F709BA45CA5}"/>
              </a:ext>
            </a:extLst>
          </p:cNvPr>
          <p:cNvSpPr>
            <a:spLocks noGrp="1"/>
          </p:cNvSpPr>
          <p:nvPr/>
        </p:nvSpPr>
        <p:spPr>
          <a:xfrm>
            <a:off x="9363075" y="17907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CC08B58-FA89-4669-9419-30D669A86B5C}"/>
              </a:ext>
            </a:extLst>
          </p:cNvPr>
          <p:cNvSpPr>
            <a:spLocks noGrp="1"/>
          </p:cNvSpPr>
          <p:nvPr/>
        </p:nvSpPr>
        <p:spPr>
          <a:xfrm>
            <a:off x="9410700" y="18764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50ns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759B340-B3C9-4185-B523-DD37D017F858}"/>
              </a:ext>
            </a:extLst>
          </p:cNvPr>
          <p:cNvSpPr>
            <a:spLocks noGrp="1"/>
          </p:cNvSpPr>
          <p:nvPr/>
        </p:nvSpPr>
        <p:spPr>
          <a:xfrm>
            <a:off x="10239375" y="17907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895CFB0-F0D2-49F4-A0EB-245E663C24BE}"/>
              </a:ext>
            </a:extLst>
          </p:cNvPr>
          <p:cNvSpPr>
            <a:spLocks noGrp="1"/>
          </p:cNvSpPr>
          <p:nvPr/>
        </p:nvSpPr>
        <p:spPr>
          <a:xfrm>
            <a:off x="10287000" y="18764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60ns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49C3A8F-41ED-482A-BCA4-955FB805C12C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1381125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7C89839-2851-416B-BC27-2A30D36F306C}"/>
              </a:ext>
            </a:extLst>
          </p:cNvPr>
          <p:cNvSpPr>
            <a:spLocks noGrp="1"/>
          </p:cNvSpPr>
          <p:nvPr/>
        </p:nvSpPr>
        <p:spPr>
          <a:xfrm>
            <a:off x="4333875" y="21812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166.7MHz 1/5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5D751FE-F4BB-4519-8D62-8D3329803211}"/>
              </a:ext>
            </a:extLst>
          </p:cNvPr>
          <p:cNvSpPr>
            <a:spLocks noGrp="1"/>
          </p:cNvSpPr>
          <p:nvPr/>
        </p:nvSpPr>
        <p:spPr>
          <a:xfrm>
            <a:off x="5667375" y="20955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7D70C94-C7C7-4C85-9DC0-E38C575CF2D8}"/>
              </a:ext>
            </a:extLst>
          </p:cNvPr>
          <p:cNvSpPr>
            <a:spLocks noGrp="1"/>
          </p:cNvSpPr>
          <p:nvPr/>
        </p:nvSpPr>
        <p:spPr>
          <a:xfrm>
            <a:off x="5715000" y="21812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CF4E901-DA76-4F7B-9D91-9895189BC4B6}"/>
              </a:ext>
            </a:extLst>
          </p:cNvPr>
          <p:cNvSpPr>
            <a:spLocks noGrp="1"/>
          </p:cNvSpPr>
          <p:nvPr/>
        </p:nvSpPr>
        <p:spPr>
          <a:xfrm>
            <a:off x="6543675" y="2095500"/>
            <a:ext cx="1066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1D641E7-9759-4DF7-87DA-D0E3CCED338A}"/>
              </a:ext>
            </a:extLst>
          </p:cNvPr>
          <p:cNvSpPr>
            <a:spLocks noGrp="1"/>
          </p:cNvSpPr>
          <p:nvPr/>
        </p:nvSpPr>
        <p:spPr>
          <a:xfrm>
            <a:off x="6591300" y="21812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30ns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61292BE-94B2-4E63-8C5A-72BEAF7B1429}"/>
              </a:ext>
            </a:extLst>
          </p:cNvPr>
          <p:cNvSpPr>
            <a:spLocks noGrp="1"/>
          </p:cNvSpPr>
          <p:nvPr/>
        </p:nvSpPr>
        <p:spPr>
          <a:xfrm>
            <a:off x="7610475" y="20955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5128C30-68C5-4936-9CCF-7A37292BA3C6}"/>
              </a:ext>
            </a:extLst>
          </p:cNvPr>
          <p:cNvSpPr>
            <a:spLocks noGrp="1"/>
          </p:cNvSpPr>
          <p:nvPr/>
        </p:nvSpPr>
        <p:spPr>
          <a:xfrm>
            <a:off x="7658100" y="21812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36ns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BE11E8-ED77-4E5C-9C8C-145850CDC7E1}"/>
              </a:ext>
            </a:extLst>
          </p:cNvPr>
          <p:cNvSpPr>
            <a:spLocks noGrp="1"/>
          </p:cNvSpPr>
          <p:nvPr/>
        </p:nvSpPr>
        <p:spPr>
          <a:xfrm>
            <a:off x="8486775" y="20955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63D64D9-7210-4910-B7C1-4F72A5242C03}"/>
              </a:ext>
            </a:extLst>
          </p:cNvPr>
          <p:cNvSpPr>
            <a:spLocks noGrp="1"/>
          </p:cNvSpPr>
          <p:nvPr/>
        </p:nvSpPr>
        <p:spPr>
          <a:xfrm>
            <a:off x="8534400" y="21812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2847B7F-3126-493E-A7AB-E3264E6ED8C8}"/>
              </a:ext>
            </a:extLst>
          </p:cNvPr>
          <p:cNvSpPr>
            <a:spLocks noGrp="1"/>
          </p:cNvSpPr>
          <p:nvPr/>
        </p:nvSpPr>
        <p:spPr>
          <a:xfrm>
            <a:off x="9363075" y="20955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16011CD-92FB-4655-8EFE-1EA427BB2A22}"/>
              </a:ext>
            </a:extLst>
          </p:cNvPr>
          <p:cNvSpPr>
            <a:spLocks noGrp="1"/>
          </p:cNvSpPr>
          <p:nvPr/>
        </p:nvSpPr>
        <p:spPr>
          <a:xfrm>
            <a:off x="9410700" y="21812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30ns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0173947-BFDF-4660-8E0C-586D690F4270}"/>
              </a:ext>
            </a:extLst>
          </p:cNvPr>
          <p:cNvSpPr>
            <a:spLocks noGrp="1"/>
          </p:cNvSpPr>
          <p:nvPr/>
        </p:nvSpPr>
        <p:spPr>
          <a:xfrm>
            <a:off x="10239375" y="20955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B13AC91-4E68-4167-B047-E1D17F0BB4B9}"/>
              </a:ext>
            </a:extLst>
          </p:cNvPr>
          <p:cNvSpPr>
            <a:spLocks noGrp="1"/>
          </p:cNvSpPr>
          <p:nvPr/>
        </p:nvSpPr>
        <p:spPr>
          <a:xfrm>
            <a:off x="10287000" y="21812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ECB6DC8-983D-4591-A4C9-2D4101317880}"/>
              </a:ext>
            </a:extLst>
          </p:cNvPr>
          <p:cNvSpPr>
            <a:spLocks noGrp="1"/>
          </p:cNvSpPr>
          <p:nvPr/>
        </p:nvSpPr>
        <p:spPr>
          <a:xfrm>
            <a:off x="4286250" y="2400300"/>
            <a:ext cx="1381125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4B8EA9A-68D6-402A-AEDE-EFDBC48F9E1B}"/>
              </a:ext>
            </a:extLst>
          </p:cNvPr>
          <p:cNvSpPr>
            <a:spLocks noGrp="1"/>
          </p:cNvSpPr>
          <p:nvPr/>
        </p:nvSpPr>
        <p:spPr>
          <a:xfrm>
            <a:off x="4333875" y="24860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142.9MHz 1/4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D579E49-312D-491E-9ADA-A9088DEAA529}"/>
              </a:ext>
            </a:extLst>
          </p:cNvPr>
          <p:cNvSpPr>
            <a:spLocks noGrp="1"/>
          </p:cNvSpPr>
          <p:nvPr/>
        </p:nvSpPr>
        <p:spPr>
          <a:xfrm>
            <a:off x="5667375" y="24003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EB0C252-72B4-43BF-B2B4-E27FC7928B53}"/>
              </a:ext>
            </a:extLst>
          </p:cNvPr>
          <p:cNvSpPr>
            <a:spLocks noGrp="1"/>
          </p:cNvSpPr>
          <p:nvPr/>
        </p:nvSpPr>
        <p:spPr>
          <a:xfrm>
            <a:off x="5715000" y="24860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21ns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334AD0E-D8C7-42F1-9F23-4DD16D1194D8}"/>
              </a:ext>
            </a:extLst>
          </p:cNvPr>
          <p:cNvSpPr>
            <a:spLocks noGrp="1"/>
          </p:cNvSpPr>
          <p:nvPr/>
        </p:nvSpPr>
        <p:spPr>
          <a:xfrm>
            <a:off x="6543675" y="2400300"/>
            <a:ext cx="10668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BE09949-A52B-410E-A16C-DC0F0171648A}"/>
              </a:ext>
            </a:extLst>
          </p:cNvPr>
          <p:cNvSpPr>
            <a:spLocks noGrp="1"/>
          </p:cNvSpPr>
          <p:nvPr/>
        </p:nvSpPr>
        <p:spPr>
          <a:xfrm>
            <a:off x="6591300" y="24860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E8B34ED-FCC3-4C1A-BF6D-EDF1B832BAD4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13CDC44-C10C-4023-B4E4-BC6EE727C2E2}"/>
              </a:ext>
            </a:extLst>
          </p:cNvPr>
          <p:cNvSpPr>
            <a:spLocks noGrp="1"/>
          </p:cNvSpPr>
          <p:nvPr/>
        </p:nvSpPr>
        <p:spPr>
          <a:xfrm>
            <a:off x="7658100" y="24860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35ns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EC7CDC6-98CD-4A48-A3DF-9095774307DD}"/>
              </a:ext>
            </a:extLst>
          </p:cNvPr>
          <p:cNvSpPr>
            <a:spLocks noGrp="1"/>
          </p:cNvSpPr>
          <p:nvPr/>
        </p:nvSpPr>
        <p:spPr>
          <a:xfrm>
            <a:off x="8486775" y="24003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3E7C54C-D440-44FA-A1A1-5DB9B7DCEFC2}"/>
              </a:ext>
            </a:extLst>
          </p:cNvPr>
          <p:cNvSpPr>
            <a:spLocks noGrp="1"/>
          </p:cNvSpPr>
          <p:nvPr/>
        </p:nvSpPr>
        <p:spPr>
          <a:xfrm>
            <a:off x="8534400" y="24860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AFAD156-0463-428D-A8FD-4DD637114D62}"/>
              </a:ext>
            </a:extLst>
          </p:cNvPr>
          <p:cNvSpPr>
            <a:spLocks noGrp="1"/>
          </p:cNvSpPr>
          <p:nvPr/>
        </p:nvSpPr>
        <p:spPr>
          <a:xfrm>
            <a:off x="9363075" y="24003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4F8A805-EDE8-4016-94D9-76BC070A4520}"/>
              </a:ext>
            </a:extLst>
          </p:cNvPr>
          <p:cNvSpPr>
            <a:spLocks noGrp="1"/>
          </p:cNvSpPr>
          <p:nvPr/>
        </p:nvSpPr>
        <p:spPr>
          <a:xfrm>
            <a:off x="9410700" y="24860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0A39F29-FAD0-4AAD-9985-2ADFE8184601}"/>
              </a:ext>
            </a:extLst>
          </p:cNvPr>
          <p:cNvSpPr>
            <a:spLocks noGrp="1"/>
          </p:cNvSpPr>
          <p:nvPr/>
        </p:nvSpPr>
        <p:spPr>
          <a:xfrm>
            <a:off x="10239375" y="24003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EB11F9F-BFE6-42BC-A94A-7D964CE4B902}"/>
              </a:ext>
            </a:extLst>
          </p:cNvPr>
          <p:cNvSpPr>
            <a:spLocks noGrp="1"/>
          </p:cNvSpPr>
          <p:nvPr/>
        </p:nvSpPr>
        <p:spPr>
          <a:xfrm>
            <a:off x="10287000" y="24860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42ns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1628612-C0D6-4387-8F3E-DDC28A6805A8}"/>
              </a:ext>
            </a:extLst>
          </p:cNvPr>
          <p:cNvSpPr>
            <a:spLocks noGrp="1"/>
          </p:cNvSpPr>
          <p:nvPr/>
        </p:nvSpPr>
        <p:spPr>
          <a:xfrm>
            <a:off x="4286250" y="2705100"/>
            <a:ext cx="1381125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F430BCA-89C2-4FB8-8006-97F8E657ABCB}"/>
              </a:ext>
            </a:extLst>
          </p:cNvPr>
          <p:cNvSpPr>
            <a:spLocks noGrp="1"/>
          </p:cNvSpPr>
          <p:nvPr/>
        </p:nvSpPr>
        <p:spPr>
          <a:xfrm>
            <a:off x="4333875" y="27908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125MHz 1/4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6A4D222-4F45-4376-8CAA-C595A80E2264}"/>
              </a:ext>
            </a:extLst>
          </p:cNvPr>
          <p:cNvSpPr>
            <a:spLocks noGrp="1"/>
          </p:cNvSpPr>
          <p:nvPr/>
        </p:nvSpPr>
        <p:spPr>
          <a:xfrm>
            <a:off x="5667375" y="27051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936BE54-66A0-41FF-B2C6-90DD72651E9A}"/>
              </a:ext>
            </a:extLst>
          </p:cNvPr>
          <p:cNvSpPr>
            <a:spLocks noGrp="1"/>
          </p:cNvSpPr>
          <p:nvPr/>
        </p:nvSpPr>
        <p:spPr>
          <a:xfrm>
            <a:off x="5715000" y="27908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9863305-285D-4C3B-AD3F-559DF72E86D4}"/>
              </a:ext>
            </a:extLst>
          </p:cNvPr>
          <p:cNvSpPr>
            <a:spLocks noGrp="1"/>
          </p:cNvSpPr>
          <p:nvPr/>
        </p:nvSpPr>
        <p:spPr>
          <a:xfrm>
            <a:off x="6543675" y="2705100"/>
            <a:ext cx="10668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AD956D3-21AE-4EB8-9345-89907439C28F}"/>
              </a:ext>
            </a:extLst>
          </p:cNvPr>
          <p:cNvSpPr>
            <a:spLocks noGrp="1"/>
          </p:cNvSpPr>
          <p:nvPr/>
        </p:nvSpPr>
        <p:spPr>
          <a:xfrm>
            <a:off x="6591300" y="27908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32ns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7ACEFC8-E80B-4E03-A2D9-A5A71FEE5D8D}"/>
              </a:ext>
            </a:extLst>
          </p:cNvPr>
          <p:cNvSpPr>
            <a:spLocks noGrp="1"/>
          </p:cNvSpPr>
          <p:nvPr/>
        </p:nvSpPr>
        <p:spPr>
          <a:xfrm>
            <a:off x="7610475" y="27051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A2E77A-437E-442A-82E6-84FEA53AF73A}"/>
              </a:ext>
            </a:extLst>
          </p:cNvPr>
          <p:cNvSpPr>
            <a:spLocks noGrp="1"/>
          </p:cNvSpPr>
          <p:nvPr/>
        </p:nvSpPr>
        <p:spPr>
          <a:xfrm>
            <a:off x="7658100" y="27908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40ns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99E5ABB-7634-4BE4-AF82-898CB3D1CCE6}"/>
              </a:ext>
            </a:extLst>
          </p:cNvPr>
          <p:cNvSpPr>
            <a:spLocks noGrp="1"/>
          </p:cNvSpPr>
          <p:nvPr/>
        </p:nvSpPr>
        <p:spPr>
          <a:xfrm>
            <a:off x="8486775" y="27051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AAD8935-BA3B-48BD-AE9C-AC9B18A61741}"/>
              </a:ext>
            </a:extLst>
          </p:cNvPr>
          <p:cNvSpPr>
            <a:spLocks noGrp="1"/>
          </p:cNvSpPr>
          <p:nvPr/>
        </p:nvSpPr>
        <p:spPr>
          <a:xfrm>
            <a:off x="8534400" y="27908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48ns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7F0356B-943B-48FB-B142-699624D404EF}"/>
              </a:ext>
            </a:extLst>
          </p:cNvPr>
          <p:cNvSpPr>
            <a:spLocks noGrp="1"/>
          </p:cNvSpPr>
          <p:nvPr/>
        </p:nvSpPr>
        <p:spPr>
          <a:xfrm>
            <a:off x="9363075" y="27051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5531628-0DA2-44D6-BB07-481B1D81256B}"/>
              </a:ext>
            </a:extLst>
          </p:cNvPr>
          <p:cNvSpPr>
            <a:spLocks noGrp="1"/>
          </p:cNvSpPr>
          <p:nvPr/>
        </p:nvSpPr>
        <p:spPr>
          <a:xfrm>
            <a:off x="9410700" y="27908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32ns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2E08C5A-4BBD-40A5-BE0D-AAA9A6ECCAAD}"/>
              </a:ext>
            </a:extLst>
          </p:cNvPr>
          <p:cNvSpPr>
            <a:spLocks noGrp="1"/>
          </p:cNvSpPr>
          <p:nvPr/>
        </p:nvSpPr>
        <p:spPr>
          <a:xfrm>
            <a:off x="10239375" y="2705100"/>
            <a:ext cx="8763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528A905-07D9-449B-9D22-F6692AF4C551}"/>
              </a:ext>
            </a:extLst>
          </p:cNvPr>
          <p:cNvSpPr>
            <a:spLocks noGrp="1"/>
          </p:cNvSpPr>
          <p:nvPr/>
        </p:nvSpPr>
        <p:spPr>
          <a:xfrm>
            <a:off x="10287000" y="27908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48ns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ABE665A-2CD8-4AB2-BC92-DB68E72AAF64}"/>
              </a:ext>
            </a:extLst>
          </p:cNvPr>
          <p:cNvSpPr>
            <a:spLocks noGrp="1"/>
          </p:cNvSpPr>
          <p:nvPr/>
        </p:nvSpPr>
        <p:spPr>
          <a:xfrm>
            <a:off x="4286250" y="3009900"/>
            <a:ext cx="1381125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85B9828-01BA-42BB-8485-B3564FAE6AF8}"/>
              </a:ext>
            </a:extLst>
          </p:cNvPr>
          <p:cNvSpPr>
            <a:spLocks noGrp="1"/>
          </p:cNvSpPr>
          <p:nvPr/>
        </p:nvSpPr>
        <p:spPr>
          <a:xfrm>
            <a:off x="4333875" y="3095625"/>
            <a:ext cx="1285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250MHz 1/7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4A7C1EA-D860-4256-B850-3D292410DCBB}"/>
              </a:ext>
            </a:extLst>
          </p:cNvPr>
          <p:cNvSpPr>
            <a:spLocks noGrp="1"/>
          </p:cNvSpPr>
          <p:nvPr/>
        </p:nvSpPr>
        <p:spPr>
          <a:xfrm>
            <a:off x="5667375" y="30099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54B6E4E-4DC1-4F9F-B47D-F5391CEB6FCD}"/>
              </a:ext>
            </a:extLst>
          </p:cNvPr>
          <p:cNvSpPr>
            <a:spLocks noGrp="1"/>
          </p:cNvSpPr>
          <p:nvPr/>
        </p:nvSpPr>
        <p:spPr>
          <a:xfrm>
            <a:off x="5715000" y="3095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24ns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4059945-48AC-434A-969B-E265B8E7F153}"/>
              </a:ext>
            </a:extLst>
          </p:cNvPr>
          <p:cNvSpPr>
            <a:spLocks noGrp="1"/>
          </p:cNvSpPr>
          <p:nvPr/>
        </p:nvSpPr>
        <p:spPr>
          <a:xfrm>
            <a:off x="6543675" y="3009900"/>
            <a:ext cx="10668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7084B10-FD18-4DCE-A973-B8ACDFCF25C4}"/>
              </a:ext>
            </a:extLst>
          </p:cNvPr>
          <p:cNvSpPr>
            <a:spLocks noGrp="1"/>
          </p:cNvSpPr>
          <p:nvPr/>
        </p:nvSpPr>
        <p:spPr>
          <a:xfrm>
            <a:off x="6591300" y="3095625"/>
            <a:ext cx="9715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1254EE0-8372-470B-AFEE-5834552C7F88}"/>
              </a:ext>
            </a:extLst>
          </p:cNvPr>
          <p:cNvSpPr>
            <a:spLocks noGrp="1"/>
          </p:cNvSpPr>
          <p:nvPr/>
        </p:nvSpPr>
        <p:spPr>
          <a:xfrm>
            <a:off x="7610475" y="30099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3F6F5F9-4408-4754-9688-514F75E5AAE0}"/>
              </a:ext>
            </a:extLst>
          </p:cNvPr>
          <p:cNvSpPr>
            <a:spLocks noGrp="1"/>
          </p:cNvSpPr>
          <p:nvPr/>
        </p:nvSpPr>
        <p:spPr>
          <a:xfrm>
            <a:off x="7658100" y="3095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32ns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8B09241-F8AA-4E83-B203-B5F78F862175}"/>
              </a:ext>
            </a:extLst>
          </p:cNvPr>
          <p:cNvSpPr>
            <a:spLocks noGrp="1"/>
          </p:cNvSpPr>
          <p:nvPr/>
        </p:nvSpPr>
        <p:spPr>
          <a:xfrm>
            <a:off x="8486775" y="30099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D57CF8C-22CE-46B0-A637-90569125BDDB}"/>
              </a:ext>
            </a:extLst>
          </p:cNvPr>
          <p:cNvSpPr>
            <a:spLocks noGrp="1"/>
          </p:cNvSpPr>
          <p:nvPr/>
        </p:nvSpPr>
        <p:spPr>
          <a:xfrm>
            <a:off x="8534400" y="3095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36ns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A602F24-4757-4BD0-81DF-E7A6DD9470B8}"/>
              </a:ext>
            </a:extLst>
          </p:cNvPr>
          <p:cNvSpPr>
            <a:spLocks noGrp="1"/>
          </p:cNvSpPr>
          <p:nvPr/>
        </p:nvSpPr>
        <p:spPr>
          <a:xfrm>
            <a:off x="9363075" y="30099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C3F6CF3-9F84-4DBE-8C21-67F4DBEDFDB1}"/>
              </a:ext>
            </a:extLst>
          </p:cNvPr>
          <p:cNvSpPr>
            <a:spLocks noGrp="1"/>
          </p:cNvSpPr>
          <p:nvPr/>
        </p:nvSpPr>
        <p:spPr>
          <a:xfrm>
            <a:off x="9410700" y="3095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28ns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7EAC8F0-A0FA-4195-8233-D54FE7180B53}"/>
              </a:ext>
            </a:extLst>
          </p:cNvPr>
          <p:cNvSpPr>
            <a:spLocks noGrp="1"/>
          </p:cNvSpPr>
          <p:nvPr/>
        </p:nvSpPr>
        <p:spPr>
          <a:xfrm>
            <a:off x="10239375" y="3009900"/>
            <a:ext cx="876300" cy="30480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DC2DCE5-D897-46A4-A5D5-C8F3374EDE30}"/>
              </a:ext>
            </a:extLst>
          </p:cNvPr>
          <p:cNvSpPr>
            <a:spLocks noGrp="1"/>
          </p:cNvSpPr>
          <p:nvPr/>
        </p:nvSpPr>
        <p:spPr>
          <a:xfrm>
            <a:off x="10287000" y="3095625"/>
            <a:ext cx="7810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36ns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80F095A-BE0A-413E-AAF5-D810E73C8357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Pipeline / backpressure / II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40D09DB5-F898-4D9C-924E-A48CE01E1158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F00BD8E-A024-4DD4-9A25-9B4EE8306BF2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A915061-AC5E-4A7C-9162-6926B38B8CDE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438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374830D-F3CB-4195-986A-C905833C3C8F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14382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pin phase + IOB FF</a:t>
            </a:r>
          </a:p>
        </p:txBody>
      </p:sp>
      <p:sp>
        <p:nvSpPr>
          <p:cNvPr id="112" name="화살표: 오른쪽 111">
            <a:extLst>
              <a:ext uri="{FF2B5EF4-FFF2-40B4-BE49-F238E27FC236}">
                <a16:creationId xmlns:a16="http://schemas.microsoft.com/office/drawing/2014/main" id="{6D037DA6-642E-4BCB-BC19-00B595F3CA75}"/>
              </a:ext>
            </a:extLst>
          </p:cNvPr>
          <p:cNvSpPr>
            <a:spLocks noGrp="1"/>
          </p:cNvSpPr>
          <p:nvPr/>
        </p:nvSpPr>
        <p:spPr>
          <a:xfrm>
            <a:off x="2343150" y="4038600"/>
            <a:ext cx="400050" cy="2667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72E5E63E-2AEA-4624-9062-3DB5C60E4178}"/>
              </a:ext>
            </a:extLst>
          </p:cNvPr>
          <p:cNvSpPr>
            <a:spLocks noGrp="1"/>
          </p:cNvSpPr>
          <p:nvPr/>
        </p:nvSpPr>
        <p:spPr>
          <a:xfrm>
            <a:off x="2762250" y="373380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351ED9F-7723-46D9-ABA4-16AB652AF250}"/>
              </a:ext>
            </a:extLst>
          </p:cNvPr>
          <p:cNvSpPr>
            <a:spLocks noGrp="1"/>
          </p:cNvSpPr>
          <p:nvPr/>
        </p:nvSpPr>
        <p:spPr>
          <a:xfrm>
            <a:off x="2762250" y="37338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0BCD3DC-41B8-4529-9840-5B08A4D7A45E}"/>
              </a:ext>
            </a:extLst>
          </p:cNvPr>
          <p:cNvSpPr>
            <a:spLocks noGrp="1"/>
          </p:cNvSpPr>
          <p:nvPr/>
        </p:nvSpPr>
        <p:spPr>
          <a:xfrm>
            <a:off x="2952750" y="3886200"/>
            <a:ext cx="1438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rsp reg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8075013-5F5E-4238-A33B-7ED834F6BED6}"/>
              </a:ext>
            </a:extLst>
          </p:cNvPr>
          <p:cNvSpPr>
            <a:spLocks noGrp="1"/>
          </p:cNvSpPr>
          <p:nvPr/>
        </p:nvSpPr>
        <p:spPr>
          <a:xfrm>
            <a:off x="2952750" y="4210050"/>
            <a:ext cx="14382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s_rsp_pending→tvalid</a:t>
            </a: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E211A97B-278B-485E-828A-497CE946BF84}"/>
              </a:ext>
            </a:extLst>
          </p:cNvPr>
          <p:cNvSpPr>
            <a:spLocks noGrp="1"/>
          </p:cNvSpPr>
          <p:nvPr/>
        </p:nvSpPr>
        <p:spPr>
          <a:xfrm>
            <a:off x="4438650" y="4038600"/>
            <a:ext cx="400050" cy="2667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571FCFD-D749-4FF9-AFFB-65C8B24A89C2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55B1A58-7E41-4E2C-8CE5-4743EC05BD79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66675" cy="876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FE9B095-2128-4314-ADEF-B8DDA0CCD329}"/>
              </a:ext>
            </a:extLst>
          </p:cNvPr>
          <p:cNvSpPr>
            <a:spLocks noGrp="1"/>
          </p:cNvSpPr>
          <p:nvPr/>
        </p:nvSpPr>
        <p:spPr>
          <a:xfrm>
            <a:off x="5048250" y="3886200"/>
            <a:ext cx="1438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sk_brsp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759398C-DE0C-417A-A77D-51F04C5C6C4B}"/>
              </a:ext>
            </a:extLst>
          </p:cNvPr>
          <p:cNvSpPr>
            <a:spLocks noGrp="1"/>
          </p:cNvSpPr>
          <p:nvPr/>
        </p:nvSpPr>
        <p:spPr>
          <a:xfrm>
            <a:off x="5048250" y="4210050"/>
            <a:ext cx="14382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+1clk skid buffer</a:t>
            </a: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19B6DA46-51C5-4C51-82E2-7E55CC9FD96B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400050" cy="2667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A5C69F93-1482-4153-AB11-49E01F6E6F2D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B8DF8806-7093-4228-9590-7CE367CF7ED7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34B0B5A-4A6D-4C96-A5F8-553984BAD6BB}"/>
              </a:ext>
            </a:extLst>
          </p:cNvPr>
          <p:cNvSpPr>
            <a:spLocks noGrp="1"/>
          </p:cNvSpPr>
          <p:nvPr/>
        </p:nvSpPr>
        <p:spPr>
          <a:xfrm>
            <a:off x="7143750" y="3886200"/>
            <a:ext cx="1438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E9D9C15-39E8-4837-90B4-611AE860CC99}"/>
              </a:ext>
            </a:extLst>
          </p:cNvPr>
          <p:cNvSpPr>
            <a:spLocks noGrp="1"/>
          </p:cNvSpPr>
          <p:nvPr/>
        </p:nvSpPr>
        <p:spPr>
          <a:xfrm>
            <a:off x="7143750" y="4210050"/>
            <a:ext cx="14382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fire=tvalid&amp;tready</a:t>
            </a:r>
          </a:p>
        </p:txBody>
      </p: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5436661C-BDAE-427A-886B-0B30D7FDC407}"/>
              </a:ext>
            </a:extLst>
          </p:cNvPr>
          <p:cNvSpPr>
            <a:spLocks noGrp="1"/>
          </p:cNvSpPr>
          <p:nvPr/>
        </p:nvSpPr>
        <p:spPr>
          <a:xfrm>
            <a:off x="8629650" y="4038600"/>
            <a:ext cx="400050" cy="26670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1EA41BDF-FA58-4BC9-88C4-AFC03CE77DD3}"/>
              </a:ext>
            </a:extLst>
          </p:cNvPr>
          <p:cNvSpPr>
            <a:spLocks noGrp="1"/>
          </p:cNvSpPr>
          <p:nvPr/>
        </p:nvSpPr>
        <p:spPr>
          <a:xfrm>
            <a:off x="9048750" y="3733800"/>
            <a:ext cx="1762125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545B935-7354-4611-94B8-0C0E62F0EB1B}"/>
              </a:ext>
            </a:extLst>
          </p:cNvPr>
          <p:cNvSpPr>
            <a:spLocks noGrp="1"/>
          </p:cNvSpPr>
          <p:nvPr/>
        </p:nvSpPr>
        <p:spPr>
          <a:xfrm>
            <a:off x="9048750" y="37338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1C8D65E-551B-402A-8C9D-BC0B6D867E43}"/>
              </a:ext>
            </a:extLst>
          </p:cNvPr>
          <p:cNvSpPr>
            <a:spLocks noGrp="1"/>
          </p:cNvSpPr>
          <p:nvPr/>
        </p:nvSpPr>
        <p:spPr>
          <a:xfrm>
            <a:off x="9239250" y="3886200"/>
            <a:ext cx="14382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chip_run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46C08346-5AD9-4640-8B60-0CBCE191691C}"/>
              </a:ext>
            </a:extLst>
          </p:cNvPr>
          <p:cNvSpPr>
            <a:spLocks noGrp="1"/>
          </p:cNvSpPr>
          <p:nvPr/>
        </p:nvSpPr>
        <p:spPr>
          <a:xfrm>
            <a:off x="9239250" y="4210050"/>
            <a:ext cx="14382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57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counter/raw path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1F82D2E3-5361-4FFD-84C2-433EEB436A3D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3333750" cy="781050"/>
          </a:xfrm>
          <a:prstGeom prst="roundRect">
            <a:avLst>
              <a:gd name="adj" fmla="val 97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30D1CAC-2112-4254-B125-C47C027E5C8B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66675" cy="7810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B0D5080-CA3E-48D2-9A61-545456204516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Throughput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50E7EDE-8F59-4CA7-A01B-D3E1CD7218E2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Burst 상한은 bus_ticks*div*Tclk입니다. Response path가 ready일 때만 이 상한에 도달합니다.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FC81B370-85B1-42F6-A8BF-5F50BC4B9133}"/>
              </a:ext>
            </a:extLst>
          </p:cNvPr>
          <p:cNvSpPr>
            <a:spLocks noGrp="1"/>
          </p:cNvSpPr>
          <p:nvPr/>
        </p:nvSpPr>
        <p:spPr>
          <a:xfrm>
            <a:off x="4438650" y="5067300"/>
            <a:ext cx="3333750" cy="781050"/>
          </a:xfrm>
          <a:prstGeom prst="roundRect">
            <a:avLst>
              <a:gd name="adj" fmla="val 9756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2E16C7B-3399-49F3-B1E3-65BDB97085FA}"/>
              </a:ext>
            </a:extLst>
          </p:cNvPr>
          <p:cNvSpPr>
            <a:spLocks noGrp="1"/>
          </p:cNvSpPr>
          <p:nvPr/>
        </p:nvSpPr>
        <p:spPr>
          <a:xfrm>
            <a:off x="4438650" y="5067300"/>
            <a:ext cx="66675" cy="7810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1D40A35B-3E98-4890-82CC-B929EF94A35F}"/>
              </a:ext>
            </a:extLst>
          </p:cNvPr>
          <p:cNvSpPr>
            <a:spLocks noGrp="1"/>
          </p:cNvSpPr>
          <p:nvPr/>
        </p:nvSpPr>
        <p:spPr>
          <a:xfrm>
            <a:off x="4629150" y="52197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70E52292-7221-4CCE-9100-568EDDDB7916}"/>
              </a:ext>
            </a:extLst>
          </p:cNvPr>
          <p:cNvSpPr>
            <a:spLocks noGrp="1"/>
          </p:cNvSpPr>
          <p:nvPr/>
        </p:nvSpPr>
        <p:spPr>
          <a:xfrm>
            <a:off x="4629150" y="554355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sk_brsp/raw/downstream이 막히면 tready가 내려가고 burst beat 진행도 멈춥니다.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308CAEF5-10DD-4207-9352-EF769219B044}"/>
              </a:ext>
            </a:extLst>
          </p:cNvPr>
          <p:cNvSpPr>
            <a:spLocks noGrp="1"/>
          </p:cNvSpPr>
          <p:nvPr/>
        </p:nvSpPr>
        <p:spPr>
          <a:xfrm>
            <a:off x="8191500" y="5067300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C7F292F4-92FE-439C-A597-840430E1B34F}"/>
              </a:ext>
            </a:extLst>
          </p:cNvPr>
          <p:cNvSpPr>
            <a:spLocks noGrp="1"/>
          </p:cNvSpPr>
          <p:nvPr/>
        </p:nvSpPr>
        <p:spPr>
          <a:xfrm>
            <a:off x="8191500" y="5067300"/>
            <a:ext cx="66675" cy="7810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85A880A-C0D8-4720-8631-90F6AC283C2D}"/>
              </a:ext>
            </a:extLst>
          </p:cNvPr>
          <p:cNvSpPr>
            <a:spLocks noGrp="1"/>
          </p:cNvSpPr>
          <p:nvPr/>
        </p:nvSpPr>
        <p:spPr>
          <a:xfrm>
            <a:off x="8382000" y="52197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코딩 의미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1B7F478-0007-43EC-9476-CDEF65B9E38C}"/>
              </a:ext>
            </a:extLst>
          </p:cNvPr>
          <p:cNvSpPr>
            <a:spLocks noGrp="1"/>
          </p:cNvSpPr>
          <p:nvPr/>
        </p:nvSpPr>
        <p:spPr>
          <a:xfrm>
            <a:off x="8382000" y="5543550"/>
            <a:ext cx="253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clock 상향보다 legality, OEN, CDC, pending boundary를 먼저 닫는 쪽이 합리적입니다.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BDDD4B3-5E0D-4A96-9708-4A1B07A7826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bus_phy:269-351,527-576,654-655 / skid_buffer:7-10,73-113 / config_ctrl:1485-1503 / chip_ctrl:592-614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DAC4E86A-7990-4EAF-8609-27D69E275EB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C74A3340-E62B-4C70-AAC7-BBCED2BB538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71D8B2F-42D7-41D2-BF22-433B7B6CBCB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C537269-E4A3-4C12-B0EB-FA4A63AD686D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3333750" cy="781050"/>
          </a:xfrm>
          <a:prstGeom prst="roundRect">
            <a:avLst>
              <a:gd name="adj" fmla="val 97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304A7EC-BBD1-46BA-AD3A-6F860D785196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66675" cy="7810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2A453B46-AEEF-46A8-BB47-0ABBB89E3E5A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Throughput / II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B05E4E5-7F2B-4384-A680-8A4CDC7492F7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Burst upper bound is 1/(N*D*T). Burst II is the same period; non-burst II is longer because response must drain.</a:t>
            </a: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4BAE0381-4AC3-4C6D-86DE-C07EA22A1072}"/>
              </a:ext>
            </a:extLst>
          </p:cNvPr>
          <p:cNvSpPr>
            <a:spLocks noGrp="1"/>
          </p:cNvSpPr>
          <p:nvPr/>
        </p:nvSpPr>
        <p:spPr>
          <a:xfrm>
            <a:off x="4438650" y="5067300"/>
            <a:ext cx="3333750" cy="781050"/>
          </a:xfrm>
          <a:prstGeom prst="roundRect">
            <a:avLst>
              <a:gd name="adj" fmla="val 9756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9FFDD6AA-9108-44E5-BA5C-5215D7043E95}"/>
              </a:ext>
            </a:extLst>
          </p:cNvPr>
          <p:cNvSpPr>
            <a:spLocks noGrp="1"/>
          </p:cNvSpPr>
          <p:nvPr/>
        </p:nvSpPr>
        <p:spPr>
          <a:xfrm>
            <a:off x="4438650" y="5067300"/>
            <a:ext cx="66675" cy="7810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D412081-F258-47FF-9695-B89181F549A5}"/>
              </a:ext>
            </a:extLst>
          </p:cNvPr>
          <p:cNvSpPr>
            <a:spLocks noGrp="1"/>
          </p:cNvSpPr>
          <p:nvPr/>
        </p:nvSpPr>
        <p:spPr>
          <a:xfrm>
            <a:off x="4629150" y="52197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3824C16-B7D3-40BA-A3E4-C4BC0E208E41}"/>
              </a:ext>
            </a:extLst>
          </p:cNvPr>
          <p:cNvSpPr>
            <a:spLocks noGrp="1"/>
          </p:cNvSpPr>
          <p:nvPr/>
        </p:nvSpPr>
        <p:spPr>
          <a:xfrm>
            <a:off x="4629150" y="554355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Actual II grows when sk_brsp, raw path, or downstream tready stalls. Separate ideal II and backpressured II.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CFDA80ED-FE8A-442E-ABBC-5F51A848AB97}"/>
              </a:ext>
            </a:extLst>
          </p:cNvPr>
          <p:cNvSpPr>
            <a:spLocks noGrp="1"/>
          </p:cNvSpPr>
          <p:nvPr/>
        </p:nvSpPr>
        <p:spPr>
          <a:xfrm>
            <a:off x="8191500" y="5067300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D8F7C3FE-3B32-4935-8E81-F82873F16C13}"/>
              </a:ext>
            </a:extLst>
          </p:cNvPr>
          <p:cNvSpPr>
            <a:spLocks noGrp="1"/>
          </p:cNvSpPr>
          <p:nvPr/>
        </p:nvSpPr>
        <p:spPr>
          <a:xfrm>
            <a:off x="8191500" y="5067300"/>
            <a:ext cx="66675" cy="7810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EB634DE8-0552-493F-AE32-0A3884FDA7E2}"/>
              </a:ext>
            </a:extLst>
          </p:cNvPr>
          <p:cNvSpPr>
            <a:spLocks noGrp="1"/>
          </p:cNvSpPr>
          <p:nvPr/>
        </p:nvSpPr>
        <p:spPr>
          <a:xfrm>
            <a:off x="8382000" y="52197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Coding meaning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E5ACADF-FE75-4ED9-A7A7-901770139D77}"/>
              </a:ext>
            </a:extLst>
          </p:cNvPr>
          <p:cNvSpPr>
            <a:spLocks noGrp="1"/>
          </p:cNvSpPr>
          <p:nvPr/>
        </p:nvSpPr>
        <p:spPr>
          <a:xfrm>
            <a:off x="8382000" y="5543550"/>
            <a:ext cx="2533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11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Keep legality, OEN mode, CDC, pending boundary, and II contracts visible before RTL edits.</a:t>
            </a:r>
          </a:p>
        </p:txBody>
      </p:sp>
    </p:spTree>
    <p:extLst>
      <p:ext uri="{BB962C8B-B14F-4D97-AF65-F5344CB8AC3E}">
        <p14:creationId xmlns:p14="http://schemas.microsoft.com/office/powerpoint/2010/main" val="176079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754A0342-7FF0-4042-AB9B-DC8C08B3AB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DE0410-BBC3-4B52-9B09-2668A905BE58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9F908E-3BFA-475C-A870-59A2604066BB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00A1B5-3879-44B2-A638-20CCE0C28AC7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67046D-521B-4B2E-ADE3-3596BA322AA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11 / 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D5A197A-4C93-4449-B9A1-A44826DFB5AB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2D6ACA-D183-4115-BA50-82C8CE43ED65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36FD9E-5D71-44BB-A138-D27C33F33F0B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E9781E-AD08-4702-846C-E15F39996D5E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clock 후보, latency/throughput/pipeline, OEN mode, status sync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FF7812-7978-4643-AD03-6A5FC789C865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1BDFCB-C61B-4D8E-8F27-B52320126D90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492B48-CA84-4D3E-907C-8BAE90067609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7A4CB6-26A0-4A1D-A29F-E09DF570CCE3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4FFBBE-6ABA-4666-9133-2984A2611489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1603C3-0F99-4C0D-938F-10175B582095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1CF0E4-8FEB-453F-A41F-BFE0118F1000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5D30F-5A33-421F-82E1-3ABF975C853E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1CEF67-1426-48C6-923F-C45D5542D8F1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186336-F2CD-4F53-BE6B-FD9978CEC20D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정상 READ sequence 비교는 tick0-&gt;RDN low, RDN low-&gt;capture, tick0-&gt;capture, tPW-RL, period/rate로 수행합니다.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125~200MHz 정수 Tclk 후보는 200/166.667/142.857/125MHz입니다.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latency는 bus_phy local과 sk_brsp/chip_run pipeline으로 분리합니다.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burst throughput은 response path ready 조건에서만 상한에 도달합니다.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코딩 수정은 legality, OEN, Stream CDC, pending boundary를 우선합니다.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stop을 확인해야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2999FFD-ADA3-4858-B45B-6A79E053DD2C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6BB292-E6B2-486E-B754-95FAE40D0493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3FD37E-B961-4D49-A338-43C12F3992B2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494DA9-89E6-423B-B647-31568616E834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67CC24-8EAC-4460-986E-9A7F272C0F3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0810F8-D341-4580-A570-C62673A4F94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94FA02-C879-4F78-913F-9B56789D450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145D2B-FBFD-4D49-BA2B-7F64C16555EF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E904DCC-E778-4776-AA54-E51455E99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6883E7-FB00-4BF4-ACA0-C11C38E7B5E9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A8ADD9-2AF2-4C14-8A61-B51086F68099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C0B0D7-B735-45B5-827D-FABEAC57D35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9FD1C4-AD55-4B48-866F-498A3ED229B1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11 / 11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919355-C84F-4503-923A-35B615247A7F}"/>
              </a:ext>
            </a:extLst>
          </p:cNvPr>
          <p:cNvSpPr>
            <a:spLocks noGrp="1"/>
          </p:cNvSpPr>
          <p:nvPr/>
        </p:nvSpPr>
        <p:spPr>
          <a:xfrm>
            <a:off x="419100" y="914400"/>
            <a:ext cx="11353800" cy="5219700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757BA0-598F-45E3-8A4F-35B6E12E539A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9C4451C-3752-4E0C-8407-CE2F70F0350D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945DC42-9631-488F-B820-C847B0B06069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BA9715-547E-458E-9143-0FF1B91E4665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READ clock 후보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latency/throughput/pipeline/II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mode / status sync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4BCB8B8-7CC2-4B1F-889C-1581A466B18F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C50D6-E37D-431A-A1ED-C30424E5675F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182F972-BB0E-4A4A-AA1B-5426A75BB24B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290126-459E-43E9-B98E-6A9B40D2D155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수정 시간 metadata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E73D1A0-59B3-47BB-BBDE-C39E956A5550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8BFE96E-843B-4650-A190-D5E5D9BF79C8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B975BC3-4F9A-4F70-B6ED-19B3E967B3EC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22CDBDB-775A-4EFE-BCDB-6A18899C253C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CDC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pending 지연 / EF drain stop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C6ED7AE-186D-4BA1-90D2-D08ADDE89488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계약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F02D997-5CE9-4F48-A762-1AB203EEE574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정상 READ sequence 비교는 tick0-&gt;RDN low, RDN low-&gt;capture, tick0-&gt;capture, tPW-RL, period/rate로 수행합니다.</a:t>
            </a:r>
          </a:p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125~200MHz 정수 Tclk 후보는 200/166.667/142.857/125MHz입니다.</a:t>
            </a:r>
          </a:p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latency/throughput/pipeline/II는 bus_phy local, skid/chip_run, burst/non-burst로 분리합니다.</a:t>
            </a:r>
          </a:p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운영 프로토콜 v005부터 모든 결과에 수정 시간과 timing/block diagram을 포함합니다.</a:t>
            </a:r>
          </a:p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코딩 수정은 legality, OEN, Stream CDC, pending boundary를 우선 계약으로 잡습니다.</a:t>
            </a:r>
          </a:p>
          <a:p>
            <a:pPr algn="l">
              <a:def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4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stop과 II 영향성을 확인해야 합니다.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E2ABE94-BEC8-475F-94DF-543D4DCEB70C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151B5E-79D1-454D-BE7C-12DB95EFB912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F1F4478-93CD-4C06-8D54-278833E92224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E54469C-164B-4516-833A-BBE65E46B5DA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D494476-5588-4738-9221-18C823195B7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E83CEA9-2C6C-4699-B41B-90DF9AEADFE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1765ABF-2E5C-4D3C-8489-014B76AEE57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E5B5A94-F872-4EA6-80BC-3EF25675326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F5F7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v009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701577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2441</Words>
  <Application>Microsoft Office PowerPoint</Application>
  <DocSecurity>0</DocSecurity>
  <PresentationFormat>와이드스크린</PresentationFormat>
  <Paragraphs>416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2026-04-29T04:28:06Z</dcterms:created>
  <dcterms:modified xsi:type="dcterms:W3CDTF">2026-04-29T04:30:39Z</dcterms:modified>
</cp:coreProperties>
</file>