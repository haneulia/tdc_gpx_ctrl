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v007은 정상 READ 운용 시퀀스에 125~200 MHz 정수 Tclk 후보 비교표를 추가한다.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37D08E-72EF-4A91-817D-BE05D93D8C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115946-F70C-4BCA-AA2D-61CF6B4E812F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47AB8F-CF02-40E6-A4B4-7A84C34FFECB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334448-63AF-41F2-8337-3A88C130BB2A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D4665E-4940-4A51-B2FA-5E4418B379D5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549A6C-76B8-4EB1-AE64-B19F55165D11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38AC1A-A396-4CE7-BFAC-DC8FF75E9FCB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477626-5AC3-422B-82BC-4CBAC8ECF74E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76C22BE-3DAE-49CB-B05C-30CE77464AA1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9C04ED-B32B-42AD-A20A-7BA9186A642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E63073-8C4C-4887-AC76-D73F29F40946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A38483-508F-4AFF-A1C1-7C6386353626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기본: 200 MHz, Tclk=5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 MHz 변경 시 tick 계약 재계산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680F8C0-D169-4579-9BF1-C1205CC171F9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D63B70-13AA-4FB0-A2F3-27135C4E6FF8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06BE1D-B802-4894-A04E-882778050177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7C6355-6FFA-4760-9979-968224398F05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198451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3A8024E7-0E7F-41C0-802D-47CEB9CF2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D2FF92-C19D-4494-BE88-11464434BE54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518ED8-8ADF-4697-A79F-ECCBE9847102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ACBA90-9709-4384-BF1F-74B43BE812E7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059F1C-AF07-4AE2-B090-B01B153B73F5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23810A-D81A-4857-8669-B008767B20F3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C243A7-BD17-49D9-BEDD-8D8887CEC098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CB2732-DA99-4390-A098-32937FCC07C4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EB9645-53C1-41FF-B38F-E193C66275E8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AABCB55-80D6-4613-A3E8-5B4B17917BB8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46BFCE-0704-46F2-9016-600DD66F25D2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054B8B-D7FF-4855-9EE3-8999A5F21B01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1D9715-1C87-494D-A128-EA38DAB3D171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98ECE5-CFBD-4195-9844-1A77513E3D8A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9B1F91-0879-462E-9BBD-D860DA3FB133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6F352FA-6BAF-4867-83E5-5A17274EDD34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7D4DB2-F29A-411A-AF05-65EC920B7887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2B9F982-31FE-40FA-85C1-D1F3C58F40DC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4799DE-13ED-4EDE-AE22-E32546122460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6B4425-774E-4AF0-BCC1-5BA7629E9A1F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3FEF01-5936-4862-9F6F-CE478410C86B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8A34D6D-679F-4161-884A-5C393890BF14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D17A60A-4F08-46E4-83BC-D804D458CEBE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2D3C05-2948-41E6-A400-41F7C888BFCE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DF44C7-7134-4490-BF64-EA085944DE7F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A80E2F-2938-4A67-ADE5-4F6833099F3E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75B224A3-7C53-4C03-A640-4D8647063102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CE80CA-8197-4CBC-ACC5-83598E30EFF2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74633EF-3CF5-4A40-97D3-087EE0C08399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F2DD80F-18E5-4055-9DBD-608EB4203005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6C35A18-13E4-4921-A215-68A6C0A1C4DC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F77FA8-45E7-47CF-9DBA-FC5B68D51901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88B11F-DE76-4673-8D00-A3D3C7112087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E9D8EC-481D-4E99-A481-F25BD611CC8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217A03-439B-4495-9D01-C6C8D8FED0A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D0E478-7A87-4E93-9D53-D5F2A77FD7F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33342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339D23A-0D98-4F64-A0D2-FBC1DE0BDF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3430FD-C733-40A5-BEAF-175F5353DFCC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4C8052-7BF4-4E0E-A41B-68049812B5A6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F67914-9A15-4162-9F97-74D85ABA20E4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READ Clock 후보 비교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008AA2-C481-4888-8116-5CE97639928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5A20BC-3D62-48D0-ACFA-1347CD109834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66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같은 READ sequence를 tick 기준으로 환산합니다. 하단은 125~200 MHz 정수 Tclk 후보의 최단 정상 설정입니다.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3F55E4-E509-476C-91C1-F383A9C1A686}"/>
              </a:ext>
            </a:extLst>
          </p:cNvPr>
          <p:cNvSpPr>
            <a:spLocks noGrp="1"/>
          </p:cNvSpPr>
          <p:nvPr/>
        </p:nvSpPr>
        <p:spPr>
          <a:xfrm>
            <a:off x="533400" y="14859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200 MHz 정상 경계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46BEEB-2C9B-494F-8E44-014CF2911846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T=5ns, div=1,ticks=5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3B90D3-B009-4ADC-9EF1-7F4E1729F3A5}"/>
              </a:ext>
            </a:extLst>
          </p:cNvPr>
          <p:cNvSpPr>
            <a:spLocks noGrp="1"/>
          </p:cNvSpPr>
          <p:nvPr/>
        </p:nvSpPr>
        <p:spPr>
          <a:xfrm>
            <a:off x="2714625" y="16573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F8AEA7-EF0E-4D2A-A3F3-956600A381C8}"/>
              </a:ext>
            </a:extLst>
          </p:cNvPr>
          <p:cNvSpPr>
            <a:spLocks noGrp="1"/>
          </p:cNvSpPr>
          <p:nvPr/>
        </p:nvSpPr>
        <p:spPr>
          <a:xfrm>
            <a:off x="2714625" y="14668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CD3610-CCCA-4296-9D3C-85537B268774}"/>
              </a:ext>
            </a:extLst>
          </p:cNvPr>
          <p:cNvSpPr>
            <a:spLocks noGrp="1"/>
          </p:cNvSpPr>
          <p:nvPr/>
        </p:nvSpPr>
        <p:spPr>
          <a:xfrm>
            <a:off x="229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9878D7-8D1C-4386-A456-123B69E0CAB0}"/>
              </a:ext>
            </a:extLst>
          </p:cNvPr>
          <p:cNvSpPr>
            <a:spLocks noGrp="1"/>
          </p:cNvSpPr>
          <p:nvPr/>
        </p:nvSpPr>
        <p:spPr>
          <a:xfrm>
            <a:off x="3667125" y="1466850"/>
            <a:ext cx="20955" cy="457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2689E7-AC12-45A9-809D-1E7231A14913}"/>
              </a:ext>
            </a:extLst>
          </p:cNvPr>
          <p:cNvSpPr>
            <a:spLocks noGrp="1"/>
          </p:cNvSpPr>
          <p:nvPr/>
        </p:nvSpPr>
        <p:spPr>
          <a:xfrm>
            <a:off x="32480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00AAFD-2F7B-4E0C-A80A-4612BB556A85}"/>
              </a:ext>
            </a:extLst>
          </p:cNvPr>
          <p:cNvSpPr>
            <a:spLocks noGrp="1"/>
          </p:cNvSpPr>
          <p:nvPr/>
        </p:nvSpPr>
        <p:spPr>
          <a:xfrm>
            <a:off x="6524625" y="14668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EC5EC9-4F2F-415C-96EA-1112DD3938D1}"/>
              </a:ext>
            </a:extLst>
          </p:cNvPr>
          <p:cNvSpPr>
            <a:spLocks noGrp="1"/>
          </p:cNvSpPr>
          <p:nvPr/>
        </p:nvSpPr>
        <p:spPr>
          <a:xfrm>
            <a:off x="610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05F271-48B3-47BE-A146-DDCF383507D6}"/>
              </a:ext>
            </a:extLst>
          </p:cNvPr>
          <p:cNvSpPr>
            <a:spLocks noGrp="1"/>
          </p:cNvSpPr>
          <p:nvPr/>
        </p:nvSpPr>
        <p:spPr>
          <a:xfrm>
            <a:off x="8429625" y="14668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29BA5A-D0D6-4D45-BDD1-59EF693A5380}"/>
              </a:ext>
            </a:extLst>
          </p:cNvPr>
          <p:cNvSpPr>
            <a:spLocks noGrp="1"/>
          </p:cNvSpPr>
          <p:nvPr/>
        </p:nvSpPr>
        <p:spPr>
          <a:xfrm>
            <a:off x="8010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36B286-5C2A-4C2F-9A8E-13F593FC8014}"/>
              </a:ext>
            </a:extLst>
          </p:cNvPr>
          <p:cNvSpPr>
            <a:spLocks noGrp="1"/>
          </p:cNvSpPr>
          <p:nvPr/>
        </p:nvSpPr>
        <p:spPr>
          <a:xfrm>
            <a:off x="3667125" y="1590675"/>
            <a:ext cx="2857500" cy="133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E5004F9-3F6B-4A68-A420-B5D4DE73E779}"/>
              </a:ext>
            </a:extLst>
          </p:cNvPr>
          <p:cNvSpPr>
            <a:spLocks noGrp="1"/>
          </p:cNvSpPr>
          <p:nvPr/>
        </p:nvSpPr>
        <p:spPr>
          <a:xfrm>
            <a:off x="3724275" y="2209800"/>
            <a:ext cx="46482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7D80FB-6559-49A6-9C3D-84B718E3BBAC}"/>
              </a:ext>
            </a:extLst>
          </p:cNvPr>
          <p:cNvSpPr>
            <a:spLocks noGrp="1"/>
          </p:cNvSpPr>
          <p:nvPr/>
        </p:nvSpPr>
        <p:spPr>
          <a:xfrm>
            <a:off x="3819525" y="2276475"/>
            <a:ext cx="43815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 ns / 40.0 MHz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D934E6-4626-4C17-B973-24A8424AB52B}"/>
              </a:ext>
            </a:extLst>
          </p:cNvPr>
          <p:cNvSpPr>
            <a:spLocks noGrp="1"/>
          </p:cNvSpPr>
          <p:nvPr/>
        </p:nvSpPr>
        <p:spPr>
          <a:xfrm>
            <a:off x="8858250" y="14478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40 MHz 경계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263873-F078-4E9B-B6DA-1C11403E79B3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동일 설정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B10041-D82C-456C-937B-D9C889F63525}"/>
              </a:ext>
            </a:extLst>
          </p:cNvPr>
          <p:cNvSpPr>
            <a:spLocks noGrp="1"/>
          </p:cNvSpPr>
          <p:nvPr/>
        </p:nvSpPr>
        <p:spPr>
          <a:xfrm>
            <a:off x="533400" y="2933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760CFA-654C-487B-B77E-60DE99527230}"/>
              </a:ext>
            </a:extLst>
          </p:cNvPr>
          <p:cNvSpPr>
            <a:spLocks noGrp="1"/>
          </p:cNvSpPr>
          <p:nvPr/>
        </p:nvSpPr>
        <p:spPr>
          <a:xfrm>
            <a:off x="2714625" y="289560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F5548B-222E-4430-B6D9-89D02F14D7D3}"/>
              </a:ext>
            </a:extLst>
          </p:cNvPr>
          <p:cNvSpPr>
            <a:spLocks noGrp="1"/>
          </p:cNvSpPr>
          <p:nvPr/>
        </p:nvSpPr>
        <p:spPr>
          <a:xfrm>
            <a:off x="2714625" y="270510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5DE0FD-92EC-4222-B35D-41F69E1381BE}"/>
              </a:ext>
            </a:extLst>
          </p:cNvPr>
          <p:cNvSpPr>
            <a:spLocks noGrp="1"/>
          </p:cNvSpPr>
          <p:nvPr/>
        </p:nvSpPr>
        <p:spPr>
          <a:xfrm>
            <a:off x="2295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C37E62-4339-4698-9CC0-5309D99DB039}"/>
              </a:ext>
            </a:extLst>
          </p:cNvPr>
          <p:cNvSpPr>
            <a:spLocks noGrp="1"/>
          </p:cNvSpPr>
          <p:nvPr/>
        </p:nvSpPr>
        <p:spPr>
          <a:xfrm>
            <a:off x="347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FA89BDE-CB10-4CEE-9586-E0BB0A54F9C5}"/>
              </a:ext>
            </a:extLst>
          </p:cNvPr>
          <p:cNvSpPr>
            <a:spLocks noGrp="1"/>
          </p:cNvSpPr>
          <p:nvPr/>
        </p:nvSpPr>
        <p:spPr>
          <a:xfrm>
            <a:off x="305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D9504FA-956B-43F9-82EE-CDABB4966A59}"/>
              </a:ext>
            </a:extLst>
          </p:cNvPr>
          <p:cNvSpPr>
            <a:spLocks noGrp="1"/>
          </p:cNvSpPr>
          <p:nvPr/>
        </p:nvSpPr>
        <p:spPr>
          <a:xfrm>
            <a:off x="5762625" y="270510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13C973C-5E03-4A61-828E-96D5EEE0FA72}"/>
              </a:ext>
            </a:extLst>
          </p:cNvPr>
          <p:cNvSpPr>
            <a:spLocks noGrp="1"/>
          </p:cNvSpPr>
          <p:nvPr/>
        </p:nvSpPr>
        <p:spPr>
          <a:xfrm>
            <a:off x="5343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A0F68D-915D-44FE-A48F-8CFECECAFFBB}"/>
              </a:ext>
            </a:extLst>
          </p:cNvPr>
          <p:cNvSpPr>
            <a:spLocks noGrp="1"/>
          </p:cNvSpPr>
          <p:nvPr/>
        </p:nvSpPr>
        <p:spPr>
          <a:xfrm>
            <a:off x="728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54A7BD-FF2D-43ED-B3FB-9EA8719AE189}"/>
              </a:ext>
            </a:extLst>
          </p:cNvPr>
          <p:cNvSpPr>
            <a:spLocks noGrp="1"/>
          </p:cNvSpPr>
          <p:nvPr/>
        </p:nvSpPr>
        <p:spPr>
          <a:xfrm>
            <a:off x="686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755248-9CBC-45FA-990F-494C1B2B8435}"/>
              </a:ext>
            </a:extLst>
          </p:cNvPr>
          <p:cNvSpPr>
            <a:spLocks noGrp="1"/>
          </p:cNvSpPr>
          <p:nvPr/>
        </p:nvSpPr>
        <p:spPr>
          <a:xfrm>
            <a:off x="3476625" y="2828925"/>
            <a:ext cx="2286000" cy="1333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7D6619D-8A0E-4C26-8C33-765CA55A2932}"/>
              </a:ext>
            </a:extLst>
          </p:cNvPr>
          <p:cNvSpPr>
            <a:spLocks noGrp="1"/>
          </p:cNvSpPr>
          <p:nvPr/>
        </p:nvSpPr>
        <p:spPr>
          <a:xfrm>
            <a:off x="3533775" y="3448050"/>
            <a:ext cx="3695700" cy="209550"/>
          </a:xfrm>
          <a:prstGeom prst="rightArrow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0429D05-937F-4458-A918-EF6BAE8D946A}"/>
              </a:ext>
            </a:extLst>
          </p:cNvPr>
          <p:cNvSpPr>
            <a:spLocks noGrp="1"/>
          </p:cNvSpPr>
          <p:nvPr/>
        </p:nvSpPr>
        <p:spPr>
          <a:xfrm>
            <a:off x="3629025" y="3514725"/>
            <a:ext cx="3429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 ns / 50.0 MHz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50CCEA-8C6B-4F7D-A885-D871B6B7FD10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금지: 50 MHz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D2CC6F-A198-444D-BB6D-05F433B8428C}"/>
              </a:ext>
            </a:extLst>
          </p:cNvPr>
          <p:cNvSpPr>
            <a:spLocks noGrp="1"/>
          </p:cNvSpPr>
          <p:nvPr/>
        </p:nvSpPr>
        <p:spPr>
          <a:xfrm>
            <a:off x="533400" y="39624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정상 후보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9B2515-FC8B-499B-92D8-8CCDEA238EF5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E3F3F43-6C03-41E0-B5F8-B08A5F9B55B4}"/>
              </a:ext>
            </a:extLst>
          </p:cNvPr>
          <p:cNvSpPr>
            <a:spLocks noGrp="1"/>
          </p:cNvSpPr>
          <p:nvPr/>
        </p:nvSpPr>
        <p:spPr>
          <a:xfrm>
            <a:off x="2714625" y="41338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5D0B4A4-88EA-48EC-8BD8-D9C8174DF33F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354F22-FD83-4C20-9A3A-648A34A0E172}"/>
              </a:ext>
            </a:extLst>
          </p:cNvPr>
          <p:cNvSpPr>
            <a:spLocks noGrp="1"/>
          </p:cNvSpPr>
          <p:nvPr/>
        </p:nvSpPr>
        <p:spPr>
          <a:xfrm>
            <a:off x="2295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65C3ED6-4D9C-4A3E-A7C9-AFA5AE1F6755}"/>
              </a:ext>
            </a:extLst>
          </p:cNvPr>
          <p:cNvSpPr>
            <a:spLocks noGrp="1"/>
          </p:cNvSpPr>
          <p:nvPr/>
        </p:nvSpPr>
        <p:spPr>
          <a:xfrm>
            <a:off x="3476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82A5E66-2760-491F-90F6-439CB1ADCD4A}"/>
              </a:ext>
            </a:extLst>
          </p:cNvPr>
          <p:cNvSpPr>
            <a:spLocks noGrp="1"/>
          </p:cNvSpPr>
          <p:nvPr/>
        </p:nvSpPr>
        <p:spPr>
          <a:xfrm>
            <a:off x="305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D3F7507-8D43-4F7D-AC62-80055225496D}"/>
              </a:ext>
            </a:extLst>
          </p:cNvPr>
          <p:cNvSpPr>
            <a:spLocks noGrp="1"/>
          </p:cNvSpPr>
          <p:nvPr/>
        </p:nvSpPr>
        <p:spPr>
          <a:xfrm>
            <a:off x="7286625" y="39433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C8304A-6111-4233-A233-D5E51593A71F}"/>
              </a:ext>
            </a:extLst>
          </p:cNvPr>
          <p:cNvSpPr>
            <a:spLocks noGrp="1"/>
          </p:cNvSpPr>
          <p:nvPr/>
        </p:nvSpPr>
        <p:spPr>
          <a:xfrm>
            <a:off x="686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84B7873-CBF0-4EC1-994C-CA6A546ABAFE}"/>
              </a:ext>
            </a:extLst>
          </p:cNvPr>
          <p:cNvSpPr>
            <a:spLocks noGrp="1"/>
          </p:cNvSpPr>
          <p:nvPr/>
        </p:nvSpPr>
        <p:spPr>
          <a:xfrm>
            <a:off x="8810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FCFE85-B798-4140-AA52-D4FDBE4663F5}"/>
              </a:ext>
            </a:extLst>
          </p:cNvPr>
          <p:cNvSpPr>
            <a:spLocks noGrp="1"/>
          </p:cNvSpPr>
          <p:nvPr/>
        </p:nvSpPr>
        <p:spPr>
          <a:xfrm>
            <a:off x="8391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130E3F-AE5C-4DBA-9CE2-01E342847DAB}"/>
              </a:ext>
            </a:extLst>
          </p:cNvPr>
          <p:cNvSpPr>
            <a:spLocks noGrp="1"/>
          </p:cNvSpPr>
          <p:nvPr/>
        </p:nvSpPr>
        <p:spPr>
          <a:xfrm>
            <a:off x="3476625" y="4067175"/>
            <a:ext cx="3810000" cy="1333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3FAB2813-369A-451C-ABBB-D12A4524A628}"/>
              </a:ext>
            </a:extLst>
          </p:cNvPr>
          <p:cNvSpPr>
            <a:spLocks noGrp="1"/>
          </p:cNvSpPr>
          <p:nvPr/>
        </p:nvSpPr>
        <p:spPr>
          <a:xfrm>
            <a:off x="3533775" y="4686300"/>
            <a:ext cx="52197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C4A8A7F-0315-44EA-B04D-984ECA5B0193}"/>
              </a:ext>
            </a:extLst>
          </p:cNvPr>
          <p:cNvSpPr>
            <a:spLocks noGrp="1"/>
          </p:cNvSpPr>
          <p:nvPr/>
        </p:nvSpPr>
        <p:spPr>
          <a:xfrm>
            <a:off x="3629025" y="4752975"/>
            <a:ext cx="4953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BF652FB-1CD6-44FF-B53D-1565B5BDAE3F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35.7 MHz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F9B2538-E595-4689-A4CB-4AD9DDCB1E15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4287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7B7C5F0-CEF0-42B4-A763-9776FA7EA132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12763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clock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E4C097C-6616-4996-9844-CC7E6927C737}"/>
              </a:ext>
            </a:extLst>
          </p:cNvPr>
          <p:cNvSpPr>
            <a:spLocks noGrp="1"/>
          </p:cNvSpPr>
          <p:nvPr/>
        </p:nvSpPr>
        <p:spPr>
          <a:xfrm>
            <a:off x="2209800" y="4857750"/>
            <a:ext cx="114300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4CEBB28-A7B7-442C-BFA0-BCF37A62400B}"/>
              </a:ext>
            </a:extLst>
          </p:cNvPr>
          <p:cNvSpPr>
            <a:spLocks noGrp="1"/>
          </p:cNvSpPr>
          <p:nvPr/>
        </p:nvSpPr>
        <p:spPr>
          <a:xfrm>
            <a:off x="2286000" y="4924425"/>
            <a:ext cx="9906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Tclk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7BFA235-61BF-4751-9A42-38EF34E349BA}"/>
              </a:ext>
            </a:extLst>
          </p:cNvPr>
          <p:cNvSpPr>
            <a:spLocks noGrp="1"/>
          </p:cNvSpPr>
          <p:nvPr/>
        </p:nvSpPr>
        <p:spPr>
          <a:xfrm>
            <a:off x="3352800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9813AC6-25F6-40BF-9815-E1759A5B54FD}"/>
              </a:ext>
            </a:extLst>
          </p:cNvPr>
          <p:cNvSpPr>
            <a:spLocks noGrp="1"/>
          </p:cNvSpPr>
          <p:nvPr/>
        </p:nvSpPr>
        <p:spPr>
          <a:xfrm>
            <a:off x="3429000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div,ticks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3455973-B70D-4EF0-B81F-EC8401766317}"/>
              </a:ext>
            </a:extLst>
          </p:cNvPr>
          <p:cNvSpPr>
            <a:spLocks noGrp="1"/>
          </p:cNvSpPr>
          <p:nvPr/>
        </p:nvSpPr>
        <p:spPr>
          <a:xfrm>
            <a:off x="4733925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7C5677C-6829-4CE6-8DDA-6F163D49C025}"/>
              </a:ext>
            </a:extLst>
          </p:cNvPr>
          <p:cNvSpPr>
            <a:spLocks noGrp="1"/>
          </p:cNvSpPr>
          <p:nvPr/>
        </p:nvSpPr>
        <p:spPr>
          <a:xfrm>
            <a:off x="4810125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RDN→cap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AEB8905-F0D4-4785-BBFC-20C253F4DD92}"/>
              </a:ext>
            </a:extLst>
          </p:cNvPr>
          <p:cNvSpPr>
            <a:spLocks noGrp="1"/>
          </p:cNvSpPr>
          <p:nvPr/>
        </p:nvSpPr>
        <p:spPr>
          <a:xfrm>
            <a:off x="6115050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391BDEE-B9CE-47F5-B348-F49176744163}"/>
              </a:ext>
            </a:extLst>
          </p:cNvPr>
          <p:cNvSpPr>
            <a:spLocks noGrp="1"/>
          </p:cNvSpPr>
          <p:nvPr/>
        </p:nvSpPr>
        <p:spPr>
          <a:xfrm>
            <a:off x="6191250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tick0→cap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98D9010-8529-43AC-B88D-91AAB2F2B75E}"/>
              </a:ext>
            </a:extLst>
          </p:cNvPr>
          <p:cNvSpPr>
            <a:spLocks noGrp="1"/>
          </p:cNvSpPr>
          <p:nvPr/>
        </p:nvSpPr>
        <p:spPr>
          <a:xfrm>
            <a:off x="7496175" y="4857750"/>
            <a:ext cx="23812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BAA1FAB-EFC7-4388-973B-6C5558554189}"/>
              </a:ext>
            </a:extLst>
          </p:cNvPr>
          <p:cNvSpPr>
            <a:spLocks noGrp="1"/>
          </p:cNvSpPr>
          <p:nvPr/>
        </p:nvSpPr>
        <p:spPr>
          <a:xfrm>
            <a:off x="7572375" y="4924425"/>
            <a:ext cx="22288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period/rate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27099FA-ADE4-4B71-BA16-7CE0200FD9E1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142875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55E903B-B642-4EB1-BC18-248736243A87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200 MHz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99EB29-4ED2-4495-82C2-4D88E354ED3B}"/>
              </a:ext>
            </a:extLst>
          </p:cNvPr>
          <p:cNvSpPr>
            <a:spLocks noGrp="1"/>
          </p:cNvSpPr>
          <p:nvPr/>
        </p:nvSpPr>
        <p:spPr>
          <a:xfrm>
            <a:off x="2209800" y="5124450"/>
            <a:ext cx="114300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7500052-E849-419B-8E84-94925F0D12FA}"/>
              </a:ext>
            </a:extLst>
          </p:cNvPr>
          <p:cNvSpPr>
            <a:spLocks noGrp="1"/>
          </p:cNvSpPr>
          <p:nvPr/>
        </p:nvSpPr>
        <p:spPr>
          <a:xfrm>
            <a:off x="2286000" y="51816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5 ns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BD4CFB1-AE3E-4EE2-B558-F5EF84A58AE6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85B3CD5-2AD6-4B72-A480-153A490FFCA4}"/>
              </a:ext>
            </a:extLst>
          </p:cNvPr>
          <p:cNvSpPr>
            <a:spLocks noGrp="1"/>
          </p:cNvSpPr>
          <p:nvPr/>
        </p:nvSpPr>
        <p:spPr>
          <a:xfrm>
            <a:off x="3429000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321B211-498B-48ED-A757-581A25D81DF7}"/>
              </a:ext>
            </a:extLst>
          </p:cNvPr>
          <p:cNvSpPr>
            <a:spLocks noGrp="1"/>
          </p:cNvSpPr>
          <p:nvPr/>
        </p:nvSpPr>
        <p:spPr>
          <a:xfrm>
            <a:off x="4733925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017788C-25BB-466A-B583-FF2E35DE24EE}"/>
              </a:ext>
            </a:extLst>
          </p:cNvPr>
          <p:cNvSpPr>
            <a:spLocks noGrp="1"/>
          </p:cNvSpPr>
          <p:nvPr/>
        </p:nvSpPr>
        <p:spPr>
          <a:xfrm>
            <a:off x="4810125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15 ns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9F64C8-093F-44E1-87F0-41F353E0B2EB}"/>
              </a:ext>
            </a:extLst>
          </p:cNvPr>
          <p:cNvSpPr>
            <a:spLocks noGrp="1"/>
          </p:cNvSpPr>
          <p:nvPr/>
        </p:nvSpPr>
        <p:spPr>
          <a:xfrm>
            <a:off x="6115050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8B57F8B-2239-45D5-8DE0-90E6B9F4A5A1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8A4E0EE-BE11-4995-A8F1-9E142E498516}"/>
              </a:ext>
            </a:extLst>
          </p:cNvPr>
          <p:cNvSpPr>
            <a:spLocks noGrp="1"/>
          </p:cNvSpPr>
          <p:nvPr/>
        </p:nvSpPr>
        <p:spPr>
          <a:xfrm>
            <a:off x="7496175" y="5124450"/>
            <a:ext cx="238125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567819A-E15E-4B2E-8555-C7040B626727}"/>
              </a:ext>
            </a:extLst>
          </p:cNvPr>
          <p:cNvSpPr>
            <a:spLocks noGrp="1"/>
          </p:cNvSpPr>
          <p:nvPr/>
        </p:nvSpPr>
        <p:spPr>
          <a:xfrm>
            <a:off x="7572375" y="51816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 ns / 40 MHz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4A47709-405B-4AD4-B208-2514921A620E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14287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7059B9B-316B-4259-BE97-5D649D05BF5F}"/>
              </a:ext>
            </a:extLst>
          </p:cNvPr>
          <p:cNvSpPr>
            <a:spLocks noGrp="1"/>
          </p:cNvSpPr>
          <p:nvPr/>
        </p:nvSpPr>
        <p:spPr>
          <a:xfrm>
            <a:off x="857250" y="54102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166.667 MHz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4770188-6D7F-4F85-8826-897C4E544794}"/>
              </a:ext>
            </a:extLst>
          </p:cNvPr>
          <p:cNvSpPr>
            <a:spLocks noGrp="1"/>
          </p:cNvSpPr>
          <p:nvPr/>
        </p:nvSpPr>
        <p:spPr>
          <a:xfrm>
            <a:off x="2209800" y="5353050"/>
            <a:ext cx="1143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5905DBE-EE13-4AAB-9BBF-1A2E9F7E22EB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 ns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A51E52-C0C6-4B66-A7EF-BBE545573328}"/>
              </a:ext>
            </a:extLst>
          </p:cNvPr>
          <p:cNvSpPr>
            <a:spLocks noGrp="1"/>
          </p:cNvSpPr>
          <p:nvPr/>
        </p:nvSpPr>
        <p:spPr>
          <a:xfrm>
            <a:off x="3352800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31FADA6-15CB-4AD9-8ADB-9C18B5224D8F}"/>
              </a:ext>
            </a:extLst>
          </p:cNvPr>
          <p:cNvSpPr>
            <a:spLocks noGrp="1"/>
          </p:cNvSpPr>
          <p:nvPr/>
        </p:nvSpPr>
        <p:spPr>
          <a:xfrm>
            <a:off x="3429000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0B826F6-2123-4A82-8E5B-946B28376108}"/>
              </a:ext>
            </a:extLst>
          </p:cNvPr>
          <p:cNvSpPr>
            <a:spLocks noGrp="1"/>
          </p:cNvSpPr>
          <p:nvPr/>
        </p:nvSpPr>
        <p:spPr>
          <a:xfrm>
            <a:off x="4733925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35B20C1-98BF-4563-9DDF-23C8FB2ADD97}"/>
              </a:ext>
            </a:extLst>
          </p:cNvPr>
          <p:cNvSpPr>
            <a:spLocks noGrp="1"/>
          </p:cNvSpPr>
          <p:nvPr/>
        </p:nvSpPr>
        <p:spPr>
          <a:xfrm>
            <a:off x="4810125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18 ns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819C642-4057-427A-8970-586D74FAA585}"/>
              </a:ext>
            </a:extLst>
          </p:cNvPr>
          <p:cNvSpPr>
            <a:spLocks noGrp="1"/>
          </p:cNvSpPr>
          <p:nvPr/>
        </p:nvSpPr>
        <p:spPr>
          <a:xfrm>
            <a:off x="6115050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357DA8C-0232-4AE2-9C6E-FFC4FCD51CA4}"/>
              </a:ext>
            </a:extLst>
          </p:cNvPr>
          <p:cNvSpPr>
            <a:spLocks noGrp="1"/>
          </p:cNvSpPr>
          <p:nvPr/>
        </p:nvSpPr>
        <p:spPr>
          <a:xfrm>
            <a:off x="6191250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8510F62-AB74-4AEB-A5A0-E9D2116F55A6}"/>
              </a:ext>
            </a:extLst>
          </p:cNvPr>
          <p:cNvSpPr>
            <a:spLocks noGrp="1"/>
          </p:cNvSpPr>
          <p:nvPr/>
        </p:nvSpPr>
        <p:spPr>
          <a:xfrm>
            <a:off x="7496175" y="53530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0F9467F-51E6-4F6B-9DF7-413A5BDEC9CC}"/>
              </a:ext>
            </a:extLst>
          </p:cNvPr>
          <p:cNvSpPr>
            <a:spLocks noGrp="1"/>
          </p:cNvSpPr>
          <p:nvPr/>
        </p:nvSpPr>
        <p:spPr>
          <a:xfrm>
            <a:off x="7572375" y="54102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 ns / 33.3 MHz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AA47C4F-18D0-4F21-8CAA-05A2DFBBABFD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4287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EF5EC8F-ACA8-4F94-BFD2-7704345C3ADB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142.857 MHz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E918BDD-F191-4596-9CDB-72DB04B01202}"/>
              </a:ext>
            </a:extLst>
          </p:cNvPr>
          <p:cNvSpPr>
            <a:spLocks noGrp="1"/>
          </p:cNvSpPr>
          <p:nvPr/>
        </p:nvSpPr>
        <p:spPr>
          <a:xfrm>
            <a:off x="2209800" y="5581650"/>
            <a:ext cx="114300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56085A6-6446-4255-8A8C-3F0950656902}"/>
              </a:ext>
            </a:extLst>
          </p:cNvPr>
          <p:cNvSpPr>
            <a:spLocks noGrp="1"/>
          </p:cNvSpPr>
          <p:nvPr/>
        </p:nvSpPr>
        <p:spPr>
          <a:xfrm>
            <a:off x="2286000" y="56388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 ns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9DF7B2A-B630-4039-B420-3FB897DA2955}"/>
              </a:ext>
            </a:extLst>
          </p:cNvPr>
          <p:cNvSpPr>
            <a:spLocks noGrp="1"/>
          </p:cNvSpPr>
          <p:nvPr/>
        </p:nvSpPr>
        <p:spPr>
          <a:xfrm>
            <a:off x="3352800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F04EE56-C54B-406D-9C4B-0107DF4660C1}"/>
              </a:ext>
            </a:extLst>
          </p:cNvPr>
          <p:cNvSpPr>
            <a:spLocks noGrp="1"/>
          </p:cNvSpPr>
          <p:nvPr/>
        </p:nvSpPr>
        <p:spPr>
          <a:xfrm>
            <a:off x="3429000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9A7B947-F367-4023-9C58-69C4979CA347}"/>
              </a:ext>
            </a:extLst>
          </p:cNvPr>
          <p:cNvSpPr>
            <a:spLocks noGrp="1"/>
          </p:cNvSpPr>
          <p:nvPr/>
        </p:nvSpPr>
        <p:spPr>
          <a:xfrm>
            <a:off x="4733925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C3E0DE6-35FC-4C4A-97E5-F8BC15539234}"/>
              </a:ext>
            </a:extLst>
          </p:cNvPr>
          <p:cNvSpPr>
            <a:spLocks noGrp="1"/>
          </p:cNvSpPr>
          <p:nvPr/>
        </p:nvSpPr>
        <p:spPr>
          <a:xfrm>
            <a:off x="4810125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 ns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328A74-13A5-41B9-BC12-743A6DA9078C}"/>
              </a:ext>
            </a:extLst>
          </p:cNvPr>
          <p:cNvSpPr>
            <a:spLocks noGrp="1"/>
          </p:cNvSpPr>
          <p:nvPr/>
        </p:nvSpPr>
        <p:spPr>
          <a:xfrm>
            <a:off x="6115050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957ADA1-9893-4EC3-9010-87B0F3795494}"/>
              </a:ext>
            </a:extLst>
          </p:cNvPr>
          <p:cNvSpPr>
            <a:spLocks noGrp="1"/>
          </p:cNvSpPr>
          <p:nvPr/>
        </p:nvSpPr>
        <p:spPr>
          <a:xfrm>
            <a:off x="6191250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21 ns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F445CB5-86AA-41F4-9F80-1AFDED93706B}"/>
              </a:ext>
            </a:extLst>
          </p:cNvPr>
          <p:cNvSpPr>
            <a:spLocks noGrp="1"/>
          </p:cNvSpPr>
          <p:nvPr/>
        </p:nvSpPr>
        <p:spPr>
          <a:xfrm>
            <a:off x="7496175" y="55816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EFDB9D1-875B-40BD-BAD0-F3602A0B6052}"/>
              </a:ext>
            </a:extLst>
          </p:cNvPr>
          <p:cNvSpPr>
            <a:spLocks noGrp="1"/>
          </p:cNvSpPr>
          <p:nvPr/>
        </p:nvSpPr>
        <p:spPr>
          <a:xfrm>
            <a:off x="7572375" y="56388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B691B48-0333-4497-BE84-5B178987A45C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4287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A5F7C0B-4D3F-47DC-B332-62B9708D2C8F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125 MHz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F6C3D7E-5A61-4EB8-B9F3-F957941A6907}"/>
              </a:ext>
            </a:extLst>
          </p:cNvPr>
          <p:cNvSpPr>
            <a:spLocks noGrp="1"/>
          </p:cNvSpPr>
          <p:nvPr/>
        </p:nvSpPr>
        <p:spPr>
          <a:xfrm>
            <a:off x="2209800" y="5810250"/>
            <a:ext cx="1143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5B63AD3-DAB3-4A32-8A55-FC285016BC31}"/>
              </a:ext>
            </a:extLst>
          </p:cNvPr>
          <p:cNvSpPr>
            <a:spLocks noGrp="1"/>
          </p:cNvSpPr>
          <p:nvPr/>
        </p:nvSpPr>
        <p:spPr>
          <a:xfrm>
            <a:off x="2286000" y="58674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 ns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C41B2CB-DBA6-4270-BBCA-6A3AD99E9D82}"/>
              </a:ext>
            </a:extLst>
          </p:cNvPr>
          <p:cNvSpPr>
            <a:spLocks noGrp="1"/>
          </p:cNvSpPr>
          <p:nvPr/>
        </p:nvSpPr>
        <p:spPr>
          <a:xfrm>
            <a:off x="3352800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7DAA86E-4CEF-40F3-93E6-602C8601528E}"/>
              </a:ext>
            </a:extLst>
          </p:cNvPr>
          <p:cNvSpPr>
            <a:spLocks noGrp="1"/>
          </p:cNvSpPr>
          <p:nvPr/>
        </p:nvSpPr>
        <p:spPr>
          <a:xfrm>
            <a:off x="3429000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F957D87-4AF5-4713-80A5-23ECC318B045}"/>
              </a:ext>
            </a:extLst>
          </p:cNvPr>
          <p:cNvSpPr>
            <a:spLocks noGrp="1"/>
          </p:cNvSpPr>
          <p:nvPr/>
        </p:nvSpPr>
        <p:spPr>
          <a:xfrm>
            <a:off x="4733925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808D6D7-757A-46A0-969D-2B7748BF8F7C}"/>
              </a:ext>
            </a:extLst>
          </p:cNvPr>
          <p:cNvSpPr>
            <a:spLocks noGrp="1"/>
          </p:cNvSpPr>
          <p:nvPr/>
        </p:nvSpPr>
        <p:spPr>
          <a:xfrm>
            <a:off x="4810125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 ns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AC7A34D-7AE0-48E3-847D-50F5A551AF29}"/>
              </a:ext>
            </a:extLst>
          </p:cNvPr>
          <p:cNvSpPr>
            <a:spLocks noGrp="1"/>
          </p:cNvSpPr>
          <p:nvPr/>
        </p:nvSpPr>
        <p:spPr>
          <a:xfrm>
            <a:off x="6115050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9B6A5E6-982A-4FE2-8E95-76F30B9AADD5}"/>
              </a:ext>
            </a:extLst>
          </p:cNvPr>
          <p:cNvSpPr>
            <a:spLocks noGrp="1"/>
          </p:cNvSpPr>
          <p:nvPr/>
        </p:nvSpPr>
        <p:spPr>
          <a:xfrm>
            <a:off x="6191250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C5CE18E-A07A-48E9-B63D-AF70BC9D68B7}"/>
              </a:ext>
            </a:extLst>
          </p:cNvPr>
          <p:cNvSpPr>
            <a:spLocks noGrp="1"/>
          </p:cNvSpPr>
          <p:nvPr/>
        </p:nvSpPr>
        <p:spPr>
          <a:xfrm>
            <a:off x="7496175" y="58102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78C22B8-BE83-4444-A53E-201158A5708C}"/>
              </a:ext>
            </a:extLst>
          </p:cNvPr>
          <p:cNvSpPr>
            <a:spLocks noGrp="1"/>
          </p:cNvSpPr>
          <p:nvPr/>
        </p:nvSpPr>
        <p:spPr>
          <a:xfrm>
            <a:off x="7572375" y="58674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 ns / 31.25 MHz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766D00C-2BDA-41D8-A8E9-CA9461116C3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C01_GPX_Bus_Read_20260429_v007.md §6 / TDC-GPX-Datasheet.pdf p.7,p.27 / bus_phy:33-52,527-548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3ECC0B89-7EDF-4C56-AE5F-D18B7D556EB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40804EB-9D03-42B4-821E-E7B52FA156D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7540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DB0A76AB-FFEA-4D03-9652-374CDF53F0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24F05-7AD0-4F25-8303-A98B5A9BE5C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D87CB-6D1E-4336-9FF6-6B3FABC3BA8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E0C7F-BE67-4B84-B677-2C9617F2132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AF700B-1CDF-49D4-9FD8-012A0081B7B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65B20E1-A675-42D8-AA28-EC3D9941CD3C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D570A4-6FC8-4092-88D4-DEF3FE938BAD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0D9D57-D502-4D05-B1A9-6A2A42DE06B4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66DC43-45BA-49F0-97B4-3EB4D24247D0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BDA7CE5-F774-4F86-A530-F8D16B7538AF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51FDDC-AC8C-48C6-9F19-EF7A14970349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4441213-3AE4-43F4-8C50-0833139F55DD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566F2C-8466-48EC-8BFC-51D58C8EA56C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230903-1C6C-4DD4-AE63-8C10D2DCE449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2B7CB6-CC43-47D2-86CA-13E1A622CEBC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780C066-006A-48C3-A715-88D9D06EBB51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6311DDD-504E-494D-8E7C-5424A4D28A09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EF5DFBC-183B-4512-A4FE-F9B49B4FAD91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9BE3C7-4731-42DB-B9AE-CE1005B3322A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D999C-793C-4134-A902-90F6AAFE2CD3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AE8B7C-B9B0-492D-B12B-26FE66305C7B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C23339E-511C-4124-9AD8-792E3503A3EC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454BB0-655E-4B55-BFD7-488B6A80B73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357628-B3D3-4808-BF8D-43CFF4E8CC6F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14236A-E98D-44E0-9CB4-3E285CC83A20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4D1077F-D287-4E0C-8B76-8CDCB14C23FD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A4670E-34CA-49A3-87B5-352E3CEFE8D3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9725E9-F040-4B1A-BAE7-8CB49467985E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6C37A5-9756-48DF-8B58-38C14B0B1AB7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FE129A8-328B-47CE-85F5-80418EC918E4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8B6628-A875-4D98-9638-CBE19D1ED472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A47EE65-32D1-4363-AA02-165A914CD685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C1ACB1B-3407-4F29-B303-46DA26230879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3B48D37-4155-4F70-A2DE-21AD3FA1B7F8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6B51B5-22D0-4A72-86EE-2739E925D1A7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43738C8-28D5-4A65-A81F-16D71B231E5D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7BFD86-BE96-4250-93D7-4677D56501FB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95EC77-014D-42BF-86C5-1CCE1B56163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FA535B8-B3CF-4B2D-9224-40E19577852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7483206-AD99-4981-B6B0-4CA8E1D29CB8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34702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7AB7B94F-F3D9-4F1B-ACE3-A426E97171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9F5751-5A43-44AB-BD2D-35C1F2CEAD0F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455828-3044-4F06-AD5F-95CE03E4875D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CDE8E-D797-44A8-9C1B-FF914769613A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AFD04E-95C5-43A0-A263-60BD3AD4251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EA987A-7B46-4E8D-AC03-C3CF063FCB31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E133F1-3F72-4045-B25A-4C882524AED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62BC84-BA86-4157-8088-693DE8856C48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C6AF30-6772-4CE4-9709-DB78BD952675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56B106E-F915-4B09-ACDE-E0E8686AC72F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D4F762-CCA0-4D56-8783-408EA629881A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982178-9BFB-49C5-A013-F816DD4589B3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6D53A6-B050-4A95-B7BD-1F9E0DE49608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7129D67-E80D-41C5-96F8-7687F07526DC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7BAB8D-B594-4822-95F8-CDDEB1153C9F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51B2EA-A88E-4BD5-97C0-49801E58DE70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FF8425-EF5E-4CC5-820F-1C2D14B0C100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2ED96CB-04A5-4CB9-8A99-2DAE75668E23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76DC05-AFFF-4A9E-929B-2315C647CA35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6F55DC-CA30-4E05-BC2C-E5B476852711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01E911-E781-4918-A16E-AEF40C9D7C27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22DD47A-7E7D-49AE-AF35-29DADA210A86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1BDAC0-C59A-4148-9B7C-21C6A3E9EE17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F25920-4830-4A72-99B1-8B48CAF1CC98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394EDD4B-4A21-4790-9FF1-60A3151A6A62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355E439-BF2F-47A3-8F38-63C8EEB5F3F1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F166B45-BF51-4451-9790-764F4D6510E4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9010B6-9E16-46F4-800E-870E4AD06157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1ED0BC-7446-48ED-9A90-0F279A3F6D8E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F42E94-4B0B-4809-B241-3B7CE23080BE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CB90A04-508E-4763-AE0D-87EF19A267B2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9C6E9D-01C3-445F-9432-7E025B7A8A17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02C8F27-1FFA-46B1-8E98-36818503A55F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3B3DFE-43EA-4241-BF36-3B20440699C9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0307F69-AB29-45E5-9E65-90398E08BAD9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8A22090-1FBC-401B-8CCD-2C84E7A3CE07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4C6085-861B-45E4-969E-3E53BB814133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1613E66-379A-494A-B240-32E1D9B4C1E0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49A0B0-329D-4D75-A534-5EFF74CC3A4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A3C3FC-C77F-43FB-A9B1-3DDCD3C9609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C95F928-8A6C-4EB0-BC77-32C02390E48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09696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E2FEE8F-A8A1-43FA-BC49-A67170C3D6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E40EFE-9312-44C7-BA8D-DE84196ED46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E4B492-5D6F-41DC-A657-1FFDDD68BAC2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83FD9F-C2B2-4677-B95B-6D7794359B7D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4C348E-AABC-4EB8-BAC8-8FE306F93A5F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BA5CDD7-4154-4058-B731-C89B5B95FAFE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37A84F-E5D4-44D7-8BF4-34BDF6E7B3EF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208462-53E4-457D-937B-8220D53AB323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5D90B6-E98A-46A8-B842-DC1584C02915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066FDE-6DA9-4950-9609-3703B0041FE9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AD5C4D-5CEF-44A4-B5BF-0C3121865465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48EA6F-DACA-4C6F-A6E5-43AE6719AA17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71937B-FDE8-4B33-88E7-2814677D15DE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B9CB61F-58C3-4241-AEF2-F1872B13A88D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27DFE3-1162-4490-AC4A-5DD46C4BC443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96BC11-80D2-4EF7-842C-161893254440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AF67BC-396E-4563-89FB-FE3A6E2F6FD5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20CA8F-8286-4E28-B8C5-10037A592B77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228D25-D2C2-40C2-AFBC-D7C9D7B932AE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8C4DE04-7851-4157-A6D3-504D1F24058B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2F99D5-7AB8-4D5F-8056-37BD3746F704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8C293F-E712-4B17-9DD0-8BABB41AD67F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FE4A22-1FC9-498B-ACDA-125D7980D1A8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24C397-E3F2-489F-A417-F0ECF651569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813161-7D8F-433A-AC18-70A20AD7D92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F2F816-BAD4-4772-B15A-059EFD009C5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09433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C9828D-ABE5-4952-8657-4E28D8D18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626F94-9EA5-43C7-BD48-9430848D260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036340-E342-4602-A383-427546357B13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C40C98-9E1B-45EB-87A7-C49ABF2AD031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5DDD5-5EA9-4E56-BEB1-41E062A8A38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03B0E9-DFE3-4319-A765-E434FBA05ECC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07C79D-1AD0-4CA0-AD54-3320190C4F9A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89391-F5E6-4F81-AF3B-FD8740139E3F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70478E-2909-4771-B037-493C5F922AE4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27F690-A229-4733-A631-6D261D3EA83C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553B5C-E7CE-4F8B-AF50-405E34C88C03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B92235-3845-455E-B8E8-AE5E1CADDA6D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B79852-C076-49B8-925E-4B895543386A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00CE0F-2F8F-447E-96B1-B619D4118753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7A297D-9D0F-49D4-810F-DD381CCDD5E6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AF0274-6541-46B1-9FF3-91D1E9825FB0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A2EB63-335B-4E63-BEBE-C405AA6DCF54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0A4743-FA66-48F9-8A69-5D2A25DA4B22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3BFD1C2-30D4-41CF-A469-85A316AE1688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027C73-84F9-45B9-B22C-A4AA4110D9E2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7BEBE3-AE0C-4CB1-B399-EFDD3847804B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230101-9563-498E-A352-2DA410BA5C2B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B8FEFA-2A5B-4E9F-817D-38C17CDB2E11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6A0F384F-6E4C-467E-9249-7429EAC8E43F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3C8D44-19FB-4F70-A0BD-12DDB915D8FE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1FFFC12-AAB0-4B1B-8689-FCF63B18ADFB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1E940D-0EF8-41A1-BB8C-DF58DD3E994C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97BD03-18C5-43E9-B4E3-223FFCED1CF0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15B628-8BDF-451A-8644-B10FF4CED863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C778D6-4A2B-4AA7-A966-560FA983267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30AEDC-BD52-4F7E-BE73-F919A94DF64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5E879C0-7FDF-4377-8E2A-8EAAD26CB10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63229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E4A2C381-33CE-4351-A62E-BB202EF250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81A107-EB8A-49D9-8211-83C2D3E3537D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954C15-81CD-4E23-9F64-C9D24AF848E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F152C0-5AC6-42D7-8F05-B5AC8351F2A9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6142E4-84EE-47D8-803D-76E1B7682F9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5569E9A-630F-4112-B5B0-72DE7949243A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91419C-2976-40A9-A427-825B648F8B91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A3E046A-7494-4BE4-B174-BF03EAECC8FE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EEBD6A-FB73-4010-BFC0-5A4457141E15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DAE637-CAD3-4F14-98B3-D7E7A51A04DE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04884C-E268-4E26-ACF4-C537B661ECF0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98BD9A-912E-449E-B73A-B5C0A3879E76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069FEE9-5C5F-4F4E-BD41-B2E2905570EE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BEAAE96-D2FC-4493-8CE0-F986239C742D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F23BA0-0D9C-4580-8331-C25DC7236CF0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7D39E45-44BA-4D09-B687-6724B679EDDE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8E4876-9539-4734-8F0E-6BF9A2E7E8E8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9F4C39-3030-42CC-B124-855CC753078F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73BEF7-2E0A-4518-A288-E1837F8BC522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4252AC-9CDA-445F-870D-09A4D68A62DC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AEBA38C-F9D5-4576-A46C-C2DBAE3CA33A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9219DCE-6389-4400-B08F-29847ECBB591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460261-72BC-41EB-8EB4-CC0202F1AB09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C8DE565-948F-4B17-ADD8-EA4BF096B751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C3E3EF-5708-454A-B265-90E4F62AC5D5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BCE44F-B232-458E-9806-9C66DB129747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1173DA3-5169-4040-A447-E803FFF85EA0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4ABDCB-46BE-4946-B9A9-BA3B672DEDA2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E0B3CD83-1D86-433C-B077-74098370D0A6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CBCC723-A75A-4B82-B12B-D5B9B0CF3478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58467E-650E-4491-8F16-95608B0F6DF5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7BB85029-A872-4657-B973-4305DE2F6D8B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EB88012-35DB-4069-BBE8-5141558A0327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5193A1-5629-497C-8378-80EC631D8B06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ED997E-C529-4310-9053-A07BD561FC93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DC3B600-5522-4EC8-A3E7-018CE12E0CD0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4C6387F0-D7C6-490C-A3E8-60328AB7877D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3FF6879-01A4-4D28-8553-8CA35981222D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5B2CA3E-7ECF-4500-945F-1941B1035147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2EC3C7D5-11B1-48AD-A55C-3DF2F6FB7838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920D57-B57A-4ECB-A1EE-B9679E6BC450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6DCAE32-7A33-4CB8-8058-D83E85D187DF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0F67A8A-C76A-4649-97EB-AD7EF1E6D0EE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E26AB54-D7F9-4511-8E05-FC362CD3FA1A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FB569D92-8A93-4243-ABFC-5F4141670C7C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D0EB9FC-6638-4525-A526-05FC4EB8AC5E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B610D3-935E-4EDD-BDCF-B95DA8CDC12E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879FA188-0976-4EBA-BDD9-1D457CD6FA9A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223D68-A0EA-4C63-8478-1AAAFA3C1189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A9CE76-1B24-4A25-99CA-ECE73D905C71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137C410-3378-48D1-9DF1-23391F4DFE88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3A6D413-FB2E-4338-8D08-5F4DC4865BD6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F2B44717-7A25-421F-BCD2-590210919EB2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06916D8-1713-4521-8C26-FD073597AA2C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EA0FD81-0AA0-4AE7-8C8F-492D6CFA5A25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3A15FDA-DCCC-4ECD-9998-8F3CEE69785D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1412BA5-64F3-4D51-B153-50C5954BE7C9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856E81E-16CA-49D3-B457-2963433414DE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25012D8-30AF-4D1E-9078-B8E8C4B5A23F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957EF0C-CBE2-4267-A93B-1C1D7D0704BE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tS-EF guard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7C422FD-A75B-4716-A526-767841666327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 raw pin: 3clk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EF_sync: 4clk 이상으로 관측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4A680D6-B410-4000-B82A-399BE2D21821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198752-64F7-40E6-B9E1-86E93355E2CF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C27E960-9E88-4A89-AC02-F1CDF1BF45E6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250 MHz 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4410EC-080A-4205-BACE-5DA4E6B0070A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3clk=12ns는 margin 0.2ns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readout은 ticks*div&gt;=7 필요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4F3C938-8A21-4DE9-8923-8A32C1ADA1D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E36D730-DF7C-4A73-8510-B3F4A42A569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20BF76F-9449-46AE-B08B-B9E0E49CC571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95226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F7E7A6-E0E6-47F8-A9E3-95A7C5B80D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5824F3-E82B-4AF5-B9D3-BA3C48148D5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9656B2-82EB-487F-B53E-E24EC2F01ED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11061A-635E-4264-AB09-F9C4462856BD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21C787-2796-40D2-982D-916B21D6D99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E979D7-906D-4C24-B854-3ADD38971046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47802B-8C3E-45E8-9F5C-66B7767C53F1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EC5F72-187A-4544-8A16-4862421EF437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4C7E-5629-4434-AA1A-1A053586E3F9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A9A2D7-025E-4101-8D8C-C5B0E63EAB01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8E2935-EF59-4ED5-BE4B-61F487C3F7D6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E8059D-0BFB-431D-91FB-7ED431C09D4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8D491F-D8E2-495A-9E98-36F309B0AD50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C7905C-FD9A-45BD-831E-36350ED81727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0F3A4B-40EC-4260-A414-24632A48EA43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7E81F7-993E-444C-AB4C-5AF2C6A3A418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F1DA6F-7DC9-4410-B228-D26D8E08522E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18BB46-65E7-4B79-833E-5D98405E7E0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3547F3-B3F1-4265-BA7F-CEE470C0399D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8265B4-2F32-4923-9CBC-E515DAE1E853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7C9185-0ABF-4430-BD2B-ABE0C45BB906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F4025E-CCFF-4CCB-B8D6-40C13B8CA191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F6A6AC-A640-4681-A506-6778FE5BDC55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419DF3-DB19-49C2-B394-BB7AA38F114E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39F212-00A5-4756-A6DC-E9FCD14779F2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2F6892-7D43-4F66-965F-BA866C6FD072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51A362B-E897-4327-AD9A-1BB191CCECEF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CB6159-0C22-4C4C-97AE-94060151CB8F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9C12EE6-0D0B-4A8B-99F9-4F6489338E35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616932-4CDB-4ABD-9B39-B7AAF39E162F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FAE843-B980-4260-8EC0-5297EFF437EA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0E614DE-C0BD-496A-8C21-B57B2C704721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3D1EE0-04B3-4E6C-A261-F0D76676BA35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7AF3FDF-CF14-45F2-9926-DA6F1C09AFBE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B3682FC-5F02-4291-95F0-B8E7A5310145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sequence 기준 200/250MHz와 125~200MHz 정수 Tclk 후보 비교를 관리.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E173547-3C94-454D-ACD9-E4D7B049840B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20F298-0792-4AC9-8BD2-5D31A84F1373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BCB7086-AE38-4D34-B44B-79960216C806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395252-B262-4768-9BC8-49874A8B68D8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A3FE656-23AC-4FFD-B821-7CCEDC357A5D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573205-BEBB-4384-818B-36A1038AE112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97087CC-052A-473D-B953-AC389E1F237C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0865CA6-DCC8-4AB4-BF7D-F08F65B1ADC0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A6EE027-2D0A-4936-B4C2-BF4A73C58480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3BE0D6-FA5A-4B3E-BEEB-B82FB6DFE8D9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F98F3AC-2D88-407F-93E4-426832A2E3EB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5115E6-0B4B-427D-B0EC-8E5BB38AFEEB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28E4333-146F-488A-B63C-55AF421F0D4B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74571B7-AE96-4283-93B2-EC65C266A24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C01_GPX_Bus_Read_20260429_v007.md §6,§13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6A3F51A-6D55-411A-8C94-92BC61EC301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80DECC1-179E-4855-AE0E-9E5EE4B6EAD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3310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43EBA5-BEE4-4D89-A46F-6CDEBA25FA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CB8334-412A-40C5-A67E-4291249ED354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78E4C0-3AD1-49C6-B574-A2FC102A2EDD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17E7F0-9709-4C15-BA2D-F732C3D52BC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E682D2-C6E3-4687-A86B-E233AF5E1D32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A2C55A-A581-4EE2-88CD-65CA43CB95CA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48C014-3A76-4F40-A140-917647ADEB0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D7BA19-BA2D-4444-BAA4-1EED298A6548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974681-F644-47BB-9302-CE9B57D82898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200/250MHz 비교, 125~200MHz 후보, OEN mode, status sync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409E4AD-E05F-4EA5-9218-33499C9FF810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F48FA9-D402-40DD-889A-53573DBABD20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06F9BD-6600-44DF-A4FD-A18C550769CB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C58D41-B697-4E8B-BBB0-414FAAB75FB2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89FFD42-4FD0-443F-BF00-EF968987C97B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D5BA30-5861-406F-A868-AB5848007A4B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3915B5-6FA3-4739-B6C1-174CEAD9C903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10F223-06D9-4280-8792-537A1A9CB6E7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AEDE87-9482-4126-986D-E21213C86801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D43A2D-B67B-42A4-A305-EA27BD207BD2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정상 READ sequence 비교는 tick0-&gt;RDN low, RDN low-&gt;capture, tick0-&gt;capture, tPW-RL, period/rate로 수행합니다.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125~200MHz 정수 Tclk 후보는 200/166.667/142.857/125MHz입니다.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최단 정상 설정은 200:1/5, 166.667:1/5, 142.857:1/4, 125:1/4입니다.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250MHz에 div=1,ticks=5를 쓰면 50MHz라 금지입니다.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Stream out은 i_m_axis_aclk와 g_STREAM_CLK_MODE(SYNC/ASYNC) 계약이 필요합니다.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stop을 확인해야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6799DE5-743A-4818-BB02-C017E2328BDF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A41155-4CB3-4827-8907-AF43D3448BB3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DA750F-246D-4AEF-B3F1-18AA36A013A6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8A606A-B6F5-4A6D-A40F-A8DBC77C7390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73C542-BB29-47FC-BBA2-79750AB544D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196EC1-7BFD-4B49-AAF0-25EC337947C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D2644CF-8970-4FB5-B64E-6836455A94B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v007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3632656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1589</Words>
  <Application>Microsoft Office PowerPoint</Application>
  <DocSecurity>0</DocSecurity>
  <PresentationFormat>와이드스크린</PresentationFormat>
  <Paragraphs>292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2026-04-29T04:07:50Z</dcterms:created>
  <dcterms:modified xsi:type="dcterms:W3CDTF">2026-04-29T04:09:11Z</dcterms:modified>
</cp:coreProperties>
</file>