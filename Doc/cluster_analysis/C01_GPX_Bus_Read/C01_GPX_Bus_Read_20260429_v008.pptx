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959461aea4432" /><Relationship Type="http://schemas.openxmlformats.org/officeDocument/2006/relationships/extended-properties" Target="/docProps/app.xml" Id="R150fde719f9e4084" /><Relationship Type="http://schemas.openxmlformats.org/officeDocument/2006/relationships/officeDocument" Target="/ppt/presentation.xml" Id="Re6170adb11f14d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1fac6ee22c42fa"/>
  </p:sldMasterIdLst>
  <p:notesMasterIdLst>
    <p:notesMasterId xmlns:r="http://schemas.openxmlformats.org/officeDocument/2006/relationships" r:id="R77c955593a484f76"/>
  </p:notesMasterIdLst>
  <p:sldIdLst>
    <p:sldId xmlns:r="http://schemas.openxmlformats.org/officeDocument/2006/relationships" id="256" r:id="R8f7558819b874db3"/>
    <p:sldId xmlns:r="http://schemas.openxmlformats.org/officeDocument/2006/relationships" id="257" r:id="R23ad7442464c485a"/>
    <p:sldId xmlns:r="http://schemas.openxmlformats.org/officeDocument/2006/relationships" id="258" r:id="Rd95d7e4349e2481e"/>
    <p:sldId xmlns:r="http://schemas.openxmlformats.org/officeDocument/2006/relationships" id="259" r:id="R327557f7d3be48d0"/>
    <p:sldId xmlns:r="http://schemas.openxmlformats.org/officeDocument/2006/relationships" id="260" r:id="R8a3471aee5cc47ff"/>
    <p:sldId xmlns:r="http://schemas.openxmlformats.org/officeDocument/2006/relationships" id="261" r:id="R6a7138d6f25b4ea4"/>
    <p:sldId xmlns:r="http://schemas.openxmlformats.org/officeDocument/2006/relationships" id="262" r:id="Rd16cbd144cda41d7"/>
    <p:sldId xmlns:r="http://schemas.openxmlformats.org/officeDocument/2006/relationships" id="263" r:id="R4d265d4f10fa4395"/>
    <p:sldId xmlns:r="http://schemas.openxmlformats.org/officeDocument/2006/relationships" id="264" r:id="R475ef44516104652"/>
    <p:sldId xmlns:r="http://schemas.openxmlformats.org/officeDocument/2006/relationships" id="265" r:id="R9ad73e5fb1144758"/>
    <p:sldId xmlns:r="http://schemas.openxmlformats.org/officeDocument/2006/relationships" id="266" r:id="R32e7061cae3c4e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fac6ee22c42fa" /><Relationship Type="http://schemas.openxmlformats.org/officeDocument/2006/relationships/theme" Target="/ppt/theme/theme1.xml" Id="R98233eea6be14273" /><Relationship Type="http://schemas.openxmlformats.org/officeDocument/2006/relationships/notesMaster" Target="/ppt/notesMasters/notesMaster1.xml" Id="R77c955593a484f76" /><Relationship Type="http://schemas.openxmlformats.org/officeDocument/2006/relationships/presProps" Target="/ppt/presProps.xml" Id="R1ba82055dddc49be" /><Relationship Type="http://schemas.openxmlformats.org/officeDocument/2006/relationships/viewProps" Target="/ppt/viewProps.xml" Id="R767487cbdbb24215" /><Relationship Type="http://schemas.openxmlformats.org/officeDocument/2006/relationships/tableStyles" Target="/ppt/tableStyles.xml" Id="Rb6824750c28944cc" /><Relationship Type="http://schemas.openxmlformats.org/officeDocument/2006/relationships/slide" Target="/ppt/slides/slide1.xml" Id="R8f7558819b874db3" /><Relationship Type="http://schemas.openxmlformats.org/officeDocument/2006/relationships/slide" Target="/ppt/slides/slide2.xml" Id="R23ad7442464c485a" /><Relationship Type="http://schemas.openxmlformats.org/officeDocument/2006/relationships/slide" Target="/ppt/slides/slide3.xml" Id="Rd95d7e4349e2481e" /><Relationship Type="http://schemas.openxmlformats.org/officeDocument/2006/relationships/slide" Target="/ppt/slides/slide4.xml" Id="R327557f7d3be48d0" /><Relationship Type="http://schemas.openxmlformats.org/officeDocument/2006/relationships/slide" Target="/ppt/slides/slide5.xml" Id="R8a3471aee5cc47ff" /><Relationship Type="http://schemas.openxmlformats.org/officeDocument/2006/relationships/slide" Target="/ppt/slides/slide6.xml" Id="R6a7138d6f25b4ea4" /><Relationship Type="http://schemas.openxmlformats.org/officeDocument/2006/relationships/slide" Target="/ppt/slides/slide7.xml" Id="Rd16cbd144cda41d7" /><Relationship Type="http://schemas.openxmlformats.org/officeDocument/2006/relationships/slide" Target="/ppt/slides/slide8.xml" Id="R4d265d4f10fa4395" /><Relationship Type="http://schemas.openxmlformats.org/officeDocument/2006/relationships/slide" Target="/ppt/slides/slide9.xml" Id="R475ef44516104652" /><Relationship Type="http://schemas.openxmlformats.org/officeDocument/2006/relationships/slide" Target="/ppt/slides/slide10.xml" Id="R9ad73e5fb1144758" /><Relationship Type="http://schemas.openxmlformats.org/officeDocument/2006/relationships/slide" Target="/ppt/slides/slide11.xml" Id="R32e7061cae3c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afb3f07e8194f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839d3ca924bd8" /><Relationship Type="http://schemas.openxmlformats.org/officeDocument/2006/relationships/notesMaster" Target="/ppt/notesMasters/notesMaster1.xml" Id="Ra56462e569b444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8cdbc874644b01" /><Relationship Type="http://schemas.openxmlformats.org/officeDocument/2006/relationships/notesMaster" Target="/ppt/notesMasters/notesMaster1.xml" Id="R51c85b3d3f084d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82947bd5e94e63" /><Relationship Type="http://schemas.openxmlformats.org/officeDocument/2006/relationships/notesMaster" Target="/ppt/notesMasters/notesMaster1.xml" Id="Re236a762e3db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aec2678f10470b" /><Relationship Type="http://schemas.openxmlformats.org/officeDocument/2006/relationships/notesMaster" Target="/ppt/notesMasters/notesMaster1.xml" Id="R7fb26857191e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df5aaf3cda40d6" /><Relationship Type="http://schemas.openxmlformats.org/officeDocument/2006/relationships/notesMaster" Target="/ppt/notesMasters/notesMaster1.xml" Id="R22f6616bced3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167ef9a954e69" /><Relationship Type="http://schemas.openxmlformats.org/officeDocument/2006/relationships/notesMaster" Target="/ppt/notesMasters/notesMaster1.xml" Id="Rb46ea38cd9ee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c4774e9c845bb" /><Relationship Type="http://schemas.openxmlformats.org/officeDocument/2006/relationships/notesMaster" Target="/ppt/notesMasters/notesMaster1.xml" Id="Ra6889f9e80ef4c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c306817bf34570" /><Relationship Type="http://schemas.openxmlformats.org/officeDocument/2006/relationships/notesMaster" Target="/ppt/notesMasters/notesMaster1.xml" Id="R38e73ad5328c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201f4a44a2421c" /><Relationship Type="http://schemas.openxmlformats.org/officeDocument/2006/relationships/notesMaster" Target="/ppt/notesMasters/notesMaster1.xml" Id="Rb17008bf16b646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6c302726ea4815" /><Relationship Type="http://schemas.openxmlformats.org/officeDocument/2006/relationships/notesMaster" Target="/ppt/notesMasters/notesMaster1.xml" Id="R8503b7e8b1b045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3ea27e568a46f0" /><Relationship Type="http://schemas.openxmlformats.org/officeDocument/2006/relationships/notesMaster" Target="/ppt/notesMasters/notesMaster1.xml" Id="R6c5fbc7eb9d7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v008은 latency, throughput, pipeline/backpressure 분석을 추가하고 C01 분석 종료 조건을 정리한다.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c623fac0e4a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8ad35666e148e4" /><Relationship Type="http://schemas.openxmlformats.org/officeDocument/2006/relationships/slideLayout" Target="/ppt/slideLayouts/slideLayout2.xml" Id="R1d5c8cdad6644b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c8cdad6644b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c580e75ac423e" /><Relationship Type="http://schemas.openxmlformats.org/officeDocument/2006/relationships/notesSlide" Target="/ppt/notesSlides/notesSlide1.xml" Id="R7e74bc7cecda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131b0e19e491b" /><Relationship Type="http://schemas.openxmlformats.org/officeDocument/2006/relationships/notesSlide" Target="/ppt/notesSlides/notesSlide2.xml" Id="R5c01e77eaf3b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762a700f24b68" /><Relationship Type="http://schemas.openxmlformats.org/officeDocument/2006/relationships/notesSlide" Target="/ppt/notesSlides/notesSlide3.xml" Id="Rd9b1b4e327a142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b9a6172e34216" /><Relationship Type="http://schemas.openxmlformats.org/officeDocument/2006/relationships/notesSlide" Target="/ppt/notesSlides/notesSlide4.xml" Id="Ref7900ba0049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f1ee16e5e945a0" /><Relationship Type="http://schemas.openxmlformats.org/officeDocument/2006/relationships/notesSlide" Target="/ppt/notesSlides/notesSlide5.xml" Id="Rd8cc4fb88cc943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0b6efb102b42ff" /><Relationship Type="http://schemas.openxmlformats.org/officeDocument/2006/relationships/notesSlide" Target="/ppt/notesSlides/notesSlide6.xml" Id="R99576c9b9d2c47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7f3e0525346d1" /><Relationship Type="http://schemas.openxmlformats.org/officeDocument/2006/relationships/notesSlide" Target="/ppt/notesSlides/notesSlide7.xml" Id="R8ed084c2d66044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4a1a3c249f47e8" /><Relationship Type="http://schemas.openxmlformats.org/officeDocument/2006/relationships/notesSlide" Target="/ppt/notesSlides/notesSlide8.xml" Id="R147a5cfb26204d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d671da5e545c3" /><Relationship Type="http://schemas.openxmlformats.org/officeDocument/2006/relationships/notesSlide" Target="/ppt/notesSlides/notesSlide9.xml" Id="Rd2ae10fc1e444b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c2f08694846c4" /><Relationship Type="http://schemas.openxmlformats.org/officeDocument/2006/relationships/notesSlide" Target="/ppt/notesSlides/notesSlide10.xml" Id="R131d0257d01743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1144b17364680" /><Relationship Type="http://schemas.openxmlformats.org/officeDocument/2006/relationships/notesSlide" Target="/ppt/notesSlides/notesSlide11.xml" Id="R1ee352f02e3042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0402D-2912-4024-AC68-713957C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F795-AED4-4C7A-9480-ED534E9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278AA-CA0F-449F-BCE9-B1FBEC6F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38F3B-CF22-4F19-867F-C0788BF1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543D6-B0F4-42D1-9CBC-4DDCB68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2FE99-3DBF-4C32-95C4-A3E6DE2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6A4"/>
          </a:solidFill>
          <a:ln xmlns:a="http://schemas.openxmlformats.org/drawingml/2006/main" w="0">
            <a:solidFill>
              <a:srgbClr val="2CA6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7DC9A-6C79-4E73-824D-9C8E4D2F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3196-7303-4DFC-9ABC-01C8B26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1CF1-512C-4495-BA6F-719176C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8B079-75DF-41FC-A5BD-723827D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BDE25-A52A-4FC8-9D59-4862FA7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66813-E433-4ABA-AF8F-F3A90EBA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기본: 200 MHz, Tclk=5 ns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 MHz 변경 시 tick 계약 재계산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D7FA6-F0B0-4B5D-8C73-D11C0A2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B7B2D-ADD9-425A-A004-8406F0C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E1D45-B63E-4C73-84BA-4ADAF12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29273-17D7-4C77-B921-2955BE6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14815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84EB3-91C9-41EB-AEE3-99AE404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A818-47CD-4163-B4E3-E5960403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24508-FFAB-4026-8483-4DBEE6C5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0330A-9859-425D-AC0E-5EC24C80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DA893-7E1C-4CC1-9162-1FED172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B9326-244E-491A-99FE-87C0F5E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C15D7-FADA-4EB8-8979-E4DDD9F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429AA-B674-4879-9768-19FB25B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B6E06-3B6F-4A71-A4DD-CEE015D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5E89A-5830-4146-85AD-7ADA107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383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33FFD-71CF-4EF0-BC78-DEC3537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049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0EDA6-56A6-4911-8019-E688C4F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38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B2E70-38F5-4947-BE54-0D1FF802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38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ED5D5-8B32-420C-B58E-728D5241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906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7F973-90AE-4184-925A-10E515A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1450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253C6-FD59-494B-B14F-59CC4B3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514AA-EDD2-4FB9-AEDF-8E500B8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049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C854F-61B1-43CD-94C3-7EB4E97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38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8677-0E9D-4048-A6DD-8615361C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38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0CCA0-E2C9-4C7A-9ACD-6D3129C4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906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B5443-FF8B-4EFD-B4F4-B8DC9B4A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A9841-D434-49BE-92D5-0D19131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-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B2B66-7D6E-491E-8A72-572A064C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20A778-6F87-4770-AEB2-7C1A6E1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C98FF-3888-421D-B7D7-B24418B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99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D65A8-27F6-4F83-A2A2-F0523B1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9D98F-F541-4EE3-A4A8-95BCD3F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5755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4D1938-C0E6-4539-B44C-10B6D32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747E0-1AD2-4D11-8EB8-BE733DE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89272-2A5F-4127-AFDC-F4D8B290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B753A-BB51-4217-95F6-2D2F02AF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DF57E0-08A5-4A6B-878C-BA1295B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7AB12-8CE2-47EB-8462-62F4E7E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B820F-E566-403A-B68E-4E814961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D0183-B278-4431-8ECB-EE938C4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28D3A-0CB5-4E15-B6EC-68C4F8F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06482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90583-BC9D-4458-821C-AEAD719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B0DB2-D5E7-453C-B738-BEFA2F2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ACAC5-958F-4741-994A-C1E24AE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128C9-635D-4C9E-976A-F81B5F0C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READ Clock 후보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BD56-C1A7-4A91-9F2E-EB9D281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54722-D872-4C2B-B114-45D24B1C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같은 READ sequence를 tick 기준으로 환산합니다. 하단은 125~200 MHz 정수 Tclk 후보의 최단 정상 설정입니다.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D9C9B-409D-4502-8488-5758DD1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200 MHz 정상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DEF9A-1168-4CF7-AD60-1343FAD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T=5ns, div=1,ticks=5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044D5-2B88-495D-ADC9-731A1D4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57350"/>
            <a:ext cx="7858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478CB-AB57-476D-B343-9F58EE98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668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F1923-24D5-4061-9703-8B43EBF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81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E1A8A-D87D-469C-B218-1B3D45D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668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03680-7935-4E91-B3E1-F788A7E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81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A4310-B070-4468-A6B4-F8E8E4B8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668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A91CC-DD53-4590-B66C-A5457BFF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81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9CC48-A4CB-4D66-98DC-4AF5C0F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668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323DC-F4F5-420B-B8DF-E5BDB7C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812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003F8-428E-4D97-9B66-C0C6797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90675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67814-608A-4C71-94F1-2AA6596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09800"/>
            <a:ext cx="4648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A30C2-03AD-49A5-B896-DFA51085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76475"/>
            <a:ext cx="438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 ns / 40.0 MHz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6D8EB-8FD7-432C-9B25-6787B54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40 MHz 경계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5E5A0-DA12-4B95-9F46-EEA70D49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동일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BA5A3-0242-44A3-8BC0-1DABF06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AC756-FD82-4FE6-BC73-DE6D566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95600"/>
            <a:ext cx="7858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FF43B-7E62-4A18-A68E-2182D0A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0510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0C0DB-4111-4E8B-9C37-58F15A2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19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FA67C-0F4B-40BA-A698-D9F4FAB0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19980-68B0-4056-B123-8F83BE6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19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DB01A-1F00-4F86-B4BD-002987B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0510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07443C-65B2-4946-9937-28F6E9F4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19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5B3FA-6E53-48E7-B132-BD19386B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0510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F75A36-4BC0-420D-80D7-BF8C5BE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19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C67D2-DD3C-457A-AAE7-DE423AEA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28925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5C725-4023-4D46-A24C-F5F384B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48050"/>
            <a:ext cx="3695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E3D985-C5B4-46D3-BC2D-D516834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14725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 ns / 50.0 MHz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DFC7C-2187-4D8C-9668-DF269E9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금지: 50 MHz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279B0A-9D2E-4E27-96BD-03C6B9E8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정상 후보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FE21F6-E297-40BF-A80D-3B43AEB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91961D-D412-4205-96C1-9515BA2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3850"/>
            <a:ext cx="7858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712D77-1E79-4E04-93CA-C9898AAE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433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C1156-D02B-4FA0-A5B2-BA8CDFF5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57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15A99E-B4CC-41A8-A608-C25BBEB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4D423B-ECF3-44D8-83A4-092F49C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57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5C9D76-5F8C-4388-BC6A-718D0F71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433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E82A10-5599-4ABB-A0B9-355CFA1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57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F879D4-8AFE-4EF7-9671-511C32D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43350"/>
            <a:ext cx="209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A31F05-9434-4426-A697-718F306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577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CC1EA7-087C-4A9C-83A1-5F3C6BA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67175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E865B4-EFBB-4FDF-862D-1EB16CEF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5219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C17B40-3670-49B0-A49A-19FD752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52975"/>
            <a:ext cx="495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AD6E07-7DE0-4418-B90D-AE215E7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35.7 MHz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C2B561-2B2E-4FE2-ADCF-F839376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3F1437-E713-4CC3-9091-3783C19A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127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clock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53E2F9-C741-4B37-BA73-C3767C16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57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A9DA77-0207-41CA-AC8F-88E852B6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24425"/>
            <a:ext cx="9906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Tclk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094323-FA6C-4447-83E9-1F8AC087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22AF24-E5E0-473C-8E25-9F02BBB9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24425"/>
            <a:ext cx="1228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div,ticks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0290A1-84F9-4EFB-A78D-ECBB478D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857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9A6FF8-8277-4EB9-B30F-42604C3E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24425"/>
            <a:ext cx="1228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RDN→cap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126007-3F93-46D2-9E7D-8AE59D9B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F86CD8-58AF-4DD0-8D01-D0C8B80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1228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tick0→cap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DE9C49-F77C-47C3-BB33-5F7F72C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857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218C69-5CF2-45DF-930B-B2C5AD2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24425"/>
            <a:ext cx="2228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period/rate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827D8E-4DE9-41D4-A587-4BCA4A3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4B5C18-3A24-4A4D-8018-839E225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200 MHz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D3E732-6092-4441-A6EC-5E53471D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24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AACE41-CD20-4E97-919C-AEB169D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816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5 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54EADE-7855-4F16-94F2-B5F20DCE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4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C2C08D-61B6-41BC-B623-6ABBAEE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754E31-E0A1-400C-AC73-94CAE523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124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4E5D45-0D82-4A10-B3DF-4A749DE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15 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353783-7BA2-41EC-9C00-A6A2A2B8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244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DD2466-5A96-46A7-B1BF-D34262F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91C941-63FC-4725-B78E-5250925C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124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D8F1C9-4BBA-404A-A398-B1EC8A3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81600"/>
            <a:ext cx="222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 ns / 40 MHz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26B67D-BC3F-40E5-B476-C23A9650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27B7E8-08E0-4F52-A666-0744127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166.667 MHz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0B5802-4152-4AEB-8491-64AE0285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F83F65-86D4-40B4-8C3D-40E4926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 ns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EDCD19-6DA6-4B53-BF1A-83188199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27B84D-8273-44B4-992F-2CADC852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102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C41CE3-EDF5-48E1-A345-099B3E7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6FC7E4-55C5-488E-887F-C8539B19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102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18 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D1055C-7FD4-420D-84FF-E8F5F210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530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B94000-3E64-4A9D-88F1-6107A8F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8FC4F4-5D68-449B-8774-C6E9367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53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31C6CD-D24C-4CD2-ABA7-99C6166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10200"/>
            <a:ext cx="222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 ns / 33.3 MHz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BAF5D57-ABDA-42BC-B65E-4C54219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2A65C4-06A5-4795-88A9-9FB58FBB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142.857 MHz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84F9CC-E8D3-41D1-89E9-A5AF876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81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622468F-757F-4E72-8DB0-6AE42CEC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 ns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6B2234-9672-4A84-84F8-D90089D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816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CF26A9-1F9D-4A46-A1B8-40E3DAB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1153D7-1A1F-4EF2-B52C-F28FDF9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816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2B8925-E347-4C5F-A6CE-0CCB535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388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 ns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E10E08-3D5A-4634-A720-D7F1149F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816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2536DF-B446-4B88-81C2-DAFCB004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21 ns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432BD0-EBE2-42B5-B043-B286235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581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25C3EC-4BAE-42DF-AF02-A21C4D75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638800"/>
            <a:ext cx="222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337A08-3F1E-4A05-831E-A93BCF3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789A11B-0C2F-4CF6-8526-615AE4F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125 MHz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9C9600-C161-4B55-BA0B-B4A3865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10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413D69-4DD4-4FC5-8292-B712983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674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 ns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AB9ECC-1458-4F6F-AB55-5C035A52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02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AE3845-74D9-43AB-A58D-4CF74125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674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3E2E783-77C6-46EA-80B6-94B86F22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8102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2453EE-D83A-4854-80AE-025919D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8674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 ns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4B2B0BF-B655-42B3-8F44-04D29FE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02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B72F49C-AB30-4EEE-820F-B8277F88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67400"/>
            <a:ext cx="1228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8CA864-8654-49AB-BC55-B44D8285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810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9D391E7-6A86-4837-93EA-8EF583A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67400"/>
            <a:ext cx="222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 ns / 31.25 MHz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46F64A2-9FC1-4E60-8000-816F02B8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C01_GPX_Bus_Read_20260429_v007.md §6 / TDC-GPX-Datasheet.pdf p.7,p.27 / bus_phy:33-52,527-548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22EF0DF-807C-46FD-993F-C03C7E0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8D12FCF-0105-4144-84BE-E68BBAE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99617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95226-EF5E-435E-A347-7EF33EF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03962-9080-4D68-96D5-298ABA14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DB113-2B23-47D6-88E4-ED62D18C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0D7DD-905F-4F38-973A-FF59F9E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A6785-C9EE-43FE-B746-C8FA940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B2C3A-0EB8-4CB2-8049-33CD05A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37EE5-CE17-4E60-B248-17A3B305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B183C-F07B-4614-A54C-C41EC4F7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31C4D-D69B-41CA-9263-11E929E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AA617-F914-455E-8C67-9EE0F9F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43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1CBCE-E9C6-42EC-9A0E-09DE259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66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FF56C-E574-499E-AF96-0BC89308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12DB2-7A20-4F86-872C-445CCDBF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5FD68-6918-41E7-A966-FDE747F2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192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2B278-F7E4-42EE-9241-6784489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4310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7B5BB-2909-419F-9210-4BAAF09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1143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08ED1-3E65-423B-B28C-961E4811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66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F5FA1-1B1D-4BC0-B4F7-1541430F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668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08805-8165-4523-B48E-1917D01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668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746F6-8694-4F4D-B907-C70B742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52317-5B28-4B70-987C-003110F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43100"/>
            <a:ext cx="1771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BCC5D-A22C-4864-B2CF-2C1541C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CC2D5-AFB2-48F7-997B-68E4BDC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28952-419F-440E-8CD7-28CCF41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B48C2-5C6C-4776-BA31-39D3543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C6985-6336-4E18-A980-770C27EA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B1AB6-A598-4964-80E9-B1BEFE3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BD68A-1611-4123-A7EA-003FD4A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6220A-CE76-4654-86E2-6AE1CF6F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C3284-B397-4BBE-9483-BD4D75E5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1CC31-F784-41C6-A6F3-9D6409C4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3CA6C-CCBC-48A3-999D-E853ADB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84EC9-28D3-48ED-B378-C187454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50FB3-C08B-43F4-90EB-6D1F2312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08E49-7FB5-4129-ABA3-2E2CBB4C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FF33C5-25CD-472A-AFEF-096A364B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2CC919-39EF-4525-BF1F-522BC4BC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4B7267-37FE-45F4-ABA3-43A6BCE0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FD5B2-8CD7-439E-96DD-AE954D12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ACE9E6-D48C-41B5-A4EA-8CD4BB3B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082145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419BB-282E-4655-9DEE-AEF2E42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C041D-57EA-4309-8D39-2403E698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AF1EA-982C-4CC6-902C-E542FF83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1EC59-BFDA-497A-94BF-E2EED749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F941E-32B2-4321-8DD7-222FAA74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EF0A-C63D-418F-A877-5EAFDCD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303EE-7D0A-4FD3-9917-77A06374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F6725-A5CA-47B1-B9F3-FBCFBC9F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1812C-5A55-477C-B563-7C669D65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B84AB-58DE-4CEF-8F39-A786F586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59416-EEBC-4807-8B8C-B3B4D1E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D4299-7BD4-4473-A4A6-7532EC6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77E76-43DA-4BDF-B3C1-AA6987C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69ABE-20ED-4F87-AE3B-CEC07831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03CDF-E815-4362-8E7D-CA6163BF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F6349-C196-457F-B3E0-2F9AB95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7450E-0A29-4316-B80A-8DD282B7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861D0-9D6E-4FB7-8643-0257093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9D5E9-C076-4D37-B9EA-3466610E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4F523-E45D-4331-AFFC-FBAAA32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16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D7BC6-4E13-41B2-B0A1-2F65B42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36C1A-19C9-4319-BFC7-CF86469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2095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A8D76-CDAD-4E4B-A858-BAD98581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0425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B032A-DCA4-4973-9259-40B2E38A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57E14-0B2F-483E-8A40-17C18667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095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00A02-509F-4EE0-A242-23A9C2E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00425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043EC-7EC8-43F8-84A2-B0311E5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2DD64-7DD1-44EF-A754-64EADFFD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0E805-8CEA-42B9-9690-101F629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8B69C-41A3-4BAE-9A3F-E4C0822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35093-98C5-4DD8-A2C9-243C3638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F1129E-9C6C-4ADB-AE33-1FC8B14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48CDA-E0B7-4594-BD69-F4A41C72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377D5B-87C8-45CF-A023-B1DFD04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81776-87EA-4594-AE78-65D97AEF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903611-67BB-451D-AEE6-F25FEF0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2F78A-7BA0-40F6-98CF-6F78CF61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21523D-FF78-47CE-9483-D2CE412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DB8094-6B64-4AE8-89A0-F8E92C4D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D679F-070A-47B0-81EF-B34EECB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433F0-EB56-4E4A-B1DA-2257EEC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22051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C1980-BEAD-47A9-BC0D-AF192C2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27877-BE0C-4120-A22F-05FD4691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07430-FA9A-44E6-8DB8-6020DC2B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5A37-D278-43E8-9665-42124AA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14C5F-56C8-437E-A2A8-F7F711B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7E6FB-8C0F-4BB7-8777-A0ADC09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3048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2BAA9-A513-4AE1-AF4B-9D2F3DD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7D7CD-86BE-4909-A726-ADDF43B0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4E9A5-3522-46BF-9F30-2056F70B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D203E-7896-41C9-88B0-8DEA38C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62100"/>
            <a:ext cx="3048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A4991-77F2-4C6D-BA54-C05378E3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62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08EB6-7ED5-4E07-B022-8880E71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145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0EA0F-F5C2-444D-9C23-7D1A1AFF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7EA18-AC8A-4690-8C23-870BBCD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3048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797EB-3E80-4E42-AAC8-3233A65E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01FC0-3B76-48D5-B47C-88ACDCF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2D71B-A1F9-4048-B20D-815E7367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37E29-87A4-4C95-ADAD-0BF0E0D8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B4B6E-2F5E-448B-8C2B-D7DE3903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91F5D-584C-4F5E-B25B-5FCEBBFF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35393-7143-437A-9405-0E0CDF99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546C6-200B-444B-AA05-6A2500C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481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4ED74-EDE4-4DCD-BBCB-1FB9A7C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2EFFB-EA2A-498E-ABF8-94280BD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F0937-2237-49F7-93F6-413D94C4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782D0D-A50C-490D-96CF-E6161F1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971182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112D5-137A-4819-A1FC-652FA94F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504C3-D947-467A-9C6F-ACE19D6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C04E1-462B-4BB1-A8E1-DDE58D14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4F977-A6B3-4AA2-AE10-1C7D7813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74DD0-E9CB-4C64-8F59-71791E69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9420A-289C-47B8-8BC8-C4A05D0B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6C3E-E3A1-4E6D-A1DD-5FE46695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B864-A68D-424D-A0D3-1EEC3D5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A28F-3E8C-4E4E-A12A-17DDDCE4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81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DF064-BB9A-429C-AF07-5E7EBE8C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0970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8D528-CA54-4429-8F20-FE23DD92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097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C787C-241F-4043-8039-22A1B33F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621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C8ADC-5656-484E-88E9-9ED17213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5950"/>
            <a:ext cx="281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1EDAB-FBC5-4F6E-A09A-79625AC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D3A11-6283-4C8E-8F84-64FA8D53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64850-510A-4C25-9C56-D487F159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9A4EC-FDC0-4CAE-9632-F5987DAF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81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BD003-DC13-46DE-929F-108300B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827EC-74C8-42D4-987D-B6F294D4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5D3C6-39EB-4A02-92FD-B7F267F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528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E4964-595E-412E-BBC3-CB62FE9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CA3D0-BFD1-424A-A87A-A8C53C4C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59F0D-3F93-40C4-9462-4CBF2C1E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5625A-98EF-46BA-9A45-436C002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1809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856FF-11BB-4FBC-9495-0842D325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76675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668F3-7949-432E-B460-221563F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30EA2-4FD6-4C5E-84D3-FA57B3AB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8A234-3070-4907-B529-DEC43BC2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3EB51-656F-4FD3-BE60-8C159DD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D7ED6-082F-44A1-8D02-DC8492B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B926A-FF4E-4BF6-BE98-48F13DA2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16783-A4B2-4281-9E94-F5A39BBD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8784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58152-C54A-4155-9F66-FE21827E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CD53-ACFF-4400-B09E-207CD63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4B67F-DBB4-4B8C-A544-5217BCA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3D8C8-16BD-4185-AC14-2E1C8B4D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CD9FA-35BE-4FA1-A97A-7B3BB24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C1ADE-F30D-428A-BC82-453AA54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B6A45-DD6D-4CFE-96FA-B7A1E918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E4DEA-C10D-42DA-A9E2-BBF875E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6113D-5BFD-4538-B1B8-16D4F6A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E18E7-1792-435F-A9FF-8A9ACBB5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3F95B-FEFE-4AC7-BED3-6EB486D7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04909-979E-43BD-B546-002706FA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FCD66-C886-4238-B7E7-8095898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D27FB-39E7-4FF6-A249-522C6FD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8D003-8D60-4274-9C73-C44EC8B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00C70-2946-4D0D-BF7C-6EA8986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9A380-8CB3-4A04-BF5F-637423C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E16AE-448F-4C26-A142-550C341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31698-097A-47A6-9493-5C08724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5A1EF-F5D9-4FA6-ABDB-DDFE5488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7A41E-A490-4D2D-9EBB-725801D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603DD-6420-4311-8724-AF2FC22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F5FF2-BAEE-4246-81C3-3F26AC6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DC49C-7ED9-49E5-B9EE-8CA1218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0E05E-EFEA-471D-8FFE-B0E1811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2CE88-CEA6-403C-9745-BB392CD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95B5C-0BDC-48DE-B2A2-779BE83B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1CDAC-F9EB-404F-AA6E-3F24F8C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6635AF-3FD7-4BB1-A811-5406A63B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18616-4C02-4F4C-B7E0-E51C766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5220C-AE3D-4A8E-9DB8-15E96AED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25B339-D7DC-4A84-B822-F5DF132A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D2E5D-4F54-4C76-8486-0D0A24B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B34D57-6B2E-43FE-8757-06B6B80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19511-3255-487E-863D-CDBCC287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844B5-FBB6-4CC7-91A9-97C8FC0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32BCA1-D521-4112-B90B-B71BE40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85EF72-A75E-44F5-B0DF-9AD16671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A46532-265C-4809-A601-A40EB0D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51C86-CB2F-4BA6-810C-1A1B6A2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3BBB0F-D616-4DFE-B33E-FEE795F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9A391D-EF4A-4A6F-9E63-2025993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8FF52B-0E7C-42EC-A956-76E18AD9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D1B499-B3C9-432C-B988-50A4A4C3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38CEEA-7CE3-475F-B1BC-472EF878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5A4A51-BCBC-4254-8E3F-886AA42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D920FD-B411-47BC-BB62-EEE74C96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192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12E03-2B10-42C6-918F-53C7127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F1C264-8EC8-484C-B370-CECD94C3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65B372-4AEA-422B-B3DD-D6E8168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 xmlns:a="http://schemas.openxmlformats.org/drawingml/2006/main"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FCE071-7D47-44D7-BBDB-489CE7D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91D557-9D74-4526-8786-CDBC264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19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 xmlns:a="http://schemas.openxmlformats.org/drawingml/2006/main"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BF3104-31EC-4DB8-B8B5-371FC32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359A17-CCCD-449B-AD4F-3E30941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952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E95DC0-890C-4B1A-A802-4D58371A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7DB761-16BE-45EB-BEE0-9B031EA5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866118-6BA7-4463-B326-3F04446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262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5F42BD-F65D-41F0-A421-82873E5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2450"/>
            <a:ext cx="2952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84185-D0EA-401C-BC76-DFBB5E5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24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AB8A8A-D2ED-4975-A47A-D3EF547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148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tS-EF guard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8835ED-8B5D-403E-9ECD-1EFBCD9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38700"/>
            <a:ext cx="262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 raw pin: 3clk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EF_sync: 4clk 이상으로 관측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1B1DEE-3A27-47D1-9640-4B24EFF9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9527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C9BC2E-9B86-41F4-BD65-21A2D46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B7A09C-4F1F-485F-89E7-506FDB18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250 MHz 주의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423E18-F85F-49AD-A8B0-A26062A5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2628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3clk=12ns는 margin 0.2ns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readout은 ticks*div&gt;=7 필요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09CC60-F634-443F-A8A4-D29D9DA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A90894-14B8-4F49-BE60-77F6E1A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EBF2CC-4E7B-4E83-8D99-1CE6AE4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24687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0AD49-7BA2-48C1-B830-F93F23A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268B6-73C4-40DE-80E6-5887D9A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8C36-D2C6-40A1-B54C-DC841C0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2273D-32C7-4089-A514-9F72FADB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1F91E-8453-422B-88DE-AD0FAA14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29147-5204-4AC3-B0A5-C85DDC02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6FC37-E1CC-4187-9488-801B2A7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784E6-4BCA-4BED-803B-6C2D7F1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335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EBB47-1B21-4A55-9310-C576045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47800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0E45B-525E-4B9D-BBCF-D94D452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771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9EADF-A760-4931-A9A2-2D2935C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47800"/>
            <a:ext cx="7562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9E788-BC18-4A3F-BF55-1D38720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0E606-BC64-4407-B200-19D2BDE1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CB170-43E9-4ACA-AD16-6C689A53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D9543-95E3-4AD8-A10B-F33B55F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02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12529-A177-4C91-B73B-5CE790EF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9974F-99DA-4755-909C-178F8A08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ED178-D012-442E-9891-446A625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8CD9F-2429-4093-B568-3AD2CF54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003C2-8BF6-43DD-B11D-B37B8EFC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414EB-C34E-40ED-B773-72C0745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87A9A-5928-421E-A196-F6B7697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94084-9100-4F60-8346-7BABF734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5267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24A2A-441B-462B-9056-AE020389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C1625-64F3-49B0-A9B2-8EBA66E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05C8C-56A8-4B5C-8A54-73B81DC5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A6875-68BD-4827-82E5-54E2C53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DF545-B587-473F-A2F8-AADD944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5CAC6-D35C-4774-9200-EC43108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C8B0C-9777-48E6-BD0B-3D519C3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29C8C-8740-4493-A77A-7EAF7CD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DF1B9-DF6C-4904-9714-0C56609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1E059-EC0A-4DCB-A07E-FCC1AF7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5B29A3-6FC0-4E01-A5BF-FE0B840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51294-4AF4-42D6-A963-80571BE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5757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clock 후보와 latency/throughput/pipeline을 코딩 수정 전 계약으로 관리.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7FDCE-8C2B-4161-BE36-C52CC9F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E27B2-12CC-4229-83C3-FF5B3968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2F9CC-9A3F-488A-A3E2-B325FE57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BD631D-4EFA-4B2F-8F49-A0229D8B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00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371B7B-4563-465C-AC12-A298F8EC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17534F-E6B1-432E-A822-072050CB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699DB-BB99-439F-9002-1AA391E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CBC089-4253-4446-A3E4-7CBDF0A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47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E41F15-A3B7-4962-88B8-C73D8BB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3E74DD-B63F-4578-AD0A-72EFE7C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AA4E61-FE28-4AF9-9AFF-4AF254A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767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A68DBC-E23D-4783-B134-A492664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62475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CF2FB-4323-46D3-B122-BE03753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361DDC-A348-4D98-9FC9-63F275FA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C01_GPX_Bus_Read_20260429_v008.md §6,§13 / TDC-GPX-Datasheet.pdf p.7-8,p.27,p.51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7E0269-79EE-4CAF-8FF9-2D7348E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77787F-DA36-48BF-8844-7C34F10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909044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DC09D-C842-4C67-90F5-3451218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3E373-C9FD-4C59-85A6-FB2082A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1A349-1C7B-4DFF-ABC7-67CA78E3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2092-29B9-477D-9721-2C1D8F3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Latency / Throughput /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8DA9D-F6C8-4A88-9887-6051D66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7DB14-6B59-4C80-BAE5-F08B07A0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Latency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6E714-E024-4B50-98F6-11643FB1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tick0→capture = ((N-2)D+1)T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bus_phy tvalid = ((N-1)D+1)T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sk_brsp valid = +1 clk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chip_run consume ≈ +2 clk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84149-17BC-4D99-BC99-3F9FF6B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2E65-AC44-4052-8616-DD408DC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76350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clock/cfg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009C0-40FD-4983-88B2-97C32A3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4F6CD-F614-44C1-870F-FDBA435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276350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D77E4-D55C-4625-AF84-02AEF6D5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200150"/>
            <a:ext cx="128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40A36-3C4D-4B3A-8288-6C44C77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76350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bus_phy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A6377-8268-43FF-AD31-899E65C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00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F1D1C-C265-4CB1-9989-EB90E9DF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76350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skid 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F6114-3CA7-4CC2-A5D7-874B9E9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00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3016-0A66-43D0-9D3B-94762F82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276350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consume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F9877-59C5-433B-AEA7-F7D2DB3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00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C1311-F382-464A-9F56-6D118586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276350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75E37-CFAE-4F4D-8BBB-A2ED6B5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E08A2-AFAF-4C85-A815-4EC11619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200MHz 1/5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3F775-6622-497E-A87D-DD8ED74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85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5FA3F-560A-4B05-8618-8E161FD4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71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834F1-0375-403D-8CCD-A9457E5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859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46DF8-F2EB-4908-8C4D-8E68A7E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716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8C285-71A9-4213-922E-597F792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85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CCAB5-FC07-45F0-9B4E-FB9BE12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71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30ns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2CBAE-CEF7-43B8-A493-81CF81D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85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9BE71-6EB0-4799-A35D-BDD63FE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71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15570-39CB-47BD-B347-F73881B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485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0B32C-43DB-4635-8A08-F421F71F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571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40MHz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68CEC8-C91D-4329-8AC2-01B3D3C4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0A720-EADC-4679-9283-B1DD870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764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200MHz 2/5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198FDD-0D59-404D-9445-6E62ED3D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90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998E1-0EBC-4BDE-A091-654CF029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764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7F717-9EB4-4EC3-9800-D8D9519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907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6D1F2-71CE-4CED-8015-8D0F3FD3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764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45ns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BE6293-E450-473C-BA82-3770472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A423B-75FC-4743-9F76-0F905ED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764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50ns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924CEF-AB14-4F1F-B253-6F8F87E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CAFBB-3302-4A8F-B073-528A16A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764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55ns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75DD1E-DC0A-4407-972F-B2CD4A4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790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C26D1B-E53A-4B5A-A2D1-7FC6EAA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8764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20MHz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CA282D-D05D-4537-A4CE-29E690C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D21124-4863-4361-8510-8E0BD2D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166.7MHz 1/5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D225D1-3550-4512-83AA-44E7ACD1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4083BF-47A9-41D6-9AE1-C842AA28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812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ACDD1-1BC4-4594-AF8D-ABE607FE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886838-C70F-4244-B6C2-9BB9CFD7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812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18FDD4-E222-4A8D-AE0D-421A45C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004FC9-ECC5-45F4-8AD9-903EAAD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812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36ns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2A0904-C5F5-4CD8-B974-D5DE3B60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9F0099-45FD-4BE5-990D-E2736452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812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0F661-9A68-491C-9F4A-F4A9703A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D1A2DB-E131-4E0D-B34B-678FEE2E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1812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33.3MHz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3DE2EC-BBDD-4376-95D4-A281D35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DD2A20-F0AF-4279-81E6-4CF818ED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142.9MHz 1/4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16E83F-B803-4471-ACAA-B953CE0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A04FE7-7470-4A34-9229-530E83A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860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21ns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F99C47-051E-4D18-9EBB-377DC7C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BBF29F-5F54-4826-9D36-1D4998BF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860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235707-8B77-4936-B573-B27B771B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E9E62A-7C29-47AD-AE2F-84B1BE6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860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D88CA6-C9BC-45DD-A874-04BF5932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519DE6-3348-46AA-9707-92B0C63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E5F0B5-850D-43CE-A2C1-6AFDAC1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00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C87910-A125-4947-9F4E-536FCDCB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860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35.7MHz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1CAC2D-2F69-4CF5-A042-38CFBD1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5A7972-2A7A-4881-A4FC-807D2B7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908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125MHz 1/4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3E947A-FAAA-4071-96AD-D96FACC5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2C280A-1D43-412B-BDA9-E330D25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908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3F9830-F70D-4B33-8984-DFBFADB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051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74DA10-D4CB-447F-8BA3-399DD032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908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AF3C8E-4C90-442D-863F-109BA50B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DB550B-947C-4BAD-9EC7-AB8F4A33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908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40ns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B01E84D-C97A-46AB-B3AF-A2D16784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E44719E-7B79-40BA-97BE-DD9254D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908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48ns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E75907-CD44-4240-A6CD-5AC5D066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051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F6542B-D597-4B28-99D7-F62EE189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908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31.25MHz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06D334-A147-428A-9BED-345B588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2264D4-BAA0-4094-B043-8E163A1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1457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250MHz 1/7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EC2DDC-D222-40AC-879C-CDDDBF1B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9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F2D6B8-1C6C-4384-A326-8A89D234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95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155CA2-1E04-4CA4-B271-C258467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6A2AEF-32D1-46BD-A5C9-554898D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95625"/>
            <a:ext cx="1171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4E9D73-6817-4DEB-B7C9-B20F6801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81AF77-8C5A-4585-B9F8-96DCE70E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95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32ns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E69DFC-B9B6-4005-B052-F0064C8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9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BD5F6F-6F06-4423-962D-DC344ED5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95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36ns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A2A941-A042-4E0E-90B3-085FC1B2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E33F72-4121-42B3-98A0-4F9E9E8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95625"/>
            <a:ext cx="1028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35.7MHz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A8D50B-F132-426C-97E3-EAAE791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Pipeline / backpressure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D68FF0-FCEF-49DE-82CA-FC15932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C88051C-E39D-467E-AF69-0CFAC22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C8F789-D506-499B-B170-FBE57C13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438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195520-4E46-4B46-A214-92A8B6E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438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pin phase + IOB FF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CC5279-059E-4A21-81B9-252DA2A0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C75F96-8988-44DC-835F-7DAF220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1DF09D-4F39-4266-88F3-12BAF96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41EF3F-A273-482D-8714-FDF9791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438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rsp reg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FC008E-7D6C-4310-BE2D-2113FAEF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438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s_rsp_pending→tvalid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13FFD7-7824-419D-A277-945142D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EAC99E-2082-4118-B8B0-B840382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1258D7-7FD3-4B97-BF2E-A309489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1C84B61-383B-41BB-94CD-B4C418D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1438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sk_brsp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4B2A12-BD5E-47D1-8A82-F303A2D5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10050"/>
            <a:ext cx="1438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+1clk skid buffer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4894AB-0E4B-4F3F-B99B-4C9C7B71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755A11-3C1A-4D23-9FD2-89281B5D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72639F-BE7C-471E-B3F1-D7B5F72C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3C4DAC1-CA28-48DF-8A5E-F8DAA768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1438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C77C856-E05A-40DF-991F-44A4110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1438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fire=tvalid&amp;tready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497610-9A68-40E2-AD92-119F773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386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56C6ED-5189-43F8-92FF-81774BE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DA72DFC-27E2-4F1A-BFFC-4644B7D6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B71D70-F5E8-418E-AD0F-16DF05A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1438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chip_run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E09E5E3-3A94-434A-B7B1-1581F0A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1438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counter/raw path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4F87BD4-C386-4DAC-88D5-B787A29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9181D70-7AC2-414D-8470-3700431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0149694-8DE0-40D9-85F8-C8B0739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Throughput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C9C6BB-9574-4091-AB53-CDABE1D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Burst 상한은 bus_ticks*div*Tclk입니다. Response path가 ready일 때만 이 상한에 도달합니다.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98EFCF-B4DF-48E5-9349-78880A2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673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5767D1C-019A-4383-B8D1-6221116D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673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E201CE-1B2E-4520-AC3A-8B4B29E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197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B511F8-2B5A-42C4-BB1D-6746F33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4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sk_brsp/raw/downstream이 막히면 tready가 내려가고 burst beat 진행도 멈춥니다.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3C01966-D02F-49D0-AD93-3D95325B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03BB7AD-87A5-4311-B29D-310BF3C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A1B93B2-AD5F-4155-842E-1501C6E4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코딩 의미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CF6A817-33CE-4CBC-A1EF-046EF24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435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clock 상향보다 legality, OEN, CDC, pending boundary를 먼저 닫는 쪽이 합리적입니다.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D1A76F-36EF-4579-B1A7-724C3ED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bus_phy:269-351,527-576,654-655 / skid_buffer:7-10,73-113 / config_ctrl:1485-1503 / chip_ctrl:592-614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32BB09-5D8D-4A4F-B6D3-1E818EB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C5AD83-9644-4280-950E-8BB2135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10564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D9DAC-A376-4E2E-9EA1-24C6076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9937F-661E-4F95-BF66-07DE47AC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20E22-201F-4A59-AD79-B2D58B7B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32382-C855-421F-8F2D-DB27E89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46A2E-3B39-4647-B25B-7557552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11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D9170-C341-45B7-843D-2E156DF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1F77D-D447-4754-B3B3-2BBFEED1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EFB11-5D92-496C-87AA-BE67F83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39147-BE76-4720-9BBA-3639ADD3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819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clock 후보, latency/throughput/pipeline, OEN mode, status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B571F-7296-4FAC-9057-F78C99B6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573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B08-0608-47DE-AE36-066DBE9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57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1510E-DBB5-44F0-882A-5191F337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09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656CC-C5A0-4B23-AD52-D822987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33550"/>
            <a:ext cx="2819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3B54C-8742-4184-B0AC-0033C85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573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0ECD2-6D39-4F7E-AC5B-691CD444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57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08993-D939-4C3D-9134-3F14CA2B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FC2E1-71FD-4A07-A8D9-E7C0839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819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0BC81-9C52-4AFC-A17A-A45CEC57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09D8C-850F-4846-8A3A-EFDE46D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8286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정상 READ sequence 비교는 tick0-&gt;RDN low, RDN low-&gt;capture, tick0-&gt;capture, tPW-RL, period/rate로 수행합니다.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125~200MHz 정수 Tclk 후보는 200/166.667/142.857/125MHz입니다.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latency는 bus_phy local과 sk_brsp/chip_run pipeline으로 분리합니다.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burst throughput은 response path ready 조건에서만 상한에 도달합니다.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코딩 수정은 legality, OEN, Stream CDC, pending boundary를 우선합니다.</a:t>
            </a:r>
          </a:p>
          <a:p xmlns:a="http://schemas.openxmlformats.org/drawingml/2006/main"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stop을 확인해야 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D76B1-7473-4792-981A-3737799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957DC-ED05-45F3-902C-0D842F33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14AA0-97BC-4414-94F3-53D6F36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78284-CB4C-4F04-A8AC-BAEE59CD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67200"/>
            <a:ext cx="1771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8C22C-EDF2-4390-8075-4CFEE4C5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F7679-F505-4650-8617-5DD2317F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4310A-A084-4026-8B2B-D82BAC0F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v008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93477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2026-04-29T04:15:20.4840000Z</dcterms:created>
  <dcterms:modified xsi:type="dcterms:W3CDTF">2026-04-29T04:15:20.4840000Z</dcterms:modified>
</coreProperties>
</file>