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max_hits_cfg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 시작, FAIL 시 50m 증가, 같은 cfg 재시도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3258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72184"/>
            <a:ext cx="11795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755648"/>
            <a:ext cx="5943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417320"/>
            <a:ext cx="11430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472184"/>
            <a:ext cx="99669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755648"/>
            <a:ext cx="5943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1325880"/>
            <a:ext cx="1874520" cy="86868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380744"/>
            <a:ext cx="17282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line drain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150MHz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755648"/>
            <a:ext cx="5943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1417320"/>
            <a:ext cx="132588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1472184"/>
            <a:ext cx="11795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cfg++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755648"/>
            <a:ext cx="5943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417320"/>
            <a:ext cx="192024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472184"/>
            <a:ext cx="17739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+50m retry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657600"/>
            <a:ext cx="18288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85032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3657600"/>
            <a:ext cx="841248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685032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096512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4096512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4123944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 시작, FAIL 때만 50m 증가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4535424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62856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4535424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4562856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chips x 8 stops full 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4974336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0017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4974336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5001768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output drain 150MHz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5413248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440680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5413248"/>
            <a:ext cx="84124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5440680"/>
            <a:ext cx="8321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drain_ps &lt;= allowed_ps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TB: tb_tdc_gpx_distance_maxhits_matrix.vhd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공식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왕복 시간과 output drain 시간을 직접 비교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280160"/>
            <a:ext cx="201168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07592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280160"/>
            <a:ext cx="813816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07592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847088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74520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allowed_ps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847088"/>
            <a:ext cx="81381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87452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distance_m * 6671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414016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4144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line_beats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2414016"/>
            <a:ext cx="81381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441448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header_beats + 4 * 8 * beats_per_cell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2980944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008376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71800" y="2980944"/>
            <a:ext cx="81381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008376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line_beats * 6667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" y="3547872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575304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71800" y="3547872"/>
            <a:ext cx="81381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575304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drain_ps &lt;= allowed_ps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" y="4389120"/>
            <a:ext cx="101498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4443984"/>
            <a:ext cx="100035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Datasheet의 hit 원천 구조는 기준으로 유지하고,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실험은 C04 final output throughput 경계를 보는 계산형 xsim 검증입니다.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round_trip_ps_per_m=6671, output_period_ps=6667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150m에서는 cfg=1..6 PASS, cfg=7은 200m에서 PASS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91440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1417320" y="1143000"/>
            <a:ext cx="73152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170432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148840" y="1143000"/>
            <a:ext cx="105156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170432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169164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70432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ps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892040" y="1143000"/>
            <a:ext cx="173736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70432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 ps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629400" y="1143000"/>
            <a:ext cx="1234440" cy="39319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170432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63624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417320" y="1536192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1563624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148840" y="1536192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1563624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200400" y="1536192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563624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506692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892040" y="1536192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63624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629400" y="1536192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563624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02920" y="1929384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956816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1417320" y="1929384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1956816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148840" y="1929384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1956816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200400" y="1929384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1956816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506692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892040" y="1929384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1956816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629400" y="1929384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1956816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02920" y="2322576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350008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417320" y="2322576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3040" y="2350008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148840" y="2322576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2350008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3200400" y="2322576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2350008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720036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4892040" y="2322576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350008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6629400" y="2322576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2350008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02920" y="2715768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743200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1417320" y="2715768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63040" y="2743200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2148840" y="2715768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2743200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3200400" y="2715768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46120" y="2743200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720036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4892040" y="2715768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2743200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6629400" y="2715768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0" y="2743200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502920" y="3108960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3136392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1417320" y="3108960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63040" y="3136392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2148840" y="3108960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94560" y="3136392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3200400" y="3108960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46120" y="3136392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933380</a:t>
            </a:r>
            <a:endParaRPr lang="en-US" sz="860" dirty="0"/>
          </a:p>
        </p:txBody>
      </p:sp>
      <p:sp>
        <p:nvSpPr>
          <p:cNvPr id="73" name="Shape 71"/>
          <p:cNvSpPr/>
          <p:nvPr/>
        </p:nvSpPr>
        <p:spPr>
          <a:xfrm>
            <a:off x="4892040" y="3108960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0" y="3136392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6629400" y="3108960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75120" y="3136392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502920" y="3502152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3529584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1417320" y="3502152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463040" y="3529584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60" dirty="0"/>
          </a:p>
        </p:txBody>
      </p:sp>
      <p:sp>
        <p:nvSpPr>
          <p:cNvPr id="81" name="Shape 79"/>
          <p:cNvSpPr/>
          <p:nvPr/>
        </p:nvSpPr>
        <p:spPr>
          <a:xfrm>
            <a:off x="2148840" y="3502152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194560" y="3529584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3200400" y="3502152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46120" y="3529584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933380</a:t>
            </a:r>
            <a:endParaRPr lang="en-US" sz="860" dirty="0"/>
          </a:p>
        </p:txBody>
      </p:sp>
      <p:sp>
        <p:nvSpPr>
          <p:cNvPr id="85" name="Shape 83"/>
          <p:cNvSpPr/>
          <p:nvPr/>
        </p:nvSpPr>
        <p:spPr>
          <a:xfrm>
            <a:off x="4892040" y="3502152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37760" y="3529584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87" name="Shape 85"/>
          <p:cNvSpPr/>
          <p:nvPr/>
        </p:nvSpPr>
        <p:spPr>
          <a:xfrm>
            <a:off x="6629400" y="3502152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75120" y="3529584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89" name="Shape 87"/>
          <p:cNvSpPr/>
          <p:nvPr/>
        </p:nvSpPr>
        <p:spPr>
          <a:xfrm>
            <a:off x="502920" y="3895344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8640" y="3922776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860" dirty="0"/>
          </a:p>
        </p:txBody>
      </p:sp>
      <p:sp>
        <p:nvSpPr>
          <p:cNvPr id="91" name="Shape 89"/>
          <p:cNvSpPr/>
          <p:nvPr/>
        </p:nvSpPr>
        <p:spPr>
          <a:xfrm>
            <a:off x="1417320" y="3895344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463040" y="3922776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60" dirty="0"/>
          </a:p>
        </p:txBody>
      </p:sp>
      <p:sp>
        <p:nvSpPr>
          <p:cNvPr id="93" name="Shape 91"/>
          <p:cNvSpPr/>
          <p:nvPr/>
        </p:nvSpPr>
        <p:spPr>
          <a:xfrm>
            <a:off x="2148840" y="3895344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922776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3200400" y="3895344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46120" y="3922776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1146724</a:t>
            </a:r>
            <a:endParaRPr lang="en-US" sz="860" dirty="0"/>
          </a:p>
        </p:txBody>
      </p:sp>
      <p:sp>
        <p:nvSpPr>
          <p:cNvPr id="97" name="Shape 95"/>
          <p:cNvSpPr/>
          <p:nvPr/>
        </p:nvSpPr>
        <p:spPr>
          <a:xfrm>
            <a:off x="4892040" y="3895344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0" y="3922776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860" dirty="0"/>
          </a:p>
        </p:txBody>
      </p:sp>
      <p:sp>
        <p:nvSpPr>
          <p:cNvPr id="99" name="Shape 97"/>
          <p:cNvSpPr/>
          <p:nvPr/>
        </p:nvSpPr>
        <p:spPr>
          <a:xfrm>
            <a:off x="6629400" y="3895344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75120" y="3922776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860" dirty="0"/>
          </a:p>
        </p:txBody>
      </p:sp>
      <p:sp>
        <p:nvSpPr>
          <p:cNvPr id="101" name="Shape 99"/>
          <p:cNvSpPr/>
          <p:nvPr/>
        </p:nvSpPr>
        <p:spPr>
          <a:xfrm>
            <a:off x="502920" y="4288536"/>
            <a:ext cx="9144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8640" y="4315968"/>
            <a:ext cx="822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860" dirty="0"/>
          </a:p>
        </p:txBody>
      </p:sp>
      <p:sp>
        <p:nvSpPr>
          <p:cNvPr id="103" name="Shape 101"/>
          <p:cNvSpPr/>
          <p:nvPr/>
        </p:nvSpPr>
        <p:spPr>
          <a:xfrm>
            <a:off x="1417320" y="4288536"/>
            <a:ext cx="7315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463040" y="4315968"/>
            <a:ext cx="6400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60" dirty="0"/>
          </a:p>
        </p:txBody>
      </p:sp>
      <p:sp>
        <p:nvSpPr>
          <p:cNvPr id="105" name="Shape 103"/>
          <p:cNvSpPr/>
          <p:nvPr/>
        </p:nvSpPr>
        <p:spPr>
          <a:xfrm>
            <a:off x="2148840" y="4288536"/>
            <a:ext cx="10515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194560" y="4315968"/>
            <a:ext cx="960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860" dirty="0"/>
          </a:p>
        </p:txBody>
      </p:sp>
      <p:sp>
        <p:nvSpPr>
          <p:cNvPr id="107" name="Shape 105"/>
          <p:cNvSpPr/>
          <p:nvPr/>
        </p:nvSpPr>
        <p:spPr>
          <a:xfrm>
            <a:off x="3200400" y="4288536"/>
            <a:ext cx="16916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46120" y="4315968"/>
            <a:ext cx="1600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1146724</a:t>
            </a:r>
            <a:endParaRPr lang="en-US" sz="860" dirty="0"/>
          </a:p>
        </p:txBody>
      </p:sp>
      <p:sp>
        <p:nvSpPr>
          <p:cNvPr id="109" name="Shape 107"/>
          <p:cNvSpPr/>
          <p:nvPr/>
        </p:nvSpPr>
        <p:spPr>
          <a:xfrm>
            <a:off x="4892040" y="4288536"/>
            <a:ext cx="173736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937760" y="4315968"/>
            <a:ext cx="16459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1334200</a:t>
            </a:r>
            <a:endParaRPr lang="en-US" sz="860" dirty="0"/>
          </a:p>
        </p:txBody>
      </p:sp>
      <p:sp>
        <p:nvSpPr>
          <p:cNvPr id="111" name="Shape 109"/>
          <p:cNvSpPr/>
          <p:nvPr/>
        </p:nvSpPr>
        <p:spPr>
          <a:xfrm>
            <a:off x="6629400" y="4288536"/>
            <a:ext cx="1234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75120" y="4315968"/>
            <a:ext cx="1143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60" dirty="0"/>
          </a:p>
        </p:txBody>
      </p:sp>
      <p:sp>
        <p:nvSpPr>
          <p:cNvPr id="113" name="Shape 111"/>
          <p:cNvSpPr/>
          <p:nvPr/>
        </p:nvSpPr>
        <p:spPr>
          <a:xfrm>
            <a:off x="914400" y="5074920"/>
            <a:ext cx="1024128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87552" y="5129784"/>
            <a:ext cx="1009497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32bit 150m 운용은 cfg&lt;=6 권장, cfg=7은 200m 이상에서 timing PASS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xsim_distance_maxhits_matrix.log:34-48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 / 128bit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폭 모두 150m에서 cfg=1..7 PASS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9728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10058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417320"/>
            <a:ext cx="164592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444752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범위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164592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44752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beats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173736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444752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417320"/>
            <a:ext cx="173736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444752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 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49640" y="1417320"/>
            <a:ext cx="123444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444752"/>
            <a:ext cx="1143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1947672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975104"/>
            <a:ext cx="10058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83080" y="1947672"/>
            <a:ext cx="1645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1947672"/>
            <a:ext cx="1645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947672"/>
            <a:ext cx="17373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975104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466690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1947672"/>
            <a:ext cx="17373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975104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49640" y="1947672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1975104"/>
            <a:ext cx="1143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2478024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505456"/>
            <a:ext cx="10058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83080" y="2478024"/>
            <a:ext cx="1645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2505456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5..7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2478024"/>
            <a:ext cx="1645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505456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478024"/>
            <a:ext cx="17373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505456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680034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2478024"/>
            <a:ext cx="17373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505456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49640" y="2478024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2505456"/>
            <a:ext cx="1143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" y="3008376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035808"/>
            <a:ext cx="10058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83080" y="3008376"/>
            <a:ext cx="1645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0" y="3035808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3008376"/>
            <a:ext cx="1645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035808"/>
            <a:ext cx="1554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74920" y="3008376"/>
            <a:ext cx="17373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446689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12280" y="3008376"/>
            <a:ext cx="17373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1000650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49640" y="3008376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3035808"/>
            <a:ext cx="1143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14400" y="3977640"/>
            <a:ext cx="1024128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4032504"/>
            <a:ext cx="1009497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64bit와 128bit는 150m부터 max_hits_cfg=7까지 timing 여유가 있습니다.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xsim_distance_maxhits_matrix.log:54-86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경계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선택 관점의 핵심 표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00584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9144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45920" y="1325880"/>
            <a:ext cx="201168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353312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 PASS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657600" y="1325880"/>
            <a:ext cx="201168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353312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FAIL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669280" y="1325880"/>
            <a:ext cx="219456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353312"/>
            <a:ext cx="2103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863840" y="1325880"/>
            <a:ext cx="2468880" cy="56692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353312"/>
            <a:ext cx="23774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40080" y="1892808"/>
            <a:ext cx="10058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20240"/>
            <a:ext cx="9144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645920" y="1892808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1920240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1..6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657600" y="1892808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920240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 cfg=7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669280" y="1892808"/>
            <a:ext cx="21945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920240"/>
            <a:ext cx="2103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 cfg=7 PASS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863840" y="1892808"/>
            <a:ext cx="24688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920240"/>
            <a:ext cx="23774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cfg=7은 200m 이상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0080" y="2459736"/>
            <a:ext cx="10058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487168"/>
            <a:ext cx="9144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1645920" y="2459736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248716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1..7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657600" y="2459736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48716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669280" y="2459736"/>
            <a:ext cx="21945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487168"/>
            <a:ext cx="2103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863840" y="2459736"/>
            <a:ext cx="24688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2487168"/>
            <a:ext cx="23774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150m부터 full cfg 가능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40080" y="3026664"/>
            <a:ext cx="10058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054096"/>
            <a:ext cx="9144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1645920" y="3026664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1640" y="3054096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1..7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3657600" y="3026664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054096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669280" y="3026664"/>
            <a:ext cx="21945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054096"/>
            <a:ext cx="2103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863840" y="3026664"/>
            <a:ext cx="24688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3054096"/>
            <a:ext cx="23774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150m부터 full cfg 가능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914400" y="4663440"/>
            <a:ext cx="1024128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4718304"/>
            <a:ext cx="1009497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PASS: tb_tdc_gpx_distance_maxhits_matrix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 대상에는 계획/결과 문서, PPT, TB를 포함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Distance MaxHits Result v001</dc:title>
  <dc:subject>C04 Distance MaxHits Result v001</dc:subject>
  <dc:creator>Codex</dc:creator>
  <cp:lastModifiedBy>Codex</cp:lastModifiedBy>
  <cp:revision>1</cp:revision>
  <dcterms:created xsi:type="dcterms:W3CDTF">2026-04-30T18:46:10Z</dcterms:created>
  <dcterms:modified xsi:type="dcterms:W3CDTF">2026-04-30T18:46:10Z</dcterms:modified>
</cp:coreProperties>
</file>