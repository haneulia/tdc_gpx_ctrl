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수정 결과 v001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VDMA stream에서는 Hit[16]을 버리고 metadata[6:0]을 0으로 정리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205740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63624"/>
            <a:ext cx="191109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metadata[6:0]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Hit[16] vector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993392"/>
            <a:ext cx="64008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508760"/>
            <a:ext cx="196596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563624"/>
            <a:ext cx="181965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clear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993392"/>
            <a:ext cx="6400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72200" y="1508760"/>
            <a:ext cx="1828800" cy="96012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563624"/>
            <a:ext cx="168249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FIFO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header prefix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993392"/>
            <a:ext cx="6400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32520" y="1508760"/>
            <a:ext cx="2240280" cy="96012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5672" y="1563624"/>
            <a:ext cx="209397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VDMA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metadata[6:0]=0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Hit[15:0]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794760"/>
            <a:ext cx="1828800" cy="45720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2219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3794760"/>
            <a:ext cx="8503920" cy="45720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3822192"/>
            <a:ext cx="84124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27939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4251960"/>
            <a:ext cx="85039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4279392"/>
            <a:ext cx="84124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real-chip metadata beat에서 tdata[6:0] clear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709160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3659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0" y="4709160"/>
            <a:ext cx="85039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4736592"/>
            <a:ext cx="84124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metadata[6:0]=0x55 주입 후 final VDMA에서 0 확인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5166360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19379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166360"/>
            <a:ext cx="85039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5193792"/>
            <a:ext cx="84124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17-bit output 복원은 다음 generation에서 검토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Doc/TDC-GPX-Datasheet.pdf, 계획: C04_Output_Stage_260501030046_Plan_v002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지점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내부 보존과 C04 final output 계약을 분리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2788920" cy="512064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61872"/>
            <a:ext cx="2697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429000" y="1234440"/>
            <a:ext cx="4892040" cy="512064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261872"/>
            <a:ext cx="4800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변경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321040" y="1234440"/>
            <a:ext cx="2423160" cy="512064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261872"/>
            <a:ext cx="2331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근거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40080" y="1746504"/>
            <a:ext cx="27889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73936"/>
            <a:ext cx="2697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tdc_gpx_face_assembler.vhd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429000" y="1746504"/>
            <a:ext cx="48920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773936"/>
            <a:ext cx="4800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beat forwarding 시 [6:0]=0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321040" y="1746504"/>
            <a:ext cx="24231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773936"/>
            <a:ext cx="2331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827-831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40080" y="2258568"/>
            <a:ext cx="27889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286000"/>
            <a:ext cx="2697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tb_tdc_gpx_output_stage.vhd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3429000" y="2258568"/>
            <a:ext cx="48920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286000"/>
            <a:ext cx="4800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beats/cell 기준으로 TB 정렬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321040" y="2258568"/>
            <a:ext cx="24231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45-46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40080" y="2770632"/>
            <a:ext cx="27889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798064"/>
            <a:ext cx="2697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tb_tdc_gpx_output_stage.vhd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429000" y="2770632"/>
            <a:ext cx="48920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798064"/>
            <a:ext cx="4800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metadata sanitize monitor 추가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321040" y="2770632"/>
            <a:ext cx="24231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2798064"/>
            <a:ext cx="2331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176-177, 327-329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40080" y="3282696"/>
            <a:ext cx="27889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310128"/>
            <a:ext cx="2697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tb_tdc_gpx_output_stage_w32/w128.vhd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3429000" y="3282696"/>
            <a:ext cx="48920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310128"/>
            <a:ext cx="4800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폭별 wrapper TB 추가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321040" y="3282696"/>
            <a:ext cx="24231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3310128"/>
            <a:ext cx="2331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파일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914400" y="4800600"/>
            <a:ext cx="102412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4855464"/>
            <a:ext cx="1009497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판단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fn_beats_per_cell이 아니라 runtime fn_beats_per_cell_rt(max_hits_cfg, width)를 검증 기준으로 사용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clear는 등록 출력 직전 bit mask라 pipeline stage와 II를 증가시키지 않음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 / II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width가 넓어질수록 runtime line beat 수가 감소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554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72184"/>
            <a:ext cx="14081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beat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67712" y="1737360"/>
            <a:ext cx="5212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417320"/>
            <a:ext cx="1783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1472184"/>
            <a:ext cx="16367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737360"/>
            <a:ext cx="5120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1417320"/>
            <a:ext cx="150876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472184"/>
            <a:ext cx="13624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FIFO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02552" y="1737360"/>
            <a:ext cx="5212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51192" y="1417320"/>
            <a:ext cx="169164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1472184"/>
            <a:ext cx="154533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prefix/data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79408" y="1737360"/>
            <a:ext cx="5120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28048" y="1417320"/>
            <a:ext cx="173736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472184"/>
            <a:ext cx="15910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II=1 beat/clk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2971800"/>
            <a:ext cx="114300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999232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94560" y="2971800"/>
            <a:ext cx="137160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2999232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66160" y="2971800"/>
            <a:ext cx="182880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999232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cell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94960" y="2971800"/>
            <a:ext cx="192024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Scenario1 beats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0" y="2971800"/>
            <a:ext cx="182880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2999232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시각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51560" y="3410712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438144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94560" y="3410712"/>
            <a:ext cx="13716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3438144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66160" y="3410712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438144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94960" y="3410712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3438144"/>
            <a:ext cx="1828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0" y="3410712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3438144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317.5 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51560" y="3849624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3877056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194560" y="3849624"/>
            <a:ext cx="13716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40280" y="3877056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66160" y="3849624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11880" y="3877056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94960" y="3849624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40680" y="3877056"/>
            <a:ext cx="1828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0" y="3849624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3877056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297.5 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51560" y="4288536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4315968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194560" y="4288536"/>
            <a:ext cx="13716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40280" y="4315968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566160" y="4288536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11880" y="43159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394960" y="4288536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0680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315200" y="4288536"/>
            <a:ext cx="1828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60920" y="43159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287.5 ns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active_chip=1, stops_per_chip=2, max_hits_cfg=7, 200 MHz TB clock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2025.2.1 xsim 폭별 PASS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91440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53312"/>
            <a:ext cx="822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1600200" y="1325880"/>
            <a:ext cx="420624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353312"/>
            <a:ext cx="4114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Snapshot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274320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353312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8549640" y="1325880"/>
            <a:ext cx="274320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353312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85800" y="1856232"/>
            <a:ext cx="914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83664"/>
            <a:ext cx="822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1600200" y="1856232"/>
            <a:ext cx="4206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883664"/>
            <a:ext cx="4114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tb_tdc_gpx_output_stage_c04_w32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806440" y="1856232"/>
            <a:ext cx="2743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883664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 ok / seen 2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8549640" y="1856232"/>
            <a:ext cx="2743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1883664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PASS, S2 PASS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85800" y="2386584"/>
            <a:ext cx="914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414016"/>
            <a:ext cx="822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1600200" y="2386584"/>
            <a:ext cx="4206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2414016"/>
            <a:ext cx="4114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tb_tdc_gpx_output_stage_c04_w64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806440" y="2386584"/>
            <a:ext cx="2743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414016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 ok / seen 2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8549640" y="2386584"/>
            <a:ext cx="2743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2414016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PASS, S2 PASS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85800" y="2916936"/>
            <a:ext cx="914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44368"/>
            <a:ext cx="822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1600200" y="2916936"/>
            <a:ext cx="4206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944368"/>
            <a:ext cx="4114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tb_tdc_gpx_output_stage_c04_w128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5806440" y="2916936"/>
            <a:ext cx="2743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2944368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 ok / seen 2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8549640" y="2916936"/>
            <a:ext cx="2743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2944368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PASS, S2 PASS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914400" y="4343400"/>
            <a:ext cx="1024128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4398264"/>
            <a:ext cx="1009497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확인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metadata[6:0]에 0x55를 넣어도 final VDMA metadata beat에서는 0으로 관측됨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로그: xsim_output_stage_c04_w32/w64/w128.log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항목과 후속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generation final stream 계약은 닫고, 17-bit 복원은 다음 generation으로 유지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417320"/>
            <a:ext cx="132588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44752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417320"/>
            <a:ext cx="8915400" cy="53035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444752"/>
            <a:ext cx="8823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1947672"/>
            <a:ext cx="13258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75104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947672"/>
            <a:ext cx="8915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975104"/>
            <a:ext cx="8823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Q-C04-01: final VDMA metadata[6:0]=0 구현 및 검증 완료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2478024"/>
            <a:ext cx="13258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505456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478024"/>
            <a:ext cx="8915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2505456"/>
            <a:ext cx="8823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내부 metadata[6:0] 보존은 유지 가능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3008376"/>
            <a:ext cx="13258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035808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3008376"/>
            <a:ext cx="8915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3035808"/>
            <a:ext cx="8823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VDMA Hit[16] 출력은 이번 generation에서 제외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" y="3538728"/>
            <a:ext cx="13258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566160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3538728"/>
            <a:ext cx="8915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566160"/>
            <a:ext cx="8823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17-bit output format, SW parser, VDMA layout 재검토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C04는 다음 Cluster 진입 전 final output 계약 관점의 핵심 위험을 하나 닫음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Output Stage Result v001</dc:title>
  <dc:subject>C04 Output Stage Result v001</dc:subject>
  <dc:creator>Codex</dc:creator>
  <cp:lastModifiedBy>Codex</cp:lastModifiedBy>
  <cp:revision>1</cp:revision>
  <dcterms:created xsi:type="dcterms:W3CDTF">2026-04-30T18:20:02Z</dcterms:created>
  <dcterms:modified xsi:type="dcterms:W3CDTF">2026-04-30T18:20:02Z</dcterms:modified>
</cp:coreProperties>
</file>