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Sweep v001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cfg=0..7, width=32/64/128에서 C04 final stream 계약 검증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60020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9344"/>
            <a:ext cx="14538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 7 hits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965960"/>
            <a:ext cx="5943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1554480"/>
            <a:ext cx="16916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609344"/>
            <a:ext cx="15453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beats/cell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5943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1554480"/>
            <a:ext cx="1783080" cy="8229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609344"/>
            <a:ext cx="16367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965960"/>
            <a:ext cx="5943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55280" y="1554480"/>
            <a:ext cx="169164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609344"/>
            <a:ext cx="15453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metadata[6:0]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965960"/>
            <a:ext cx="5943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32720" y="1554480"/>
            <a:ext cx="128016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05872" y="1609344"/>
            <a:ext cx="113385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widths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7647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3749040"/>
            <a:ext cx="8412480" cy="45720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776472"/>
            <a:ext cx="8321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3367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4206240"/>
            <a:ext cx="8412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4233672"/>
            <a:ext cx="8321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0..7, output width 32/64/128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4663440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69087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4663440"/>
            <a:ext cx="8412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4690872"/>
            <a:ext cx="8321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output_delta = header_beats + 2 * beats_per_cell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5120640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14807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5120640"/>
            <a:ext cx="8412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5148072"/>
            <a:ext cx="8321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final metadata sanitize 직접 확인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Doc/TDC-GPX-Datasheet.pdf / 결과 문서: MaxHits_Sweep_v001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/ II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cfg는 beat 수를 줄이고, beat II는 유지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325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72184"/>
            <a:ext cx="11795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latch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41732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472184"/>
            <a:ext cx="131673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stream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132588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80744"/>
            <a:ext cx="17739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last beat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173736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417320"/>
            <a:ext cx="105156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1472184"/>
            <a:ext cx="9052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173736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1325880"/>
            <a:ext cx="201168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380744"/>
            <a:ext cx="18653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VDMA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II=1 beat/clk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3154680"/>
            <a:ext cx="18288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82112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2743200" y="3154680"/>
            <a:ext cx="841248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182112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14400" y="3593592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621024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2743200" y="3593592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621024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cfg가 작아지면 line output beat 수 감소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14400" y="4032504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59936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2743200" y="4032504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4059936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width가 넓을수록 line beat 수 감소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14400" y="4471416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49884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2743200" y="4471416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4498848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backpressure가 없으면 final output 1 beat/clk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914400" y="4910328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937760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2743200" y="4910328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4937760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beat 위치는 runtime beats/cell 기준</a:t>
            </a:r>
            <a:endParaRPr lang="en-US" sz="97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clear는 등록 출력 전 bit mask라 pipeline stage 추가 없음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 / 64bit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cfg=0은 cfg=7과 같은 effective 7 hits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91440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600200" y="1234440"/>
            <a:ext cx="192024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261872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 b/cell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164592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26187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 out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166360" y="1234440"/>
            <a:ext cx="192024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261872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 b/cell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086600" y="1234440"/>
            <a:ext cx="164592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26187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 out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85800" y="1627632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655064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600200" y="1627632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1655064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520440" y="162763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65506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166360" y="1627632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655064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86600" y="162763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65506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85800" y="2020824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048256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600200" y="2020824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2048256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3520440" y="202082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04825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166360" y="2020824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048256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086600" y="202082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204825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85800" y="2414016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441448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1600200" y="2414016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2441448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3520440" y="241401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44144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166360" y="2414016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2441448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086600" y="241401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244144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85800" y="2807208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2834640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1600200" y="2807208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0" y="2834640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3520440" y="2807208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2834640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5166360" y="2807208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2834640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7086600" y="2807208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2834640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685800" y="3200400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3227832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1600200" y="3200400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0" y="3227832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3520440" y="3200400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322783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5166360" y="3200400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3227832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7086600" y="3200400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22783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685800" y="3593592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3621024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1600200" y="3593592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45920" y="3621024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3520440" y="359359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6160" y="362102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5166360" y="3593592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12080" y="3621024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73" name="Shape 71"/>
          <p:cNvSpPr/>
          <p:nvPr/>
        </p:nvSpPr>
        <p:spPr>
          <a:xfrm>
            <a:off x="7086600" y="359359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362102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685800" y="3986784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4014216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1600200" y="3986784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0" y="4014216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3520440" y="398678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66160" y="401421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5166360" y="3986784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12080" y="4014216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83" name="Shape 81"/>
          <p:cNvSpPr/>
          <p:nvPr/>
        </p:nvSpPr>
        <p:spPr>
          <a:xfrm>
            <a:off x="7086600" y="398678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32320" y="401421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20" dirty="0"/>
          </a:p>
        </p:txBody>
      </p:sp>
      <p:sp>
        <p:nvSpPr>
          <p:cNvPr id="85" name="Shape 83"/>
          <p:cNvSpPr/>
          <p:nvPr/>
        </p:nvSpPr>
        <p:spPr>
          <a:xfrm>
            <a:off x="685800" y="4379976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4407408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87" name="Shape 85"/>
          <p:cNvSpPr/>
          <p:nvPr/>
        </p:nvSpPr>
        <p:spPr>
          <a:xfrm>
            <a:off x="1600200" y="4379976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645920" y="4407408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3520440" y="437997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66160" y="440740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20" dirty="0"/>
          </a:p>
        </p:txBody>
      </p:sp>
      <p:sp>
        <p:nvSpPr>
          <p:cNvPr id="91" name="Shape 89"/>
          <p:cNvSpPr/>
          <p:nvPr/>
        </p:nvSpPr>
        <p:spPr>
          <a:xfrm>
            <a:off x="5166360" y="4379976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12080" y="4407408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7086600" y="437997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32320" y="440740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20" dirty="0"/>
          </a:p>
        </p:txBody>
      </p:sp>
      <p:sp>
        <p:nvSpPr>
          <p:cNvPr id="95" name="Shape 93"/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87552" y="5221224"/>
            <a:ext cx="1009497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PASS: xsim_output_stage_maxhits_w32.log / w64.log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active chip 1개, stops_per_chip=2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cfg에서 2 beats/cell, output_delta 7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143000"/>
            <a:ext cx="91440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70432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874520" y="1143000"/>
            <a:ext cx="164592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17043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effective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182880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70432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beats/cell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349240" y="1143000"/>
            <a:ext cx="192024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70432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output_delta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269480" y="1143000"/>
            <a:ext cx="164592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17043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60120" y="1536192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563624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874520" y="153619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56362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520440" y="1536192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563624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349240" y="1536192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563624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269480" y="153619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56362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60120" y="1929384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1956816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874520" y="192938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195681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3520440" y="1929384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1956816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349240" y="1929384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956816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269480" y="192938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95681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60120" y="2322576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2350008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1874520" y="232257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235000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3520440" y="2322576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350008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349240" y="2322576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2350008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269480" y="232257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35000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60120" y="2715768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2743200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1874520" y="2715768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20240" y="2743200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3520440" y="2715768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2743200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5349240" y="2715768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2743200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7269480" y="2715768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2743200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960120" y="3108960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5840" y="3136392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1874520" y="3108960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0240" y="313639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3520440" y="3108960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3136392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5349240" y="3108960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3136392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7269480" y="3108960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3136392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960120" y="3502152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3529584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1874520" y="350215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0240" y="352958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3520440" y="3502152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6160" y="3529584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5349240" y="3502152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0" y="3529584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73" name="Shape 71"/>
          <p:cNvSpPr/>
          <p:nvPr/>
        </p:nvSpPr>
        <p:spPr>
          <a:xfrm>
            <a:off x="7269480" y="350215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0" y="3529584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960120" y="3895344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5840" y="3922776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1874520" y="389534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20240" y="392277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3520440" y="3895344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66160" y="3922776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5349240" y="3895344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94960" y="3922776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83" name="Shape 81"/>
          <p:cNvSpPr/>
          <p:nvPr/>
        </p:nvSpPr>
        <p:spPr>
          <a:xfrm>
            <a:off x="7269480" y="389534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15200" y="3922776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85" name="Shape 83"/>
          <p:cNvSpPr/>
          <p:nvPr/>
        </p:nvSpPr>
        <p:spPr>
          <a:xfrm>
            <a:off x="960120" y="4288536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05840" y="4315968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87" name="Shape 85"/>
          <p:cNvSpPr/>
          <p:nvPr/>
        </p:nvSpPr>
        <p:spPr>
          <a:xfrm>
            <a:off x="1874520" y="428853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920240" y="431596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3520440" y="4288536"/>
            <a:ext cx="1828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66160" y="4315968"/>
            <a:ext cx="1737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20" dirty="0"/>
          </a:p>
        </p:txBody>
      </p:sp>
      <p:sp>
        <p:nvSpPr>
          <p:cNvPr id="91" name="Shape 89"/>
          <p:cNvSpPr/>
          <p:nvPr/>
        </p:nvSpPr>
        <p:spPr>
          <a:xfrm>
            <a:off x="5349240" y="4288536"/>
            <a:ext cx="19202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94960" y="4315968"/>
            <a:ext cx="1828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7269480" y="428853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15200" y="4315968"/>
            <a:ext cx="1554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95" name="Shape 93"/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87552" y="5221224"/>
            <a:ext cx="1009497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PASS: xsim_output_stage_maxhits_w128.log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128bit에서는 7 hit + metadata가 2 beats/cell 안에 들어간다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runtime scaling과 Hit[16] 폐기 정책 검증 완료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325880"/>
            <a:ext cx="196596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53312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1325880"/>
            <a:ext cx="822960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353312"/>
            <a:ext cx="8138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1856232"/>
            <a:ext cx="19659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83664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cfg=0 alias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856232"/>
            <a:ext cx="8229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883664"/>
            <a:ext cx="8138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effective 7 hits로 검증 완료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2386584"/>
            <a:ext cx="19659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14016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scaling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386584"/>
            <a:ext cx="8229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414016"/>
            <a:ext cx="8138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모두 기대 output_delta 일치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2916936"/>
            <a:ext cx="19659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44368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sanitize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916936"/>
            <a:ext cx="8229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944368"/>
            <a:ext cx="8138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final stream 모두 metadata[6:0]=0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3447288"/>
            <a:ext cx="19659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474720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회귀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3447288"/>
            <a:ext cx="8229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474720"/>
            <a:ext cx="8138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 smoke/abort PASS 유지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0120" y="3977640"/>
            <a:ext cx="19659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05072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977640"/>
            <a:ext cx="8229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4005072"/>
            <a:ext cx="8138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17-bit output 복원은 다음 generation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Vivado/xsim 경로: C:\AMDDesignTools\2025.2.1\Vivado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max_hits_cfg Sweep v001</dc:title>
  <dc:subject>C04 max_hits_cfg Sweep v001</dc:subject>
  <dc:creator>Codex</dc:creator>
  <cp:lastModifiedBy>Codex</cp:lastModifiedBy>
  <cp:revision>1</cp:revision>
  <dcterms:created xsi:type="dcterms:W3CDTF">2026-04-30T18:34:59Z</dcterms:created>
  <dcterms:modified xsi:type="dcterms:W3CDTF">2026-04-30T18:34:59Z</dcterms:modified>
</cp:coreProperties>
</file>