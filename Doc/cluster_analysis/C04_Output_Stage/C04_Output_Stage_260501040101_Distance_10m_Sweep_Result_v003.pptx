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 시작 10m 거리 스윕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post-stop 보수 모델: stop_tdc 이후 C04 final stream drain이 next start 전 완료되는지 확인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71600"/>
            <a:ext cx="128930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59436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32588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1371600"/>
            <a:ext cx="119786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1691640"/>
            <a:ext cx="59436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13258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371600"/>
            <a:ext cx="160934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1691640"/>
            <a:ext cx="59436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23760" y="132588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1371600"/>
            <a:ext cx="119786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1..7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95360" y="1691640"/>
            <a:ext cx="59436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132588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1371600"/>
            <a:ext cx="179222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PASS/FAIL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post-stop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2926080"/>
            <a:ext cx="23317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2944368"/>
            <a:ext cx="2258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2926080"/>
            <a:ext cx="80467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2944368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5840" y="3364992"/>
            <a:ext cx="2331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3383280"/>
            <a:ext cx="2258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 왕복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3364992"/>
            <a:ext cx="8046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383280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667,100 ps = 667.100 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5840" y="3803904"/>
            <a:ext cx="2331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3822192"/>
            <a:ext cx="2258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 shot_period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3803904"/>
            <a:ext cx="8046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3822192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1,000,650 ps = 1.000650 us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5840" y="4242816"/>
            <a:ext cx="2331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4261104"/>
            <a:ext cx="2258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 post-stop budget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37560" y="4242816"/>
            <a:ext cx="8046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4261104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333,550 ps = 333.550 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05840" y="4681728"/>
            <a:ext cx="2331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" y="4700016"/>
            <a:ext cx="2258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37560" y="4681728"/>
            <a:ext cx="80467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74136" y="4700016"/>
            <a:ext cx="79735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drain_ps &lt;= post_stop_budget_ps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tb_tdc_gpx_distance_maxhits_matrix_100m_10m.vhd / xsim_distance_maxhits_matrix_100m_10m.log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 판정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100m에서는 stop 이후 budget이 333.550 ns라서 모든 width가 cfg=1부터 FAIL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96012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435608"/>
            <a:ext cx="8869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417320"/>
            <a:ext cx="82296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11096" y="1435608"/>
            <a:ext cx="749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187452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4056" y="1435608"/>
            <a:ext cx="18013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187452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435608"/>
            <a:ext cx="18013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budget_ps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169164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1435608"/>
            <a:ext cx="16184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margin_ps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1143000" cy="56692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4736" y="1435608"/>
            <a:ext cx="1069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1984248"/>
            <a:ext cx="9601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2002536"/>
            <a:ext cx="8869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74520" y="1984248"/>
            <a:ext cx="822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11096" y="2002536"/>
            <a:ext cx="749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7480" y="1984248"/>
            <a:ext cx="18745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34056" y="2002536"/>
            <a:ext cx="18013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506,692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1984248"/>
            <a:ext cx="18745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2002536"/>
            <a:ext cx="18013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333,550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1984248"/>
            <a:ext cx="169164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3096" y="2002536"/>
            <a:ext cx="16184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-173,142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1984248"/>
            <a:ext cx="114300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002536"/>
            <a:ext cx="1069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2551176"/>
            <a:ext cx="9601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2569464"/>
            <a:ext cx="8869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74520" y="2551176"/>
            <a:ext cx="822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11096" y="2569464"/>
            <a:ext cx="749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697480" y="2551176"/>
            <a:ext cx="18745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34056" y="2569464"/>
            <a:ext cx="18013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466,690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2551176"/>
            <a:ext cx="18745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2569464"/>
            <a:ext cx="18013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333,550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46520" y="2551176"/>
            <a:ext cx="169164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3096" y="2569464"/>
            <a:ext cx="16184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-133,140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38160" y="2551176"/>
            <a:ext cx="114300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2569464"/>
            <a:ext cx="1069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14400" y="3118104"/>
            <a:ext cx="9601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" y="3136392"/>
            <a:ext cx="8869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874520" y="3118104"/>
            <a:ext cx="82296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11096" y="3136392"/>
            <a:ext cx="749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97480" y="3118104"/>
            <a:ext cx="18745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34056" y="3136392"/>
            <a:ext cx="18013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446,689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0" y="3118104"/>
            <a:ext cx="18745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3136392"/>
            <a:ext cx="18013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333,550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46520" y="3118104"/>
            <a:ext cx="169164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83096" y="3136392"/>
            <a:ext cx="16184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-113,139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38160" y="3118104"/>
            <a:ext cx="114300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74736" y="3136392"/>
            <a:ext cx="1069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0120" y="3977640"/>
            <a:ext cx="1965960" cy="438912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4128" y="4023360"/>
            <a:ext cx="183794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100m에서의 핵심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154680" y="3886200"/>
            <a:ext cx="79095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출력이 stop_tdc 이후에만 drain된다는 보수 모델에서는 128bit라도 cfg=1을 만족하지 못한다. 100m 운용을 닫으려면 overlap 검증, PRF 완화, payload 축소, 또는 더 빠른 output path 검토가 필요하다.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로그: 32 log:34 / 64 log:102 / 128 log:142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PASS 거리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10m 단위 경계에서 width별 최소 운용 거리가 더 정확해졌다.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80160"/>
            <a:ext cx="2286000" cy="60350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298448"/>
            <a:ext cx="22128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1920240" cy="60350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6976" y="1298448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280160"/>
            <a:ext cx="1920240" cy="60350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57216" y="1298448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1280160"/>
            <a:ext cx="1920240" cy="603504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77456" y="1298448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1883664"/>
            <a:ext cx="228600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901952"/>
            <a:ext cx="22128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cfg=1 최소 PASS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883664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1901952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160m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883664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1901952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883664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7456" y="1901952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2487168"/>
            <a:ext cx="228600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2505456"/>
            <a:ext cx="22128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cfg=6 최소 PASS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487168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2505456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280m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2487168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2505456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40880" y="2487168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2505456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3090672"/>
            <a:ext cx="228600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3108960"/>
            <a:ext cx="22128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cfg=7 최소 PASS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3090672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3108960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20640" y="3090672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3108960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40880" y="3090672"/>
            <a:ext cx="19202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77456" y="3108960"/>
            <a:ext cx="1847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" y="36576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3703320"/>
            <a:ext cx="2386584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cfg1:160m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cfg6:280m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cfg7:350m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840480" y="36576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04488" y="3703320"/>
            <a:ext cx="2386584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cfg1:140m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cfg6:210m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cfg7:210m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66560" y="3657600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0568" y="3703320"/>
            <a:ext cx="2386584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cfg1:140m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cfg6:140m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cfg7:140m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로그: 32 log:46,80,96 / 64 log:110,136 / 128 log:150,162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Width별 Beat Group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max_hits_cfg가 증가해도 width에 따라 같은 beat group을 공유한다.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914400" cy="41148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252728"/>
            <a:ext cx="841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1234440"/>
            <a:ext cx="1828800" cy="41148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28216" y="1252728"/>
            <a:ext cx="17556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group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20440" y="1234440"/>
            <a:ext cx="1325880" cy="41148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25272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line_beats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1691640" cy="41148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252728"/>
            <a:ext cx="1618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37960" y="1234440"/>
            <a:ext cx="1325880" cy="41148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125272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PASS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9144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1664208"/>
            <a:ext cx="841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91640" y="1645920"/>
            <a:ext cx="18288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28216" y="1664208"/>
            <a:ext cx="17556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1..2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20440" y="164592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166420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645920"/>
            <a:ext cx="1691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664208"/>
            <a:ext cx="1618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506,692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37960" y="164592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166420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160m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2057400"/>
            <a:ext cx="9144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2075688"/>
            <a:ext cx="841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91640" y="2057400"/>
            <a:ext cx="18288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28216" y="2075688"/>
            <a:ext cx="17556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3..4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20440" y="205740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7016" y="207568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057400"/>
            <a:ext cx="1691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075688"/>
            <a:ext cx="1618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720,036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205740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74536" y="207568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" y="2468880"/>
            <a:ext cx="9144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" y="2487168"/>
            <a:ext cx="841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691640" y="2468880"/>
            <a:ext cx="18288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28216" y="2487168"/>
            <a:ext cx="17556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5..6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20440" y="246888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57016" y="248716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468880"/>
            <a:ext cx="1691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2487168"/>
            <a:ext cx="1618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933,380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537960" y="246888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248716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280m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77240" y="2880360"/>
            <a:ext cx="9144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" y="2898648"/>
            <a:ext cx="841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691640" y="2880360"/>
            <a:ext cx="18288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28216" y="2898648"/>
            <a:ext cx="17556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20440" y="288036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57016" y="289864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46320" y="2880360"/>
            <a:ext cx="1691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82896" y="2898648"/>
            <a:ext cx="1618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1,146,724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37960" y="288036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74536" y="289864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77240" y="3291840"/>
            <a:ext cx="9144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3816" y="3310128"/>
            <a:ext cx="841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691640" y="3291840"/>
            <a:ext cx="18288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28216" y="3310128"/>
            <a:ext cx="17556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1..4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520440" y="329184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57016" y="331012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46320" y="3291840"/>
            <a:ext cx="1691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82896" y="3310128"/>
            <a:ext cx="1618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466,690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537960" y="329184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74536" y="331012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77240" y="3703320"/>
            <a:ext cx="9144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3816" y="3721608"/>
            <a:ext cx="841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691640" y="3703320"/>
            <a:ext cx="18288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28216" y="3721608"/>
            <a:ext cx="17556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5..7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520440" y="370332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57016" y="372160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46320" y="3703320"/>
            <a:ext cx="1691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82896" y="3721608"/>
            <a:ext cx="1618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680,034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537960" y="370332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74536" y="372160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77240" y="4114800"/>
            <a:ext cx="9144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3816" y="4133088"/>
            <a:ext cx="8412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691640" y="4114800"/>
            <a:ext cx="18288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728216" y="4133088"/>
            <a:ext cx="175564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1..7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520440" y="411480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57016" y="413308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846320" y="4114800"/>
            <a:ext cx="169164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82896" y="4133088"/>
            <a:ext cx="161848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446,689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537960" y="4114800"/>
            <a:ext cx="132588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74536" y="4133088"/>
            <a:ext cx="1252728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818120" y="132588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82128" y="1371600"/>
            <a:ext cx="1060704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726680" y="1874520"/>
            <a:ext cx="32004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width는 같은 cell payload를 더 적은 beat로 내보낸다. 그래서 post-stop budget이 작은 근거리에서는 128bit가 거리 경계를 크게 낮춘다.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근거: tdc_gpx_pkg.vhd fn_beats_per_cell_rt / 150MHz output period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판단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100m부터 10m 단위로 보면 100m 보수 운용은 현재 full-line payload 기준으로 닫히지 않는다.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63040"/>
            <a:ext cx="133502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14600" y="1417320"/>
            <a:ext cx="81381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32/64/128bit 모두 cfg=1부터 FAIL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788920"/>
            <a:ext cx="206654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cfg=6 이상 보수 사용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146304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2578608"/>
            <a:ext cx="13898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2194560" cy="45720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2578608"/>
            <a:ext cx="2121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거리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017520"/>
            <a:ext cx="14630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3035808"/>
            <a:ext cx="13898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21945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35808"/>
            <a:ext cx="2121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280m 이상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474720"/>
            <a:ext cx="14630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3493008"/>
            <a:ext cx="13898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21945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3493008"/>
            <a:ext cx="2121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210m 이상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931920"/>
            <a:ext cx="146304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3950208"/>
            <a:ext cx="138988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2194560" cy="45720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50208"/>
            <a:ext cx="2121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140m 이상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265176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2697480"/>
            <a:ext cx="128930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검토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100m 운용이 필요하면 end-to-end overlap 검증 또는 shot_period 완화가 별도 필요하다.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최종 PASS: xsim_distance_maxhits_matrix_100m_10m.log:166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C04 100m 10m Distance Sweep Result v003</dc:title>
  <dc:subject>C04 100m 10m Distance Sweep Result v003</dc:subject>
  <dc:creator>Codex</dc:creator>
  <cp:lastModifiedBy>Codex</cp:lastModifiedBy>
  <cp:revision>1</cp:revision>
  <dcterms:created xsi:type="dcterms:W3CDTF">2026-04-30T19:03:32Z</dcterms:created>
  <dcterms:modified xsi:type="dcterms:W3CDTF">2026-04-30T19:03:32Z</dcterms:modified>
</cp:coreProperties>
</file>