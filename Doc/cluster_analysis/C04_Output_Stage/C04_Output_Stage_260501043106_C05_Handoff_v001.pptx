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556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C04 종료 판단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67512"/>
            <a:ext cx="110642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 Stage는 다음 Cluster로 넘길 수 있다. 남은 위험은 system/top 계약에서 검증한다.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17320"/>
            <a:ext cx="1828800" cy="6858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463040"/>
            <a:ext cx="1700784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C03 cell stream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06040" y="1755648"/>
            <a:ext cx="548640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200400" y="1417320"/>
            <a:ext cx="1828800" cy="685800"/>
          </a:xfrm>
          <a:prstGeom prst="roundRect">
            <a:avLst>
              <a:gd name="adj" fmla="val 8000"/>
            </a:avLst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64408" y="1463040"/>
            <a:ext cx="1700784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face_assembler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74920" y="1755648"/>
            <a:ext cx="548640" cy="0"/>
          </a:xfrm>
          <a:prstGeom prst="line">
            <a:avLst/>
          </a:prstGeom>
          <a:noFill/>
          <a:ln w="1778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669280" y="1417320"/>
            <a:ext cx="1828800" cy="68580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33288" y="1463040"/>
            <a:ext cx="1700784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FIFO + header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43800" y="1755648"/>
            <a:ext cx="548640" cy="0"/>
          </a:xfrm>
          <a:prstGeom prst="line">
            <a:avLst/>
          </a:prstGeom>
          <a:noFill/>
          <a:ln w="1778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1417320"/>
            <a:ext cx="1828800" cy="68580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02168" y="1463040"/>
            <a:ext cx="1700784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final AXIS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4400" y="2971800"/>
            <a:ext cx="3840480" cy="420624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0976" y="2990088"/>
            <a:ext cx="376732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항목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2971800"/>
            <a:ext cx="6309360" cy="420624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91456" y="2990088"/>
            <a:ext cx="623620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14400" y="3392424"/>
            <a:ext cx="3840480" cy="420624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0976" y="3410712"/>
            <a:ext cx="376732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32/64/128bit output width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3392424"/>
            <a:ext cx="6309360" cy="420624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91456" y="3410712"/>
            <a:ext cx="623620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tdc_gpx_output_stage.vhd:34,216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14400" y="3813048"/>
            <a:ext cx="3840480" cy="420624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0976" y="3831336"/>
            <a:ext cx="376732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Hit[16] final stream 제거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3813048"/>
            <a:ext cx="6309360" cy="420624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91456" y="3831336"/>
            <a:ext cx="623620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tdc_gpx_face_assembler.vhd:829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14400" y="4233672"/>
            <a:ext cx="3840480" cy="420624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0976" y="4251960"/>
            <a:ext cx="376732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header/tuser/frame_done 계약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4233672"/>
            <a:ext cx="6309360" cy="420624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91456" y="4251960"/>
            <a:ext cx="623620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tdc_gpx_header_inserter.vhd:127~136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14400" y="4654296"/>
            <a:ext cx="3840480" cy="420624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50976" y="4672584"/>
            <a:ext cx="376732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polygon budget xsim PASS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4654296"/>
            <a:ext cx="6309360" cy="420624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91456" y="4672584"/>
            <a:ext cx="623620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xsim_polygon_budget_matrix.log:554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94360" y="6364224"/>
            <a:ext cx="10972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C04_Output_Stage_260501043106_C05_Handoff_v001.md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556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C04 -&gt; C05 계약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67512"/>
            <a:ext cx="110642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C05는 C04 결과를 top-level sequencer/status/downstream system 계약으로 검증한다.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34440"/>
            <a:ext cx="3657600" cy="438912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2376" y="1252728"/>
            <a:ext cx="358444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</a:t>
            </a:r>
            <a:endParaRPr lang="en-US" sz="960" dirty="0"/>
          </a:p>
        </p:txBody>
      </p:sp>
      <p:sp>
        <p:nvSpPr>
          <p:cNvPr id="7" name="Shape 5"/>
          <p:cNvSpPr/>
          <p:nvPr/>
        </p:nvSpPr>
        <p:spPr>
          <a:xfrm>
            <a:off x="4343400" y="1234440"/>
            <a:ext cx="6949440" cy="438912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79976" y="1252728"/>
            <a:ext cx="687628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C05 확인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685800" y="1673352"/>
            <a:ext cx="3657600" cy="43891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2376" y="1691640"/>
            <a:ext cx="358444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 width는 32/64/128</a:t>
            </a:r>
            <a:endParaRPr lang="en-US" sz="960" dirty="0"/>
          </a:p>
        </p:txBody>
      </p:sp>
      <p:sp>
        <p:nvSpPr>
          <p:cNvPr id="11" name="Shape 9"/>
          <p:cNvSpPr/>
          <p:nvPr/>
        </p:nvSpPr>
        <p:spPr>
          <a:xfrm>
            <a:off x="4343400" y="1673352"/>
            <a:ext cx="6949440" cy="43891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79976" y="1691640"/>
            <a:ext cx="687628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VDMA width, memory layout, parser 일치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685800" y="2112264"/>
            <a:ext cx="3657600" cy="43891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2376" y="2130552"/>
            <a:ext cx="358444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rising/falling lane 분리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4343400" y="2112264"/>
            <a:ext cx="6949440" cy="43891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79976" y="2130552"/>
            <a:ext cx="687628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VDMA channel mapping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685800" y="2551176"/>
            <a:ext cx="3657600" cy="43891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2376" y="2569464"/>
            <a:ext cx="358444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tuser(0)=SOF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4343400" y="2551176"/>
            <a:ext cx="6949440" cy="43891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79976" y="2569464"/>
            <a:ext cx="687628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SW/VDMA packet boundary 해석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685800" y="2990088"/>
            <a:ext cx="3657600" cy="43891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2376" y="3008376"/>
            <a:ext cx="358444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Hit[16] 제거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4343400" y="2990088"/>
            <a:ext cx="6949440" cy="43891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79976" y="3008376"/>
            <a:ext cx="687628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generation parser는 Hit[15:0]만 사용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685800" y="3429000"/>
            <a:ext cx="3657600" cy="43891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2376" y="3447288"/>
            <a:ext cx="358444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polygon budget은 8us reserve 가정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4343400" y="3429000"/>
            <a:ext cx="6949440" cy="43891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79976" y="3447288"/>
            <a:ext cx="687628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 worst-case와 backpressure 반영</a:t>
            </a:r>
            <a:endParaRPr lang="en-US" sz="960" dirty="0"/>
          </a:p>
        </p:txBody>
      </p:sp>
      <p:sp>
        <p:nvSpPr>
          <p:cNvPr id="29" name="Shape 27"/>
          <p:cNvSpPr/>
          <p:nvPr/>
        </p:nvSpPr>
        <p:spPr>
          <a:xfrm>
            <a:off x="685800" y="3867912"/>
            <a:ext cx="3657600" cy="43891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2376" y="3886200"/>
            <a:ext cx="358444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C04 PASS는 ready 유지 조건</a:t>
            </a:r>
            <a:endParaRPr lang="en-US" sz="960" dirty="0"/>
          </a:p>
        </p:txBody>
      </p:sp>
      <p:sp>
        <p:nvSpPr>
          <p:cNvPr id="31" name="Shape 29"/>
          <p:cNvSpPr/>
          <p:nvPr/>
        </p:nvSpPr>
        <p:spPr>
          <a:xfrm>
            <a:off x="4343400" y="3867912"/>
            <a:ext cx="6949440" cy="43891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9976" y="3886200"/>
            <a:ext cx="687628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ready stall negative test</a:t>
            </a:r>
            <a:endParaRPr lang="en-US" sz="960" dirty="0"/>
          </a:p>
        </p:txBody>
      </p:sp>
      <p:sp>
        <p:nvSpPr>
          <p:cNvPr id="33" name="Text 31"/>
          <p:cNvSpPr/>
          <p:nvPr/>
        </p:nvSpPr>
        <p:spPr>
          <a:xfrm>
            <a:off x="594360" y="6364224"/>
            <a:ext cx="10972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Cluster: C05_Top_Sequencer_Status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556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Polygon Budget 인계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67512"/>
            <a:ext cx="110642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13.888889us point 간격에서 8us를 예약한 뒤 남은 예산으로 C04 drain을 판단했다.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17320"/>
            <a:ext cx="1188720" cy="566928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1435608"/>
            <a:ext cx="111556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Width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20240" y="1417320"/>
            <a:ext cx="2011680" cy="566928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56816" y="1435608"/>
            <a:ext cx="193852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cfg=7 유지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931920" y="1417320"/>
            <a:ext cx="5577840" cy="566928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68496" y="1435608"/>
            <a:ext cx="550468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스왑 구간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509760" y="1417320"/>
            <a:ext cx="1188720" cy="566928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46336" y="1435608"/>
            <a:ext cx="111556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FAIL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1984248"/>
            <a:ext cx="1188720" cy="56692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" y="2002536"/>
            <a:ext cx="111556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32bit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920240" y="1984248"/>
            <a:ext cx="2011680" cy="56692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56816" y="2002536"/>
            <a:ext cx="193852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710m까지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931920" y="1984248"/>
            <a:ext cx="5577840" cy="56692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68496" y="2002536"/>
            <a:ext cx="550468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720~740 cfg6, 750~770 cfg4, 780~800 cfg2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509760" y="1984248"/>
            <a:ext cx="1188720" cy="56692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46336" y="2002536"/>
            <a:ext cx="111556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810m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2551176"/>
            <a:ext cx="1188720" cy="56692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2569464"/>
            <a:ext cx="111556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64bit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920240" y="2551176"/>
            <a:ext cx="2011680" cy="56692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56816" y="2569464"/>
            <a:ext cx="193852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780m까지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931920" y="2551176"/>
            <a:ext cx="5577840" cy="56692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68496" y="2569464"/>
            <a:ext cx="550468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790~810 cfg4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509760" y="2551176"/>
            <a:ext cx="1188720" cy="56692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546336" y="2569464"/>
            <a:ext cx="111556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820m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31520" y="3118104"/>
            <a:ext cx="1188720" cy="56692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8096" y="3136392"/>
            <a:ext cx="111556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128bit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920240" y="3118104"/>
            <a:ext cx="2011680" cy="56692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56816" y="3136392"/>
            <a:ext cx="193852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810m까지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931920" y="3118104"/>
            <a:ext cx="5577840" cy="56692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968496" y="3136392"/>
            <a:ext cx="550468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없음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509760" y="3118104"/>
            <a:ext cx="1188720" cy="56692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546336" y="3136392"/>
            <a:ext cx="111556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820m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60120" y="416052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24128" y="4206240"/>
            <a:ext cx="1426464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C05 핵심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788920" y="4069080"/>
            <a:ext cx="804672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8us reserve와 output ready high 조건이 실제 시스템에서 유지되는지 확인해야 C04 timing 결과를 운용 계약으로 확정할 수 있다.</a:t>
            </a:r>
            <a:endParaRPr lang="en-US" sz="1220" dirty="0"/>
          </a:p>
        </p:txBody>
      </p:sp>
      <p:sp>
        <p:nvSpPr>
          <p:cNvPr id="40" name="Text 38"/>
          <p:cNvSpPr/>
          <p:nvPr/>
        </p:nvSpPr>
        <p:spPr>
          <a:xfrm>
            <a:off x="594360" y="6364224"/>
            <a:ext cx="10972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C04_Output_Stage_260501042543_Polygon_Budget_Sweep_Result_v001.md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C04 to C05 Handoff v001</dc:title>
  <dc:subject>C04 to C05 Handoff v001</dc:subject>
  <dc:creator>Codex</dc:creator>
  <cp:lastModifiedBy>Codex</cp:lastModifiedBy>
  <cp:revision>1</cp:revision>
  <dcterms:created xsi:type="dcterms:W3CDTF">2026-04-30T19:34:46Z</dcterms:created>
  <dcterms:modified xsi:type="dcterms:W3CDTF">2026-04-30T19:34:46Z</dcterms:modified>
</cp:coreProperties>
</file>