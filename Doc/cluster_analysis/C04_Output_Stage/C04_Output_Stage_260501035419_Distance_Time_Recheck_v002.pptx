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m 왕복 시간 재검토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v001은 C04 drain이 측정 창과 완전히 겹친다는 낙관 모델이었다. v002는 stop_tdc 이후 drain 예산을 분리한다.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2743200" cy="86868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371600"/>
            <a:ext cx="259689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시간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m 왕복 = 약 1.0007 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794760" y="132588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67912" y="1371600"/>
            <a:ext cx="287121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근사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6671 ps/m -&gt; 1,000,650 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1325880"/>
            <a:ext cx="2926080" cy="86868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05472" y="1371600"/>
            <a:ext cx="2779776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계약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shot_period = 1.5 x 왕복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606040"/>
            <a:ext cx="10241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물리식: round_trip = 2 x distance / c, c = 299,792,458 m/s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3246120"/>
            <a:ext cx="1280160" cy="438912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3264408"/>
            <a:ext cx="12070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31720" y="3246120"/>
            <a:ext cx="2286000" cy="438912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8296" y="3264408"/>
            <a:ext cx="22128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3246120"/>
            <a:ext cx="6858000" cy="438912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3264408"/>
            <a:ext cx="67848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51560" y="3685032"/>
            <a:ext cx="12801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8136" y="3703320"/>
            <a:ext cx="12070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31720" y="3685032"/>
            <a:ext cx="2286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68296" y="3703320"/>
            <a:ext cx="22128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3685032"/>
            <a:ext cx="6858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4296" y="3703320"/>
            <a:ext cx="67848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start_tdc 발생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51560" y="4123944"/>
            <a:ext cx="12801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8136" y="4142232"/>
            <a:ext cx="12070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31720" y="4123944"/>
            <a:ext cx="2286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68296" y="4142232"/>
            <a:ext cx="22128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1,000,650 ps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4123944"/>
            <a:ext cx="6858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54296" y="4142232"/>
            <a:ext cx="67848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m 왕복 후 stop_tdc 발생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51560" y="4562856"/>
            <a:ext cx="12801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8136" y="4581144"/>
            <a:ext cx="12070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31720" y="4562856"/>
            <a:ext cx="2286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68296" y="4581144"/>
            <a:ext cx="22128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1,500,975 ps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17720" y="4562856"/>
            <a:ext cx="6858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54296" y="4581144"/>
            <a:ext cx="67848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 x 왕복 기준 next start_tdc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51560" y="5001768"/>
            <a:ext cx="128016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88136" y="5020056"/>
            <a:ext cx="12070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Budget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331720" y="5001768"/>
            <a:ext cx="2286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68296" y="5020056"/>
            <a:ext cx="22128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500,325 ps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17720" y="5001768"/>
            <a:ext cx="6858000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54296" y="5020056"/>
            <a:ext cx="678484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stop_tdc 이후 C04 drain 가능 시간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94360" y="6373368"/>
            <a:ext cx="109728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tdc_gpx_pkg.vhd:278,281 / tb_tdc_gpx_distance_maxhits_matrix.vhd:44,68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Diagram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post-stop 보수 모델: 데이터가 stop_tdc 이후 C04에서 drain된다고 보면 150 m의 실제 여유는 약 500 ns다.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8961120" cy="0"/>
          </a:xfrm>
          <a:prstGeom prst="line">
            <a:avLst/>
          </a:prstGeom>
          <a:noFill/>
          <a:ln w="17780">
            <a:solidFill>
              <a:srgbClr val="1720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783080"/>
            <a:ext cx="0" cy="45720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12080" y="1783080"/>
            <a:ext cx="0" cy="45720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41080" y="1783080"/>
            <a:ext cx="0" cy="45720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148840"/>
            <a:ext cx="457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1234440"/>
            <a:ext cx="1325880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280160"/>
            <a:ext cx="117957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start_tdc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2344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6552" y="1280160"/>
            <a:ext cx="163677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stop_tdc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1,000,650 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26680" y="123444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9832" y="1280160"/>
            <a:ext cx="1682496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1,500,975 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17320" y="1920240"/>
            <a:ext cx="379476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377440" y="2029968"/>
            <a:ext cx="2286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측정/왕복 구간: 약 1.00065 us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257800" y="2331720"/>
            <a:ext cx="338328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806440" y="2432304"/>
            <a:ext cx="2697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post-stop drain budget: 500,325 ps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005840" y="3657600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703320"/>
            <a:ext cx="223113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32bit cfg=6 drain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933,380 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86200" y="3657600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59352" y="3703320"/>
            <a:ext cx="223113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64bit cfg=6 drain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680,034 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66560" y="3657600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9712" y="3703320"/>
            <a:ext cx="223113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128bit cfg=6 drain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446,689 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5257800"/>
            <a:ext cx="10241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1 us 안에 6 echo가 가능하다는 표현은 width와 overlap 증명 없이는 성립하지 않는다.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6373368"/>
            <a:ext cx="109728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m / shot_period=1.5xRT / output clock=150MHz / full line=4 chips x 8 stops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m cfg=6 Width 비교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drain이 stop_tdc 이후 시작된다고 보면 6 echo 보장은 128bit에서만 닫힌다.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960120" cy="548640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435608"/>
            <a:ext cx="88696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1417320"/>
            <a:ext cx="1417320" cy="548640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82496" y="1435608"/>
            <a:ext cx="134416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beats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417320"/>
            <a:ext cx="1828800" cy="548640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1435608"/>
            <a:ext cx="175564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 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417320"/>
            <a:ext cx="2011680" cy="548640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1435608"/>
            <a:ext cx="193852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 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417320"/>
            <a:ext cx="1600200" cy="548640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0296" y="1435608"/>
            <a:ext cx="152704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margin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03920" y="1417320"/>
            <a:ext cx="1051560" cy="548640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0496" y="1435608"/>
            <a:ext cx="97840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9601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1984248"/>
            <a:ext cx="88696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45920" y="1965960"/>
            <a:ext cx="14173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82496" y="1984248"/>
            <a:ext cx="134416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63240" y="1965960"/>
            <a:ext cx="18288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9816" y="1984248"/>
            <a:ext cx="175564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933,380 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1965960"/>
            <a:ext cx="20116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1984248"/>
            <a:ext cx="193852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1,934,030 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1965960"/>
            <a:ext cx="16002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0296" y="1984248"/>
            <a:ext cx="152704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-433,055 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03920" y="1965960"/>
            <a:ext cx="105156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0496" y="1984248"/>
            <a:ext cx="97840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2514600"/>
            <a:ext cx="9601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" y="2532888"/>
            <a:ext cx="88696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645920" y="2514600"/>
            <a:ext cx="14173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82496" y="2532888"/>
            <a:ext cx="134416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63240" y="2514600"/>
            <a:ext cx="18288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99816" y="2532888"/>
            <a:ext cx="175564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680,034 ps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2514600"/>
            <a:ext cx="20116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2532888"/>
            <a:ext cx="193852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1,680,684 ps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03720" y="2514600"/>
            <a:ext cx="16002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0296" y="2532888"/>
            <a:ext cx="152704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-179,709 ps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03920" y="2514600"/>
            <a:ext cx="105156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40496" y="2532888"/>
            <a:ext cx="97840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" y="3063240"/>
            <a:ext cx="9601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" y="3081528"/>
            <a:ext cx="88696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645920" y="3063240"/>
            <a:ext cx="141732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82496" y="3081528"/>
            <a:ext cx="134416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063240" y="3063240"/>
            <a:ext cx="18288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99816" y="3081528"/>
            <a:ext cx="175564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446,689 ps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92040" y="3063240"/>
            <a:ext cx="201168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28616" y="3081528"/>
            <a:ext cx="193852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1,447,339 ps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03720" y="3063240"/>
            <a:ext cx="160020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0296" y="3081528"/>
            <a:ext cx="152704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+53,636 ps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503920" y="3063240"/>
            <a:ext cx="1051560" cy="548640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40496" y="3081528"/>
            <a:ext cx="978408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68680" y="397764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1832" y="4023360"/>
            <a:ext cx="287121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v001 해석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drain &lt;= 왕복 시간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낙관 overlap 참고값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069080" y="4434840"/>
            <a:ext cx="8229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5074920" y="397764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48072" y="4023360"/>
            <a:ext cx="287121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v002 해석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drain &lt;= stop 이후 예산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판정 기준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275320" y="4434840"/>
            <a:ext cx="8229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9281160" y="397764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54312" y="4023360"/>
            <a:ext cx="200253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결론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 cfg=6은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128bit만 보수 PASS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94360" y="6373368"/>
            <a:ext cx="109728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 근거: line 60~94, cfg=6 파생 계산은 동일 line_beats 기반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스윕 결과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FAIL이 발생하면 같은 cfg를 다음 거리에서 재시도했다. 주 판정은 post-stop 모델이다.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05840" cy="530352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435608"/>
            <a:ext cx="93268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1691640" y="1417320"/>
            <a:ext cx="2011680" cy="530352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28216" y="1435608"/>
            <a:ext cx="19385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m 판정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3703320" y="1417320"/>
            <a:ext cx="1828800" cy="530352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1435608"/>
            <a:ext cx="1755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cfg=6 최초 PASS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532120" y="1417320"/>
            <a:ext cx="1828800" cy="530352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68696" y="1435608"/>
            <a:ext cx="1755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cfg=7 최초 PASS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360920" y="1417320"/>
            <a:ext cx="1371600" cy="530352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7496" y="1435608"/>
            <a:ext cx="12984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거리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732520" y="1417320"/>
            <a:ext cx="1965960" cy="530352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9096" y="1435608"/>
            <a:ext cx="189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685800" y="1947672"/>
            <a:ext cx="10058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1965960"/>
            <a:ext cx="93268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1691640" y="1947672"/>
            <a:ext cx="20116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28216" y="1965960"/>
            <a:ext cx="19385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cfg=1도 FAIL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703320" y="1947672"/>
            <a:ext cx="1828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9896" y="1965960"/>
            <a:ext cx="1755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 m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532120" y="1947672"/>
            <a:ext cx="1828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68696" y="1965960"/>
            <a:ext cx="1755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350 m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7360920" y="1947672"/>
            <a:ext cx="13716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97496" y="1965960"/>
            <a:ext cx="12984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350 m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8732520" y="1947672"/>
            <a:ext cx="19659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69096" y="1965960"/>
            <a:ext cx="189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log:34,50,54,56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685800" y="2478024"/>
            <a:ext cx="10058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" y="2496312"/>
            <a:ext cx="93268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1691640" y="2478024"/>
            <a:ext cx="20116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28216" y="2496312"/>
            <a:ext cx="19385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cfg=1..4 PASS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3703320" y="2478024"/>
            <a:ext cx="1828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39896" y="2496312"/>
            <a:ext cx="1755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250 m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5532120" y="2478024"/>
            <a:ext cx="1828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68696" y="2496312"/>
            <a:ext cx="1755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250 m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7360920" y="2478024"/>
            <a:ext cx="13716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97496" y="2496312"/>
            <a:ext cx="12984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250 m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8732520" y="2478024"/>
            <a:ext cx="19659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69096" y="2496312"/>
            <a:ext cx="189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log:60,68,74,76,78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685800" y="3008376"/>
            <a:ext cx="10058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" y="3026664"/>
            <a:ext cx="93268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1691640" y="3008376"/>
            <a:ext cx="20116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28216" y="3026664"/>
            <a:ext cx="19385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cfg=1..7 PASS</a:t>
            </a:r>
            <a:endParaRPr lang="en-US" sz="1030" dirty="0"/>
          </a:p>
        </p:txBody>
      </p:sp>
      <p:sp>
        <p:nvSpPr>
          <p:cNvPr id="45" name="Shape 43"/>
          <p:cNvSpPr/>
          <p:nvPr/>
        </p:nvSpPr>
        <p:spPr>
          <a:xfrm>
            <a:off x="3703320" y="3008376"/>
            <a:ext cx="1828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9896" y="3026664"/>
            <a:ext cx="1755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m</a:t>
            </a:r>
            <a:endParaRPr lang="en-US" sz="1030" dirty="0"/>
          </a:p>
        </p:txBody>
      </p:sp>
      <p:sp>
        <p:nvSpPr>
          <p:cNvPr id="47" name="Shape 45"/>
          <p:cNvSpPr/>
          <p:nvPr/>
        </p:nvSpPr>
        <p:spPr>
          <a:xfrm>
            <a:off x="5532120" y="3008376"/>
            <a:ext cx="18288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68696" y="3026664"/>
            <a:ext cx="1755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m</a:t>
            </a:r>
            <a:endParaRPr lang="en-US" sz="1030" dirty="0"/>
          </a:p>
        </p:txBody>
      </p:sp>
      <p:sp>
        <p:nvSpPr>
          <p:cNvPr id="49" name="Shape 47"/>
          <p:cNvSpPr/>
          <p:nvPr/>
        </p:nvSpPr>
        <p:spPr>
          <a:xfrm>
            <a:off x="7360920" y="3008376"/>
            <a:ext cx="13716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97496" y="3026664"/>
            <a:ext cx="12984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m</a:t>
            </a:r>
            <a:endParaRPr lang="en-US" sz="1030" dirty="0"/>
          </a:p>
        </p:txBody>
      </p:sp>
      <p:sp>
        <p:nvSpPr>
          <p:cNvPr id="51" name="Shape 49"/>
          <p:cNvSpPr/>
          <p:nvPr/>
        </p:nvSpPr>
        <p:spPr>
          <a:xfrm>
            <a:off x="8732520" y="3008376"/>
            <a:ext cx="19659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69096" y="3026664"/>
            <a:ext cx="189280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log:82,92,94,96</a:t>
            </a:r>
            <a:endParaRPr lang="en-US" sz="1030" dirty="0"/>
          </a:p>
        </p:txBody>
      </p:sp>
      <p:sp>
        <p:nvSpPr>
          <p:cNvPr id="53" name="Shape 51"/>
          <p:cNvSpPr/>
          <p:nvPr/>
        </p:nvSpPr>
        <p:spPr>
          <a:xfrm>
            <a:off x="822960" y="379476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6112" y="3840480"/>
            <a:ext cx="323697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150m에서는 post-stop 예산 500,325 ps보다 최소 line drain 506,692 ps가 6,367 ps 길다.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434840" y="379476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07992" y="3840480"/>
            <a:ext cx="323697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64bit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cfg=5부터 line drain이 680,034 ps로 증가해 150m/200m에서 실패한다.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046720" y="379476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19872" y="3840480"/>
            <a:ext cx="3236976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cfg가 67 beats로 446,689 ps에 닫혀 150m에서도 여유가 있다.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94360" y="6373368"/>
            <a:ext cx="109728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TB: tb_tdc_gpx_distance_maxhits_matrix.vhd / xsim_distance_maxhits_matrix.log:98 PASS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 계약 제안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1064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C04만의 serialization PASS와 전체 shot 처리 PASS를 분리해서 말해야 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417320" cy="530352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344168"/>
            <a:ext cx="13441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2148840" y="1325880"/>
            <a:ext cx="3017520" cy="530352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85416" y="1344168"/>
            <a:ext cx="29443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166360" y="1325880"/>
            <a:ext cx="5989320" cy="530352"/>
          </a:xfrm>
          <a:prstGeom prst="rect">
            <a:avLst/>
          </a:prstGeom>
          <a:solidFill>
            <a:srgbClr val="E2E8F0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02936" y="1344168"/>
            <a:ext cx="59161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조치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31520" y="1856232"/>
            <a:ext cx="14173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874520"/>
            <a:ext cx="13441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 모델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148840" y="1856232"/>
            <a:ext cx="30175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874520"/>
            <a:ext cx="29443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stop_tdc 이후 C04 drain 완료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166360" y="1856232"/>
            <a:ext cx="59893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02936" y="1874520"/>
            <a:ext cx="59161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v002 경계를 운용 기준으로 사용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731520" y="2386584"/>
            <a:ext cx="14173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404872"/>
            <a:ext cx="13441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overlap 허용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2148840" y="2386584"/>
            <a:ext cx="30175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85416" y="2404872"/>
            <a:ext cx="29443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중 C02/C03/C04가 동시에 drain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166360" y="2386584"/>
            <a:ext cx="59893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02936" y="2404872"/>
            <a:ext cx="59161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end-to-end 시간 추적 TB 추가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31520" y="2916936"/>
            <a:ext cx="14173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2935224"/>
            <a:ext cx="13441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PRF 완화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2148840" y="2916936"/>
            <a:ext cx="30175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85416" y="2935224"/>
            <a:ext cx="29443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start_tdc를 더 늦춤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5166360" y="2916936"/>
            <a:ext cx="59893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02936" y="2935224"/>
            <a:ext cx="59161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거리별 shot_period 테이블 보완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731520" y="3447288"/>
            <a:ext cx="14173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3465576"/>
            <a:ext cx="13441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128bit 채택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2148840" y="3447288"/>
            <a:ext cx="30175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85416" y="3465576"/>
            <a:ext cx="29443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 cfg=6/7 보수 PASS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5166360" y="3447288"/>
            <a:ext cx="598932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02936" y="3465576"/>
            <a:ext cx="591616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VDMA/메모리 128bit 계약 유지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960120" y="457200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" y="4617720"/>
            <a:ext cx="1682496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임시 결론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971800" y="4526280"/>
            <a:ext cx="8046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 m에서 max_hits_cfg=6 이상을 보수적으로 보장하려면 output width는 128bit가 필요하다. 32/64bit는 end-to-end overlap 검증 전까지 150m cfg=6 PASS로 선언하지 않는다.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594360" y="6373368"/>
            <a:ext cx="1097280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문서: C04_Output_Stage_260501035419_Distance_Time_Recheck_v002.md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C04 Distance Time Recheck v002</dc:title>
  <dc:subject>C04 Distance Time Recheck v002</dc:subject>
  <dc:creator>Codex</dc:creator>
  <cp:lastModifiedBy>Codex</cp:lastModifiedBy>
  <cp:revision>1</cp:revision>
  <dcterms:created xsi:type="dcterms:W3CDTF">2026-04-30T18:57:39Z</dcterms:created>
  <dcterms:modified xsi:type="dcterms:W3CDTF">2026-04-30T18:57:39Z</dcterms:modified>
</cp:coreProperties>
</file>