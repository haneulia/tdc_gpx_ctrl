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Output Stage 분석 계획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-&gt; FIFO -&gt; header_inserter -&gt; VDMA output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78308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837944"/>
            <a:ext cx="108813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rise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x4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3063240"/>
            <a:ext cx="1234440" cy="6858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3118104"/>
            <a:ext cx="108813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fall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x4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121408"/>
            <a:ext cx="54864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874520" y="3401568"/>
            <a:ext cx="54864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68880" y="224028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42032" y="2295144"/>
            <a:ext cx="17282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rise/fall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2697480"/>
            <a:ext cx="5943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2240280"/>
            <a:ext cx="1874520" cy="91440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2295144"/>
            <a:ext cx="17282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xpm_fifo_axis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slopes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2697480"/>
            <a:ext cx="59436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589520" y="2240280"/>
            <a:ext cx="19659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62672" y="2295144"/>
            <a:ext cx="181965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48B prefix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01200" y="2697480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95560" y="2240280"/>
            <a:ext cx="1325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68712" y="2295144"/>
            <a:ext cx="117957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4617720"/>
            <a:ext cx="1828800" cy="38404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4654296"/>
            <a:ext cx="1737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2743200" y="4617720"/>
            <a:ext cx="8321040" cy="38404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914400" y="5001768"/>
            <a:ext cx="18288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038344"/>
            <a:ext cx="1737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2743200" y="5001768"/>
            <a:ext cx="832104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5038344"/>
            <a:ext cx="8229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hit_msb_vec [6:0] 보존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914400" y="5385816"/>
            <a:ext cx="18288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422392"/>
            <a:ext cx="1737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2743200" y="5385816"/>
            <a:ext cx="832104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88920" y="5422392"/>
            <a:ext cx="8229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 / throughput / pipeline / II 산출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14400" y="5769864"/>
            <a:ext cx="18288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0120" y="5806440"/>
            <a:ext cx="1737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protocol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2743200" y="5769864"/>
            <a:ext cx="832104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5806440"/>
            <a:ext cx="82296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 / tuser / tkeep / tstrb 정합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tdc_gpx_output_stage.vhd:8-17, 238-481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Sub-cluster 분해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C04는 5개 분석 단위로 순차 확장한다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1371600" cy="50292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16736"/>
            <a:ext cx="12801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57400" y="1280160"/>
            <a:ext cx="2926080" cy="50292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316736"/>
            <a:ext cx="28346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83480" y="1280160"/>
            <a:ext cx="6766560" cy="50292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16736"/>
            <a:ext cx="667512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핵심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1783080"/>
            <a:ext cx="1371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19656"/>
            <a:ext cx="12801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57400" y="1783080"/>
            <a:ext cx="29260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819656"/>
            <a:ext cx="28346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input FIFO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1783080"/>
            <a:ext cx="67665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819656"/>
            <a:ext cx="667512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stream 수락, tuser/faulted 동행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" y="2286000"/>
            <a:ext cx="1371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322576"/>
            <a:ext cx="12801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57400" y="2286000"/>
            <a:ext cx="29260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322576"/>
            <a:ext cx="28346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 scheduling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83480" y="2286000"/>
            <a:ext cx="67665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322576"/>
            <a:ext cx="667512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mask, strict order, blank-fill, row_done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" y="2788920"/>
            <a:ext cx="1371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2825496"/>
            <a:ext cx="12801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C04-C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57400" y="2788920"/>
            <a:ext cx="29260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2825496"/>
            <a:ext cx="28346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FIFO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83480" y="2788920"/>
            <a:ext cx="67665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825496"/>
            <a:ext cx="667512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ready/valid 경계, abort flush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3291840"/>
            <a:ext cx="1371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328416"/>
            <a:ext cx="12801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57400" y="3291840"/>
            <a:ext cx="29260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328416"/>
            <a:ext cx="28346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header_inserter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3291840"/>
            <a:ext cx="67665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328416"/>
            <a:ext cx="667512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48B header, SOF, EOL, frame_done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" y="3794760"/>
            <a:ext cx="13716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831336"/>
            <a:ext cx="12801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C04-E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57400" y="3794760"/>
            <a:ext cx="29260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3831336"/>
            <a:ext cx="28346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VDMA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83480" y="3794760"/>
            <a:ext cx="676656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831336"/>
            <a:ext cx="667512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width별 HSIZE/VSIZE/STRIDE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단계마다 Datasheet와 C03 인계 계약을 우선 기준으로 사용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Matrix 초안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뒤 RTL/TB 보완으로 닫을 기준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1417320" cy="47548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62456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057400" y="1325880"/>
            <a:ext cx="3703320" cy="47548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362456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항목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760720" y="1325880"/>
            <a:ext cx="5486400" cy="47548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06440" y="1362456"/>
            <a:ext cx="5394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결과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640080" y="1801368"/>
            <a:ext cx="1417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837944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VB-C04-01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057400" y="1801368"/>
            <a:ext cx="3703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837944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[6:0] pass-through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5760720" y="1801368"/>
            <a:ext cx="54864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1837944"/>
            <a:ext cx="5394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output에서 Hit[16] vector 동일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40080" y="2276856"/>
            <a:ext cx="1417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313432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VB-C04-02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2057400" y="2276856"/>
            <a:ext cx="3703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2313432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blank-fill metadata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5760720" y="2276856"/>
            <a:ext cx="54864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313432"/>
            <a:ext cx="5394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error_fill=1, chip_id 정상, hit_msb_vec=0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40080" y="2752344"/>
            <a:ext cx="1417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788920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VB-C04-03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057400" y="2752344"/>
            <a:ext cx="3703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2788920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row size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5760720" y="2752344"/>
            <a:ext cx="54864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788920"/>
            <a:ext cx="5394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cell/header beat count와 tlast 위치 일치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40080" y="3227832"/>
            <a:ext cx="1417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3264408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VB-C04-05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2057400" y="3227832"/>
            <a:ext cx="3703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264408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faulted tuser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5760720" y="3227832"/>
            <a:ext cx="54864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3264408"/>
            <a:ext cx="5394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row_done_faulted/frame_done_faulted 연결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640080" y="3703320"/>
            <a:ext cx="1417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3739896"/>
            <a:ext cx="1325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VB-C04-10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2057400" y="3703320"/>
            <a:ext cx="370332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3739896"/>
            <a:ext cx="361188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protocol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5760720" y="3703320"/>
            <a:ext cx="5486400" cy="47548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739896"/>
            <a:ext cx="5394960" cy="402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SOF, EOL, tkeep/tstrb, frame_done 정합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분석 후 VB 항목은 PASS/FAIL 근거와 로그 line으로 추적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Block 계획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C04에서 측정할 latency, throughput, pipeline, II 경계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57400"/>
            <a:ext cx="1417320" cy="6858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12264"/>
            <a:ext cx="12710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accepted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239572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2057400"/>
            <a:ext cx="1417320" cy="6858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2112264"/>
            <a:ext cx="12710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FIFO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239572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754880" y="2057400"/>
            <a:ext cx="1508760" cy="685800"/>
          </a:xfrm>
          <a:prstGeom prst="roundRect">
            <a:avLst>
              <a:gd name="adj" fmla="val 6667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2112264"/>
            <a:ext cx="136245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scan/resolve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39572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2057400"/>
            <a:ext cx="1508760" cy="6858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2112264"/>
            <a:ext cx="136245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 forward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58200" y="239572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52560" y="2057400"/>
            <a:ext cx="187452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25712" y="2112264"/>
            <a:ext cx="17282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+ VDMA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886200"/>
            <a:ext cx="1828800" cy="402336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922776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743200" y="3886200"/>
            <a:ext cx="8321040" cy="402336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3922776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경계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914400" y="4288536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325112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2743200" y="4288536"/>
            <a:ext cx="83210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4325112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T0 -&gt; first row beat -&gt; first data after header -&gt; final tlast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14400" y="4690872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727448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2743200" y="4690872"/>
            <a:ext cx="83210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4727448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beats + header beats / output clock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14400" y="5093208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129784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2743200" y="5093208"/>
            <a:ext cx="83210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5129784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연속 shot/row 입력에서 row start 간격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914400" y="5495544"/>
            <a:ext cx="182880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532120"/>
            <a:ext cx="17373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2743200" y="5495544"/>
            <a:ext cx="8321040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5532120"/>
            <a:ext cx="8229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FSM/register/FIFO boundary별 분리</a:t>
            </a:r>
            <a:endParaRPr lang="en-US" sz="960" dirty="0"/>
          </a:p>
        </p:txBody>
      </p:sp>
      <p:sp>
        <p:nvSpPr>
          <p:cNvPr id="39" name="Text 37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분석 산출물에는 timing diagram 또는 timing block diagram을 필수 포함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C04 Output Stage Plan v001</dc:title>
  <dc:subject>C04 Output Stage Plan</dc:subject>
  <dc:creator>Codex</dc:creator>
  <cp:lastModifiedBy>Codex</cp:lastModifiedBy>
  <cp:revision>1</cp:revision>
  <dcterms:created xsi:type="dcterms:W3CDTF">2026-04-30T17:56:00Z</dcterms:created>
  <dcterms:modified xsi:type="dcterms:W3CDTF">2026-04-30T17:56:00Z</dcterms:modified>
</cp:coreProperties>
</file>