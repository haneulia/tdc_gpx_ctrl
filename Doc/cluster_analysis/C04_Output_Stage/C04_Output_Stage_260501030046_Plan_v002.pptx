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Plan v002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VDMA stream에서는 Hit[16]을 버리는 계획으로 변경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168249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2103120"/>
            <a:ext cx="64008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6459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700784"/>
            <a:ext cx="168249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[6:0]=0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2103120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16459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700784"/>
            <a:ext cx="186537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103120"/>
            <a:ext cx="6400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1700784"/>
            <a:ext cx="17739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201168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22776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926080" y="3886200"/>
            <a:ext cx="822960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3922776"/>
            <a:ext cx="8138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14400" y="4325112"/>
            <a:ext cx="2011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Q-C04-01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926080" y="4325112"/>
            <a:ext cx="8229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4361688"/>
            <a:ext cx="8138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pass-through 확인 -&gt; sanitize 확인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14400" y="4764024"/>
            <a:ext cx="2011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VB-C04-01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926080" y="4764024"/>
            <a:ext cx="8229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800600"/>
            <a:ext cx="8138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metadata [6:0]=0 검증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14400" y="5202936"/>
            <a:ext cx="2011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23951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926080" y="5202936"/>
            <a:ext cx="82296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5239512"/>
            <a:ext cx="8138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 output은 다음 generation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기준은 Datasheet, 운용 결정은 이번 generation final stream 정책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Sub-cluster v002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sanitize 단계를 C04-C로 명시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41732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71016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057400" y="1234440"/>
            <a:ext cx="315468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271016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5212080" y="1234440"/>
            <a:ext cx="5852160" cy="43891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271016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핵심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640080" y="1673352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C04-A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2057400" y="1673352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709928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input FIFO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5212080" y="1673352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709928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 수락, faulted tuser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40080" y="2112264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C04-B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2057400" y="2112264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scheduling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5212080" y="2112264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148840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mask, strict order, blank-fill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587752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C04-C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2057400" y="2551176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587752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sanitize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5212080" y="2551176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587752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metadata beat [6:0] clear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640080" y="2990088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26664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C04-D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2057400" y="2990088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026664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FIFO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5212080" y="2990088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026664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ready/valid 경계, abort flush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640080" y="3429000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465576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C04-E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2057400" y="3429000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3465576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5212080" y="3429000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3465576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48B header, SOF, EOL, frame_done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640080" y="3867912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904488"/>
            <a:ext cx="1325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C04-F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2057400" y="3867912"/>
            <a:ext cx="3154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3904488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VDMA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5212080" y="3867912"/>
            <a:ext cx="5852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3904488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width별 protocol, Hit[16] 폐기 확인</a:t>
            </a:r>
            <a:endParaRPr lang="en-US" sz="910" dirty="0"/>
          </a:p>
        </p:txBody>
      </p:sp>
      <p:sp>
        <p:nvSpPr>
          <p:cNvPr id="47" name="Text 4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C04-C가 v002의 핵심 추가 분석 단위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 v002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sanitize는 metadata beat cycle 안에서 처리하고 bubble을 만들지 않는다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066544"/>
            <a:ext cx="117957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accepted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234086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20116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2066544"/>
            <a:ext cx="117957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FIFO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34086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01168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2066544"/>
            <a:ext cx="127101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scan/resolve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34086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01168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66544"/>
            <a:ext cx="10881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34086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201168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066544"/>
            <a:ext cx="10881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[6:0] clear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234086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84080" y="201168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066544"/>
            <a:ext cx="10881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886200"/>
            <a:ext cx="182880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22776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743200" y="3886200"/>
            <a:ext cx="832104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922776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확인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914400" y="4288536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25112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743200" y="4288536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4325112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sanitize가 추가 cycle을 만들지 않는지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14400" y="4690872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727448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2743200" y="4690872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4727448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cell/header beat count 변경 없음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14400" y="5093208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129784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743200" y="5093208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5129784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forward II=1 유지 여부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914400" y="5495544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532120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743200" y="5495544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88920" y="5532120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output register 내 clear 가능성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C03 input [6:0]=1 패턴 -&gt; final VDMA [6:0]=0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Output Stage Plan v002</dc:title>
  <dc:subject>C04 Output Stage Plan v002</dc:subject>
  <dc:creator>Codex</dc:creator>
  <cp:lastModifiedBy>Codex</cp:lastModifiedBy>
  <cp:revision>1</cp:revision>
  <dcterms:created xsi:type="dcterms:W3CDTF">2026-04-30T18:04:25Z</dcterms:created>
  <dcterms:modified xsi:type="dcterms:W3CDTF">2026-04-30T18:04:25Z</dcterms:modified>
</cp:coreProperties>
</file>