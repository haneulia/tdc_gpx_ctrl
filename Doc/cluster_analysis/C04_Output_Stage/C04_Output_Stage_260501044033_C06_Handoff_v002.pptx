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C04 -&gt; C06 정정 인계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소통 계획 기준으로 C04 Output Stage 다음은 C06 Control/Status Integration이다.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63040"/>
            <a:ext cx="17007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C05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783080"/>
            <a:ext cx="457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08960" y="141732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1463040"/>
            <a:ext cx="183794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수행 완료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Output Stage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783080"/>
            <a:ext cx="45720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23560" y="141732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68" y="1463040"/>
            <a:ext cx="202082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실제 Cluster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Control/Status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2834640"/>
            <a:ext cx="978408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2880360"/>
            <a:ext cx="965606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v001 C04-&gt;C05 표기는 기능 방향은 맞지만 번호 체계가 불일치하여 v002에서 superseded 처리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43000" y="4069080"/>
            <a:ext cx="4663440" cy="420624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9576" y="4087368"/>
            <a:ext cx="45902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806440" y="4069080"/>
            <a:ext cx="5394960" cy="420624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43016" y="4087368"/>
            <a:ext cx="53218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1143000" y="4489704"/>
            <a:ext cx="466344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9576" y="4507992"/>
            <a:ext cx="45902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C04_Output_Stage_260501043106_C05_Handoff_v001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806440" y="4489704"/>
            <a:ext cx="539496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3016" y="4507992"/>
            <a:ext cx="53218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명칭 불일치로 superseded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143000" y="4910328"/>
            <a:ext cx="466344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9576" y="4928616"/>
            <a:ext cx="45902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C04_Output_Stage_260501044033_C06_Handoff_v002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806440" y="4910328"/>
            <a:ext cx="539496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43016" y="4928616"/>
            <a:ext cx="53218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인계 문서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1143000" y="5330952"/>
            <a:ext cx="466344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9576" y="5349240"/>
            <a:ext cx="45902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C06_Control_Status_Integration_260501044033_Plan_v001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5806440" y="5330952"/>
            <a:ext cx="539496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43016" y="5349240"/>
            <a:ext cx="53218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다음 Cluster 계획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cluster_analysis_communication_plan_20260429_v001.md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완료 판단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serialization, header insertion, width/cfg sweep, Hit[16] 정책을 닫고 C06으로 인계한다.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4023360" cy="402336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252728"/>
            <a:ext cx="39502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항목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6492240" cy="402336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37176" y="1252728"/>
            <a:ext cx="64190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77240" y="1636776"/>
            <a:ext cx="402336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655064"/>
            <a:ext cx="39502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32/64/128bit output width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800600" y="1636776"/>
            <a:ext cx="649224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655064"/>
            <a:ext cx="64190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tdc_gpx_output_stage.vhd:34, 216-217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402336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2057400"/>
            <a:ext cx="39502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rising/falling lane 분리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800600" y="2039112"/>
            <a:ext cx="649224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2057400"/>
            <a:ext cx="64190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tdc_gpx_output_stage.vhd:97-111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77240" y="2441448"/>
            <a:ext cx="402336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2459736"/>
            <a:ext cx="39502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max_hits_cfg beat 계산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800600" y="2441448"/>
            <a:ext cx="649224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7176" y="2459736"/>
            <a:ext cx="64190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tdc_gpx_face_assembler.vhd:673-680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77240" y="2843784"/>
            <a:ext cx="402336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2862072"/>
            <a:ext cx="39502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VDMA stream Hit[16] 제거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800600" y="2843784"/>
            <a:ext cx="649224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37176" y="2862072"/>
            <a:ext cx="64190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tdc_gpx_face_assembler.vhd:829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77240" y="3246120"/>
            <a:ext cx="402336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3264408"/>
            <a:ext cx="39502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header/tuser/frame_done 계약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800600" y="3246120"/>
            <a:ext cx="649224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3264408"/>
            <a:ext cx="64190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tdc_gpx_header_inserter.vhd:127-136, 302-308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77240" y="3648456"/>
            <a:ext cx="402336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" y="3666744"/>
            <a:ext cx="39502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budget xsim PASS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4800600" y="3648456"/>
            <a:ext cx="649224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3666744"/>
            <a:ext cx="64190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xsim_polygon_budget_matrix.log:554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기준: Doc/TDC-GPX-Datasheet.pdf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Data Flow 계약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C06은 payload 재설계가 아니라 최종 stream 소비, ready, status/IRQ 계약을 검토한다.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54480"/>
            <a:ext cx="128930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stream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828800"/>
            <a:ext cx="50292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51760" y="150876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5768" y="1554480"/>
            <a:ext cx="133502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assembler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828800"/>
            <a:ext cx="50292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09160" y="150876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554480"/>
            <a:ext cx="115214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FIFO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50292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0" y="15087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1554480"/>
            <a:ext cx="128930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50292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95360" y="1508760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9368" y="1554480"/>
            <a:ext cx="138074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49840" y="1828800"/>
            <a:ext cx="45720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652760" y="150876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16768" y="1554480"/>
            <a:ext cx="7863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system/status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3154680"/>
            <a:ext cx="3749040" cy="420624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3172968"/>
            <a:ext cx="3675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154680"/>
            <a:ext cx="6583680" cy="420624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3172968"/>
            <a:ext cx="65105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확인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4400" y="3575304"/>
            <a:ext cx="374904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3593592"/>
            <a:ext cx="3675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32/64/128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575304"/>
            <a:ext cx="658368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3593592"/>
            <a:ext cx="65105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폭, memory layout, parser 일치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14400" y="3995928"/>
            <a:ext cx="374904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4014216"/>
            <a:ext cx="3675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tuser(0)=SOF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995928"/>
            <a:ext cx="658368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4014216"/>
            <a:ext cx="65105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SOF/tlast 해석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0" y="4416552"/>
            <a:ext cx="374904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" y="4434840"/>
            <a:ext cx="3675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제거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416552"/>
            <a:ext cx="658368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0016" y="4434840"/>
            <a:ext cx="65105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generation SW parser 16-bit hit slot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14400" y="4837176"/>
            <a:ext cx="374904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" y="4855464"/>
            <a:ext cx="3675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high 가정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4837176"/>
            <a:ext cx="658368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4855464"/>
            <a:ext cx="65105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stall negative test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14400" y="5257800"/>
            <a:ext cx="374904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0976" y="5276088"/>
            <a:ext cx="36758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 stable before shot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5257800"/>
            <a:ext cx="658368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0016" y="5276088"/>
            <a:ext cx="65105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snapshot 적용 시점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C04_Output_Stage_260501044033_C06_Handoff_v002.md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Throughput 인계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13.888889us point interval에서 8us system reserve를 제외하고 C04 drain margin을 평가했다.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188720" cy="53035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252728"/>
            <a:ext cx="11155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1874520" y="1234440"/>
            <a:ext cx="1828800" cy="53035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11096" y="1252728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cfg=7 유지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703320" y="1234440"/>
            <a:ext cx="5943600" cy="53035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1252728"/>
            <a:ext cx="58704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swap 구간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9646920" y="1234440"/>
            <a:ext cx="1188720" cy="53035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83496" y="1252728"/>
            <a:ext cx="11155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시작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85800" y="1764792"/>
            <a:ext cx="11887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1783080"/>
            <a:ext cx="11155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1874520" y="1764792"/>
            <a:ext cx="1828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11096" y="1783080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710m까지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3703320" y="1764792"/>
            <a:ext cx="59436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1783080"/>
            <a:ext cx="58704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720~740 cfg6, 750~770 cfg4, 780~800 cfg2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9646920" y="1764792"/>
            <a:ext cx="11887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83496" y="1783080"/>
            <a:ext cx="11155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85800" y="2295144"/>
            <a:ext cx="11887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2313432"/>
            <a:ext cx="11155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1874520" y="2295144"/>
            <a:ext cx="1828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11096" y="2313432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780m까지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3703320" y="2295144"/>
            <a:ext cx="59436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2313432"/>
            <a:ext cx="58704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790~810 cfg4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9646920" y="2295144"/>
            <a:ext cx="11887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83496" y="2313432"/>
            <a:ext cx="11155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820m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85800" y="2825496"/>
            <a:ext cx="11887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2843784"/>
            <a:ext cx="11155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1874520" y="2825496"/>
            <a:ext cx="1828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11096" y="2843784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810m까지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3703320" y="2825496"/>
            <a:ext cx="59436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9896" y="2843784"/>
            <a:ext cx="58704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9646920" y="2825496"/>
            <a:ext cx="11887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83496" y="2843784"/>
            <a:ext cx="11155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820m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914400" y="4251960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4297680"/>
            <a:ext cx="1002182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핵심: output tready stall, status update, next start gating을 포함해 C04 PASS 조건이 유지되는지 확인</a:t>
            </a:r>
            <a:endParaRPr lang="en-US" sz="1240" dirty="0"/>
          </a:p>
        </p:txBody>
      </p:sp>
      <p:sp>
        <p:nvSpPr>
          <p:cNvPr id="39" name="Text 3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C04_Output_Stage_260501042543_Polygon_Budget_Sweep_Result_v001.md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진입 조건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C06은 top-level sequencing, status aggregation, IRQ, recovery, downstream 계약을 닫는다.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329184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252728"/>
            <a:ext cx="3218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검토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069080" y="1234440"/>
            <a:ext cx="704088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05656" y="1252728"/>
            <a:ext cx="69677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질문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777240" y="1709928"/>
            <a:ext cx="32918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728216"/>
            <a:ext cx="3218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069080" y="1709928"/>
            <a:ext cx="70408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05656" y="1728216"/>
            <a:ext cx="69677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start_tdc 허용 조건은 무엇인가?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77240" y="2185416"/>
            <a:ext cx="32918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2203704"/>
            <a:ext cx="3218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069080" y="2185416"/>
            <a:ext cx="70408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05656" y="2203704"/>
            <a:ext cx="69677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fault/sticky/counter/IRQ가 추적 가능한가?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32918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2679192"/>
            <a:ext cx="3218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4069080" y="2660904"/>
            <a:ext cx="70408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05656" y="2679192"/>
            <a:ext cx="69677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연결과 clock/ready 경계가 닫혔는가?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777240" y="3136392"/>
            <a:ext cx="32918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3154680"/>
            <a:ext cx="3218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VDMA/PS/Ethernet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069080" y="3136392"/>
            <a:ext cx="70408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05656" y="3154680"/>
            <a:ext cx="69677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 reserve와 ready high 가정은 유지되는가?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777240" y="3611880"/>
            <a:ext cx="32918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3630168"/>
            <a:ext cx="32186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timing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4069080" y="3611880"/>
            <a:ext cx="704088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05656" y="3630168"/>
            <a:ext cx="69677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Latency/Throughput/Pipeline/II가 하나의 그림으로 닫히는가?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폴더: Doc/cluster_analysis/C06_Control_Status_Integration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to C06 Handoff v002</dc:title>
  <dc:subject>C04 to C06 Handoff v002</dc:subject>
  <dc:creator>Codex</dc:creator>
  <cp:lastModifiedBy>Codex</cp:lastModifiedBy>
  <cp:revision>1</cp:revision>
  <dcterms:created xsi:type="dcterms:W3CDTF">2026-04-30T19:45:16Z</dcterms:created>
  <dcterms:modified xsi:type="dcterms:W3CDTF">2026-04-30T19:45:16Z</dcterms:modified>
</cp:coreProperties>
</file>