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7132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Reserve Budget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87782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8us는 통과지만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없는 margin은 작다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3232" y="2633472"/>
            <a:ext cx="10607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8/9/10/11/12us reserve sweep으로 polygon 운용 거리 경계를 다시 산출했습니다.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49040"/>
            <a:ext cx="242316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803904"/>
            <a:ext cx="227685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 810m PASS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 38.69ns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3566160" y="3749040"/>
            <a:ext cx="2331720" cy="868680"/>
          </a:xfrm>
          <a:prstGeom prst="roundRect">
            <a:avLst>
              <a:gd name="adj" fmla="val 4211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3803904"/>
            <a:ext cx="21854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9us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 cfg7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660m까지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6172200" y="3749040"/>
            <a:ext cx="2331720" cy="868680"/>
          </a:xfrm>
          <a:prstGeom prst="roundRect">
            <a:avLst>
              <a:gd name="adj" fmla="val 4211"/>
            </a:avLst>
          </a:prstGeom>
          <a:solidFill>
            <a:srgbClr val="7F1D1D"/>
          </a:solidFill>
          <a:ln w="1143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3803904"/>
            <a:ext cx="21854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10us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 cfg7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510m까지</a:t>
            </a:r>
            <a:endParaRPr lang="en-US" sz="1110" dirty="0"/>
          </a:p>
        </p:txBody>
      </p:sp>
      <p:sp>
        <p:nvSpPr>
          <p:cNvPr id="11" name="Shape 9"/>
          <p:cNvSpPr/>
          <p:nvPr/>
        </p:nvSpPr>
        <p:spPr>
          <a:xfrm>
            <a:off x="8778240" y="3749040"/>
            <a:ext cx="233172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1392" y="3803904"/>
            <a:ext cx="21854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10" dirty="0"/>
          </a:p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810m는 측정 계약 필요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sim_results/vivado_xsim/sessions/260515174807_c07_v001_reserve_budget/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 Model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interval 안에서 ToF, output drain, system reserve가 모두 들어와야 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13.888889us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359152" y="2267712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74520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ToF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distance * 6671ps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4370832" y="2267712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874520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width/cfg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6382512" y="2267712"/>
            <a:ext cx="58521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874520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VDMA/PS/Eth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8577072" y="2267712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74520"/>
            <a:ext cx="1508760" cy="77724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715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914400" y="4206240"/>
            <a:ext cx="10287000" cy="658368"/>
          </a:xfrm>
          <a:prstGeom prst="roundRect">
            <a:avLst>
              <a:gd name="adj" fmla="val 5556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261104"/>
            <a:ext cx="1014069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조건: 13.888889us - reserve - round_trip(distance) &gt;= output_drain(width, max_hits_cfg)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load: 4 active chips x 8 stops/chip, output clock 150MHz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Current Assumption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C04 결과와 같은 reserve 기준입니다.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0972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83080" y="1325880"/>
            <a:ext cx="18288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344168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cfg7 유지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11880" y="1325880"/>
            <a:ext cx="58521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344168"/>
            <a:ext cx="5760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 swap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464040" y="1325880"/>
            <a:ext cx="18288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1344168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시작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5800" y="1856232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874520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83080" y="1856232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874520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710m까지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11880" y="1856232"/>
            <a:ext cx="5852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874520"/>
            <a:ext cx="5760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720-740 cfg6, 750-770 cfg4, 780-800 cfg2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464040" y="1856232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874520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" y="2386584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404872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83080" y="2386584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2404872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780m까지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11880" y="2386584"/>
            <a:ext cx="5852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404872"/>
            <a:ext cx="5760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790-810 cfg4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464040" y="2386584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2404872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5800" y="2916936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35224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783080" y="2916936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2935224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810m까지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11880" y="2916936"/>
            <a:ext cx="58521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935224"/>
            <a:ext cx="57607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464040" y="2916936"/>
            <a:ext cx="1828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2935224"/>
            <a:ext cx="173736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4400" y="4754880"/>
            <a:ext cx="10332720" cy="6858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7552" y="4809744"/>
            <a:ext cx="101864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810m cfg7은 PASS지만 margin은 38.69ns뿐입니다. 실측 없는 release margin으로는 매우 얇습니다.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xsim_c07_v001_reserve_8us_260515174807.log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 Sensitivity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reserve가 1us 늘어날 때마다 거리 경계가 크게 내려갑니다.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46304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52728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48840" y="1234440"/>
            <a:ext cx="20116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cfg7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60520" y="1234440"/>
            <a:ext cx="20116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cfg7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20116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cfg7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183880" y="1234440"/>
            <a:ext cx="2011680" cy="47548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FAIL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1709928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728216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48840" y="1709928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728216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710m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1709928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728216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72200" y="1709928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728216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183880" y="1709928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728216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820m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2185416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203704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148840" y="2185416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2203704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560m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60520" y="2185416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2203704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630m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2185416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203704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660m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183880" y="2185416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203704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670m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2660904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679192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10us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48840" y="2660904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410m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60520" y="2660904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72200" y="2660904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510m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183880" y="2660904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520m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5800" y="3136392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3154680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11us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48840" y="3136392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154680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260m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160520" y="3136392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3154680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330m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72200" y="3136392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0" y="3154680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183880" y="3136392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3154680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370m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85800" y="3611880"/>
            <a:ext cx="146304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630168"/>
            <a:ext cx="13716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12us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148840" y="3611880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0" y="363016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160520" y="3611880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0" y="363016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3611880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363016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210m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183880" y="3611880"/>
            <a:ext cx="2011680" cy="47548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0" y="3630168"/>
            <a:ext cx="19202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220m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8/9/10/11/12us sweep PASS, artifact count 26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Decision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P0-04는 xsim sensitivity로 닫고, system 실측은 release gate로 분리합니다.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8288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1737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14600" y="1325880"/>
            <a:ext cx="466344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344168"/>
            <a:ext cx="4572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178040" y="1325880"/>
            <a:ext cx="41148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344168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1892808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11096"/>
            <a:ext cx="1737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유지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892808"/>
            <a:ext cx="46634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911096"/>
            <a:ext cx="4572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보드/PS/Ethernet measured reserve &lt;= 8us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78040" y="1892808"/>
            <a:ext cx="4114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911096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810m는 128-bit에서만 cfg7 가능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5800" y="2459736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78024"/>
            <a:ext cx="1737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9us 보수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14600" y="2459736"/>
            <a:ext cx="46634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478024"/>
            <a:ext cx="4572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전 임시 guardband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78040" y="2459736"/>
            <a:ext cx="4114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2478024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cfg7은 660m까지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5800" y="3026664"/>
            <a:ext cx="1828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44952"/>
            <a:ext cx="1737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810m + margin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3026664"/>
            <a:ext cx="46634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044952"/>
            <a:ext cx="45720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0.5us margin이면 reserve &lt;= 약 7.54us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78040" y="3026664"/>
            <a:ext cx="41148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3044952"/>
            <a:ext cx="40233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계약 없이는 권장 어려움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149840" cy="621792"/>
          </a:xfrm>
          <a:prstGeom prst="roundRect">
            <a:avLst>
              <a:gd name="adj" fmla="val 5882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5129784"/>
            <a:ext cx="1000353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작업은 P1: C03 direct matrix, C04 ready/header pending, Hit[16] SW/range 계약입니다.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P0-04 closure: RTL/xsim reserve sensitivity complete, system measurement still required for release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Reserve Budget Result v001</dc:title>
  <dc:subject>C07 Reserve Budget Result</dc:subject>
  <dc:creator>Codex</dc:creator>
  <cp:lastModifiedBy>Codex</cp:lastModifiedBy>
  <cp:revision>1</cp:revision>
  <dcterms:created xsi:type="dcterms:W3CDTF">2026-05-15T08:52:56Z</dcterms:created>
  <dcterms:modified xsi:type="dcterms:W3CDTF">2026-05-15T08:52:56Z</dcterms:modified>
</cp:coreProperties>
</file>