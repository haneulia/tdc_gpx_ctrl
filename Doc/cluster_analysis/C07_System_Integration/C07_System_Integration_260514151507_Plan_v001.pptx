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86868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Integration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Hardening Plan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10515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C06는 GO_WITH_HARDENED_CONTRACT입니다. C07은 release 판단 전에 output CDC, chain stall, C03/C04 직접 검증, reserve 실측을 닫습니다.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914400" y="3794760"/>
            <a:ext cx="2011680" cy="82296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3849624"/>
            <a:ext cx="18653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closure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3794760"/>
            <a:ext cx="2011680" cy="822960"/>
          </a:xfrm>
          <a:prstGeom prst="roundRect">
            <a:avLst>
              <a:gd name="adj" fmla="val 4444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3849624"/>
            <a:ext cx="18653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stress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3794760"/>
            <a:ext cx="2011680" cy="822960"/>
          </a:xfrm>
          <a:prstGeom prst="roundRect">
            <a:avLst>
              <a:gd name="adj" fmla="val 4444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3849624"/>
            <a:ext cx="18653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3794760"/>
            <a:ext cx="2011680" cy="822960"/>
          </a:xfrm>
          <a:prstGeom prst="roundRect">
            <a:avLst>
              <a:gd name="adj" fmla="val 4444"/>
            </a:avLst>
          </a:prstGeom>
          <a:solidFill>
            <a:srgbClr val="4C1D95"/>
          </a:solidFill>
          <a:ln w="1143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3849624"/>
            <a:ext cx="18653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C03/C04 matrix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2026-05-14 15:15:07 KST | Vivado: C:\AMDDesignTools\2025.2.1\Vivado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Scope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내부 C06 수정이 아니라 system/release chain closure가 목적입니다.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61872"/>
            <a:ext cx="237744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3063240" y="1261872"/>
            <a:ext cx="109728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280160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160520" y="1261872"/>
            <a:ext cx="676656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80160"/>
            <a:ext cx="66751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85800" y="1700784"/>
            <a:ext cx="2377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19072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063240" y="1700784"/>
            <a:ext cx="1097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160520" y="1700784"/>
            <a:ext cx="67665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719072"/>
            <a:ext cx="66751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운용 기준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85800" y="2139696"/>
            <a:ext cx="2377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57984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Quiet/M/continuous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063240" y="2139696"/>
            <a:ext cx="1097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157984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160520" y="2139696"/>
            <a:ext cx="67665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157984"/>
            <a:ext cx="66751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generation 제외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85800" y="2578608"/>
            <a:ext cx="2377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96896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3063240" y="2578608"/>
            <a:ext cx="1097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596896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160520" y="2578608"/>
            <a:ext cx="67665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596896"/>
            <a:ext cx="66751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256-bit 제외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685800" y="3017520"/>
            <a:ext cx="2377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035808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final 보존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3063240" y="3017520"/>
            <a:ext cx="1097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035808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160520" y="3017520"/>
            <a:ext cx="67665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3035808"/>
            <a:ext cx="66751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generation 폐기 정책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85800" y="3456432"/>
            <a:ext cx="2377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474720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SW 계약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3063240" y="3456432"/>
            <a:ext cx="1097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3474720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160520" y="3456432"/>
            <a:ext cx="67665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3474720"/>
            <a:ext cx="66751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slot 한계 명시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685800" y="3895344"/>
            <a:ext cx="2377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913632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 reserve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3063240" y="3895344"/>
            <a:ext cx="10972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3913632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4160520" y="3895344"/>
            <a:ext cx="67665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3913632"/>
            <a:ext cx="66751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최종 근거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C06 Handoff v002 + Chain Integrity Review v001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Closure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판단 전에 반드시 닫아야 하는 네 가지입니다.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128016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9888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1874520" y="1371600"/>
            <a:ext cx="466344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389888"/>
            <a:ext cx="4572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537960" y="1371600"/>
            <a:ext cx="475488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389888"/>
            <a:ext cx="4663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594360" y="1901952"/>
            <a:ext cx="12801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20240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874520" y="1901952"/>
            <a:ext cx="46634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920240"/>
            <a:ext cx="4572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stream CDC 전체 재설계 closure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537960" y="1901952"/>
            <a:ext cx="4754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920240"/>
            <a:ext cx="4663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구조 수락 또는 patch/exception 결정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594360" y="2432304"/>
            <a:ext cx="12801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50592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P0-02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1874520" y="2432304"/>
            <a:ext cx="46634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2450592"/>
            <a:ext cx="4572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C02-&gt;C06 output ready/stall stress TB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6537960" y="2432304"/>
            <a:ext cx="4754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450592"/>
            <a:ext cx="4663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source/dest/effect/output PASS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594360" y="2962656"/>
            <a:ext cx="12801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80944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P0-03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1874520" y="2962656"/>
            <a:ext cx="46634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2980944"/>
            <a:ext cx="4572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C02/C04 marker audit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6537960" y="2962656"/>
            <a:ext cx="4754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980944"/>
            <a:ext cx="4663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방지 marker 표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594360" y="3493008"/>
            <a:ext cx="12801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11296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P0-04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1874520" y="3493008"/>
            <a:ext cx="46634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3511296"/>
            <a:ext cx="4572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 실측/보수치 갱신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6537960" y="3493008"/>
            <a:ext cx="4754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511296"/>
            <a:ext cx="4663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거리/margin table 재산출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P0는 C07 release readiness 이전 blocker입니다.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Stress TB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v006 bounded stall을 C02-&gt;C03-&gt;C04-&gt;C06 전체 data chain으로 확장합니다.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0824"/>
            <a:ext cx="1362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359152" y="238658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96596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020824"/>
            <a:ext cx="1362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462272" y="238658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196596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2020824"/>
            <a:ext cx="1362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face/header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565392" y="238658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196596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2020824"/>
            <a:ext cx="1362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top/status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668512" y="238658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196596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2020824"/>
            <a:ext cx="1362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 monitor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097280" y="3886200"/>
            <a:ext cx="237744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904488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74720" y="3886200"/>
            <a:ext cx="786384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904488"/>
            <a:ext cx="7772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97280" y="4270248"/>
            <a:ext cx="2377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288536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74720" y="4270248"/>
            <a:ext cx="7863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288536"/>
            <a:ext cx="7772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97280" y="4654296"/>
            <a:ext cx="2377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672584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0" y="4654296"/>
            <a:ext cx="7863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672584"/>
            <a:ext cx="7772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 / 5 / 7 또는 TB capability 단계 sweep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97280" y="5038344"/>
            <a:ext cx="2377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5056632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74720" y="5038344"/>
            <a:ext cx="7863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5056632"/>
            <a:ext cx="7772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+ lane-only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97280" y="5422392"/>
            <a:ext cx="2377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5440680"/>
            <a:ext cx="2286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0" y="5422392"/>
            <a:ext cx="7863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5440680"/>
            <a:ext cx="7772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/ destination / effect / output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sim_results/vivado_xsim/sessions/&lt;stamp&gt;_c07_chain_stress/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Matrix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C03/C04에서 통합 PASS로 우회된 직접 검증을 보강합니다.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1828800" cy="4297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52728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8503920" cy="4297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52728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18288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82496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2560320" y="1664208"/>
            <a:ext cx="850392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682496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dual-buffer next-shot II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731520" y="2093976"/>
            <a:ext cx="18288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12264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2560320" y="2093976"/>
            <a:ext cx="850392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112264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IFIFO2 wait / timeout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31520" y="2523744"/>
            <a:ext cx="18288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542032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2560320" y="2523744"/>
            <a:ext cx="850392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542032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drop / quarantine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31520" y="2953512"/>
            <a:ext cx="18288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71800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2560320" y="2953512"/>
            <a:ext cx="850392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971800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/ max_hits matrix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731520" y="3383280"/>
            <a:ext cx="18288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401568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2560320" y="3383280"/>
            <a:ext cx="850392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401568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ready path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731520" y="3813048"/>
            <a:ext cx="18288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31336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2560320" y="3813048"/>
            <a:ext cx="850392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831336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 face_start pending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31520" y="4242816"/>
            <a:ext cx="18288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261104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2560320" y="4242816"/>
            <a:ext cx="850392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4261104"/>
            <a:ext cx="8412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header/data backpressure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C03/C04 layer를 C01/C02 수준에 가깝게 보강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 / II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C07은 shot deadline까지의 전체 시간 예산을 stage별로 분해해야 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83664"/>
            <a:ext cx="1088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039112" y="21945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883664"/>
            <a:ext cx="1088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stop/final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822192" y="21945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883664"/>
            <a:ext cx="1088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drain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605272" y="21945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883664"/>
            <a:ext cx="1088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388352" y="21945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1883664"/>
            <a:ext cx="1088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output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171432" y="21945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5792" y="1883664"/>
            <a:ext cx="1088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3886200" y="3383280"/>
            <a:ext cx="4297680" cy="594360"/>
          </a:xfrm>
          <a:prstGeom prst="roundRect">
            <a:avLst>
              <a:gd name="adj" fmla="val 6154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9352" y="3438144"/>
            <a:ext cx="415137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Reserve: VDMA / PS / Ethernet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4343400"/>
            <a:ext cx="5577840" cy="594360"/>
          </a:xfrm>
          <a:prstGeom prst="roundRect">
            <a:avLst>
              <a:gd name="adj" fmla="val 6154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4398264"/>
            <a:ext cx="543153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Deadline: next start_tdc &lt;= 13.888889 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5257800"/>
            <a:ext cx="1828800" cy="29260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76088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2651760" y="5257800"/>
            <a:ext cx="3931920" cy="29260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5276088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822960" y="5550408"/>
            <a:ext cx="182880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568696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2651760" y="5550408"/>
            <a:ext cx="39319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5568696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stage별 T0-&gt;T5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822960" y="5843016"/>
            <a:ext cx="182880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861304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2651760" y="5843016"/>
            <a:ext cx="39319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5861304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width별 beat count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822960" y="6135624"/>
            <a:ext cx="182880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6153912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2651760" y="6135624"/>
            <a:ext cx="39319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6153912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register/FIFO/CDC 경계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822960" y="6428232"/>
            <a:ext cx="182880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6446520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2651760" y="6428232"/>
            <a:ext cx="39319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97480" y="6446520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shot accept interval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기준: 5각 mirror 60도 FOV, point interval 0.05도 -&gt; 13.888889 us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산출물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결과는 Markdown + PPT + Vivado/xsim archive로 추적합니다.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74320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44168"/>
            <a:ext cx="26517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768096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44168"/>
            <a:ext cx="75895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규칙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47088"/>
            <a:ext cx="26517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stress result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76809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47088"/>
            <a:ext cx="75895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C07_System_Integration_&lt;YYMMDDHHMMSS&gt;_Chain_Stress_Result_v001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2743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50008"/>
            <a:ext cx="26517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 audit result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291840" y="2331720"/>
            <a:ext cx="76809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350008"/>
            <a:ext cx="75895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C07_System_Integration_&lt;YYMMDDHHMMSS&gt;_Marker_Audit_Result_v001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2743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26517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 measurement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291840" y="2834640"/>
            <a:ext cx="76809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852928"/>
            <a:ext cx="75895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C07_System_Integration_&lt;YYMMDDHHMMSS&gt;_Reserve_Measurement_Result_v001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2743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55848"/>
            <a:ext cx="26517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readiness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291840" y="3337560"/>
            <a:ext cx="76809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355848"/>
            <a:ext cx="758952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C07_System_Integration_&lt;YYMMDDHHMMSS&gt;_Release_Readiness_v001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60120" y="4983480"/>
            <a:ext cx="10149840" cy="64008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5038344"/>
            <a:ext cx="1000353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판단: 현재 구조 수락 여부, reserve 실측/보수값, 810 m 허용 여부, Hit[16] SW 계약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Plan v001은 다음 code/test 작업의 기준 문서입니다.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System Integration Plan v001</dc:title>
  <dc:subject>C07 System Integration Plan</dc:subject>
  <dc:creator>Codex</dc:creator>
  <cp:lastModifiedBy>Codex</cp:lastModifiedBy>
  <cp:revision>1</cp:revision>
  <dcterms:created xsi:type="dcterms:W3CDTF">2026-05-14T06:20:32Z</dcterms:created>
  <dcterms:modified xsi:type="dcterms:W3CDTF">2026-05-14T06:20:32Z</dcterms:modified>
</cp:coreProperties>
</file>