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/ CHAIN-P1-02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058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ready와 header pending이 닫혔습니다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2267712"/>
            <a:ext cx="106984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ready boundary와 header_inserter ST_DRAIN_LAST pending을 32/64/128 bit 직접 TB로 검증했습니다.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xsim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927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sweep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581C87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9671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stall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latch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3749040"/>
            <a:ext cx="2057400" cy="822960"/>
          </a:xfrm>
          <a:prstGeom prst="roundRect">
            <a:avLst>
              <a:gd name="adj" fmla="val 4444"/>
            </a:avLst>
          </a:prstGeom>
          <a:solidFill>
            <a:srgbClr val="064E3B"/>
          </a:solidFill>
          <a:ln w="1143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3794760"/>
            <a:ext cx="191109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P1-02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sim_results/vivado_xsim/sessions/260515194251_c07_v001_c04_direct_matrix/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경계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내부 구성요소를 직접 자극해 source, effect, output을 한 번에 관측했습니다.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057400"/>
            <a:ext cx="178308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103120"/>
            <a:ext cx="163677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stream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slice input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743200" y="1920240"/>
            <a:ext cx="1783080" cy="868680"/>
          </a:xfrm>
          <a:prstGeom prst="roundRect">
            <a:avLst>
              <a:gd name="adj" fmla="val 4211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965960"/>
            <a:ext cx="163677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FIFO /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 FIFO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4892040" y="1920240"/>
            <a:ext cx="182880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965960"/>
            <a:ext cx="168249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output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132320" y="1920240"/>
            <a:ext cx="205740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1965960"/>
            <a:ext cx="191109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prefix/data/drain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9646920" y="2057400"/>
            <a:ext cx="178308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2103120"/>
            <a:ext cx="163677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bit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404872" y="2432304"/>
            <a:ext cx="27432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53712" y="2432304"/>
            <a:ext cx="27432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48272" y="2432304"/>
            <a:ext cx="32004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17152" y="2432304"/>
            <a:ext cx="36576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4160520"/>
            <a:ext cx="310896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78808"/>
            <a:ext cx="3017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4023360" y="4160520"/>
            <a:ext cx="740664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4178808"/>
            <a:ext cx="7315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914400" y="4636008"/>
            <a:ext cx="31089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654296"/>
            <a:ext cx="3017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tb_tdc_gpx_face_assembler_c07_direct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023360" y="4636008"/>
            <a:ext cx="74066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4654296"/>
            <a:ext cx="7315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stall 중 order, TLAST, row_done, metadata sanitize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4400" y="5111496"/>
            <a:ext cx="31089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29784"/>
            <a:ext cx="30175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tb_tdc_gpx_header_inserter_c07_direct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4023360" y="5111496"/>
            <a:ext cx="74066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5129784"/>
            <a:ext cx="7315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ST_PREFIX stall, ST_DRAIN_LAST pending latch, 2-frame completion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tdc_gpx_face_assembler.vhd ready/FIFO boundary, tdc_gpx_header_inserter.vhd pending queue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Ready Boundary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stall 중에도 두 chip slice의 순서와 row boundary가 유지됐습니다.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64592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4416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201168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34416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beats/chip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201168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34416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beats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446520" y="1325880"/>
            <a:ext cx="1645920" cy="54864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34416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77240" y="187452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89280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423160" y="1874520"/>
            <a:ext cx="20116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89280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434840" y="1874520"/>
            <a:ext cx="20116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89280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446520" y="187452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9280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77240" y="242316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4144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2423160" y="2423160"/>
            <a:ext cx="20116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44144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434840" y="2423160"/>
            <a:ext cx="20116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44144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446520" y="242316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44144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77240" y="297180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299008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423160" y="2971800"/>
            <a:ext cx="20116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99008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434840" y="2971800"/>
            <a:ext cx="20116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2990088"/>
            <a:ext cx="1920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6446520" y="2971800"/>
            <a:ext cx="164592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990088"/>
            <a:ext cx="155448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14400" y="370332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3749040"/>
            <a:ext cx="1018641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조건: chip0 + chip1, stops_per_chip=8, max_hits_cfg=7, 초기 2 us stall 후 7 clk ready / 3 clk stall 반복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914400" y="452628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4572000"/>
            <a:ext cx="1018641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chip order, TLAST final-only, row_done 1회, metadata[6:0]=0, fault/abort 없음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marker: xsim_c07_v001_c04_face_w*_260515194251.log:28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 Pending Timing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TLAST가 보류된 상태에서 다음 face_start가 pending으로 latch됐습니다.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965960"/>
            <a:ext cx="1325880" cy="4572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011680"/>
            <a:ext cx="117957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face_start #1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65960" y="2194560"/>
            <a:ext cx="45720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1847088"/>
            <a:ext cx="1325880" cy="658368"/>
          </a:xfrm>
          <a:prstGeom prst="roundRect">
            <a:avLst>
              <a:gd name="adj" fmla="val 5556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892808"/>
            <a:ext cx="117957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ST_PREFIX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0" y="2194560"/>
            <a:ext cx="45720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96596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2011680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TLAST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23560" y="2194560"/>
            <a:ext cx="45720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1810512"/>
            <a:ext cx="1508760" cy="731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856232"/>
            <a:ext cx="136245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ST_DRAIN_LAST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holds TLAST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7680960" y="2194560"/>
            <a:ext cx="45720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3880" y="1810512"/>
            <a:ext cx="1508760" cy="73152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856232"/>
            <a:ext cx="136245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face_start #2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 latch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9738360" y="2194560"/>
            <a:ext cx="457200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0" y="196596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14432" y="2011680"/>
            <a:ext cx="108813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#2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3886200"/>
            <a:ext cx="14173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04488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194560" y="3886200"/>
            <a:ext cx="224028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3904488"/>
            <a:ext cx="2148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header/frame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4434840" y="3886200"/>
            <a:ext cx="128016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904488"/>
            <a:ext cx="1188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frames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715000" y="3886200"/>
            <a:ext cx="160020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3904488"/>
            <a:ext cx="1508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 beats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7315200" y="3886200"/>
            <a:ext cx="146304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777240" y="4361688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379976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2194560" y="4361688"/>
            <a:ext cx="22402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40280" y="4379976"/>
            <a:ext cx="2148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+ data 1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4434840" y="4361688"/>
            <a:ext cx="1280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4379976"/>
            <a:ext cx="1188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5715000" y="4361688"/>
            <a:ext cx="1600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4379976"/>
            <a:ext cx="1508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315200" y="4361688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4379976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777240" y="4837176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855464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2194560" y="4837176"/>
            <a:ext cx="22402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40280" y="4855464"/>
            <a:ext cx="2148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+ data 1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4434840" y="4837176"/>
            <a:ext cx="1280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4855464"/>
            <a:ext cx="1188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5715000" y="4837176"/>
            <a:ext cx="1600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4855464"/>
            <a:ext cx="1508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7315200" y="4837176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0920" y="4855464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777240" y="5312664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330952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2194560" y="5312664"/>
            <a:ext cx="22402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5330952"/>
            <a:ext cx="21488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+ data 1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4434840" y="5312664"/>
            <a:ext cx="128016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80560" y="5330952"/>
            <a:ext cx="1188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5715000" y="5312664"/>
            <a:ext cx="16002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5330952"/>
            <a:ext cx="1508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7315200" y="5312664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60920" y="5330952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Marker: header_inserter: face_start pending-latched (not IDLE, state=st_drain_last)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II 의미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C04는 bounded stall을 기다리며 보존하고, pending 1-depth로 다음 frame 시작을 연결합니다.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182880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252728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487168" y="1234440"/>
            <a:ext cx="877824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2888" y="1252728"/>
            <a:ext cx="8686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58368" y="1746504"/>
            <a:ext cx="18288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764792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2487168" y="1746504"/>
            <a:ext cx="87782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764792"/>
            <a:ext cx="8686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stall 길이만큼 first output/TLAST가 늦어지지만 row/frame boundary는 유지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58368" y="2258568"/>
            <a:ext cx="18288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276856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2487168" y="2258568"/>
            <a:ext cx="87782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276856"/>
            <a:ext cx="8686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ready=1일 때 1 beat/clk, width 증가 시 drain beat 감소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58368" y="2770632"/>
            <a:ext cx="18288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788920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487168" y="2770632"/>
            <a:ext cx="87782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2888" y="2788920"/>
            <a:ext cx="8686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input -&gt; FIFO -&gt; face output -&gt; header prefix/data/drain -&gt; final AXIS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658368" y="3282696"/>
            <a:ext cx="18288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300984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487168" y="3282696"/>
            <a:ext cx="87782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2888" y="3300984"/>
            <a:ext cx="8686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ST_DRAIN_LAST에서 다음 face_start 1-depth pending, TLAST 수락 직후 다음 frame 시작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58368" y="3794760"/>
            <a:ext cx="18288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813048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2487168" y="3794760"/>
            <a:ext cx="87782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32888" y="3813048"/>
            <a:ext cx="86868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pending과 외부 장기 stall worst case는 system release gate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914400" y="530352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5349240"/>
            <a:ext cx="10186416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진행: CHAIN-P1-03 Hit[16] SW/range 계약을 문서화해 final VDMA 16-bit 정책과 거리/wrap 의미를 닫습니다.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530352" y="6455664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문서: C07_System_Integration_260515194251_C04_Direct_Matrix_Result_v001.md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C04 Direct Matrix Result v001</dc:title>
  <dc:subject>C07 C04 Direct Matrix Result</dc:subject>
  <dc:creator>Codex</dc:creator>
  <cp:lastModifiedBy>Codex</cp:lastModifiedBy>
  <cp:revision>1</cp:revision>
  <dcterms:created xsi:type="dcterms:W3CDTF">2026-05-15T10:44:26Z</dcterms:created>
  <dcterms:modified xsi:type="dcterms:W3CDTF">2026-05-15T10:44:26Z</dcterms:modified>
</cp:coreProperties>
</file>