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5486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 / CHAIN-P1-01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9669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direct matrix가 닫혔습니다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2267712"/>
            <a:ext cx="106984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통합 PASS로 우회됐던 width/max_hits, IFIFO2 timeout, dual-buffer II, drop/quarantine, slope abort를 C03 레벨에서 직접 검증했습니다.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3749040"/>
            <a:ext cx="2057400" cy="822960"/>
          </a:xfrm>
          <a:prstGeom prst="roundRect">
            <a:avLst>
              <a:gd name="adj" fmla="val 4444"/>
            </a:avLst>
          </a:prstGeom>
          <a:solidFill>
            <a:srgbClr val="14532D"/>
          </a:solidFill>
          <a:ln w="11430">
            <a:solidFill>
              <a:srgbClr val="86E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3794760"/>
            <a:ext cx="1911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17개 신규 xsim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46120" y="3749040"/>
            <a:ext cx="2057400" cy="822960"/>
          </a:xfrm>
          <a:prstGeom prst="roundRect">
            <a:avLst>
              <a:gd name="adj" fmla="val 4444"/>
            </a:avLst>
          </a:prstGeom>
          <a:solidFill>
            <a:srgbClr val="1E3A8A"/>
          </a:solidFill>
          <a:ln w="1143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9272" y="3794760"/>
            <a:ext cx="1911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 sweep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23560" y="3749040"/>
            <a:ext cx="2057400" cy="822960"/>
          </a:xfrm>
          <a:prstGeom prst="roundRect">
            <a:avLst>
              <a:gd name="adj" fmla="val 4444"/>
            </a:avLst>
          </a:prstGeom>
          <a:solidFill>
            <a:srgbClr val="581C87"/>
          </a:solidFill>
          <a:ln w="11430">
            <a:solidFill>
              <a:srgbClr val="D8B4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96712" y="3794760"/>
            <a:ext cx="1911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1/3/5/7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01000" y="3749040"/>
            <a:ext cx="2057400" cy="822960"/>
          </a:xfrm>
          <a:prstGeom prst="roundRect">
            <a:avLst>
              <a:gd name="adj" fmla="val 4444"/>
            </a:avLst>
          </a:prstGeom>
          <a:solidFill>
            <a:srgbClr val="064E3B"/>
          </a:solidFill>
          <a:ln w="1143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74152" y="3794760"/>
            <a:ext cx="1911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P1-01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" y="6455664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Archive: sim_results/vivado_xsim/sessions/260515191624_c07_v001_c03_direct_matrix/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경계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검증은 top 통합이 아니라 C03 내부 FSM과 output serializer를 직접 자극합니다.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11680"/>
            <a:ext cx="1874520" cy="86868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57400"/>
            <a:ext cx="1728216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decoded event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tdata 32 / tuser 16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80360" y="1874520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53512" y="1920240"/>
            <a:ext cx="1682496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 FSM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ACTIVE / DROP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QUARANTINE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74920" y="2011680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48072" y="2057400"/>
            <a:ext cx="1682496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Dual cell buffer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BUF0 / BUF1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269480" y="1874520"/>
            <a:ext cx="1965960" cy="868680"/>
          </a:xfrm>
          <a:prstGeom prst="roundRect">
            <a:avLst>
              <a:gd name="adj" fmla="val 4211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42632" y="1920240"/>
            <a:ext cx="1819656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FSM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 / ACTIVE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WAIT_IFIFO2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692640" y="2011680"/>
            <a:ext cx="1874520" cy="868680"/>
          </a:xfrm>
          <a:prstGeom prst="roundRect">
            <a:avLst>
              <a:gd name="adj" fmla="val 4211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65792" y="2057400"/>
            <a:ext cx="1728216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cell stream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64 / 128 bit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42032" y="2450592"/>
            <a:ext cx="274320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36592" y="2450592"/>
            <a:ext cx="274320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31152" y="2450592"/>
            <a:ext cx="274320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62872" y="2450592"/>
            <a:ext cx="365760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" y="4160520"/>
            <a:ext cx="292608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178808"/>
            <a:ext cx="28346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3840480" y="4160520"/>
            <a:ext cx="758952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4178808"/>
            <a:ext cx="7498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확인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914400" y="4636008"/>
            <a:ext cx="29260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654296"/>
            <a:ext cx="28346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tb_tdc_gpx_cell_builder_c07_direct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3840480" y="4636008"/>
            <a:ext cx="75895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4654296"/>
            <a:ext cx="7498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width/max_hits, IFIFO2 timeout, dual-buffer II, drop/quarantine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914400" y="5111496"/>
            <a:ext cx="29260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129784"/>
            <a:ext cx="28346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tb_tdc_gpx_cell_pipe_c03_fix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3840480" y="5111496"/>
            <a:ext cx="75895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5129784"/>
            <a:ext cx="7498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metadata, input skid, per-slope abort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530352" y="6455664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tdc_gpx_cell_builder.vhd collect/output FSM, tdc_gpx_pkg.vhd fn_beats_per_cell_rt()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 / Max Hits Matrix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raw/event 의미는 고정이고, output serializer의 beat 수가 width에 따라 줄어듭니다.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1645920" cy="54864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35608"/>
            <a:ext cx="15544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max_hits_cfg</a:t>
            </a:r>
            <a:endParaRPr lang="en-US" sz="840" dirty="0"/>
          </a:p>
        </p:txBody>
      </p:sp>
      <p:sp>
        <p:nvSpPr>
          <p:cNvPr id="7" name="Shape 5"/>
          <p:cNvSpPr/>
          <p:nvPr/>
        </p:nvSpPr>
        <p:spPr>
          <a:xfrm>
            <a:off x="2423160" y="1417320"/>
            <a:ext cx="1965960" cy="54864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435608"/>
            <a:ext cx="18745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1965960" cy="54864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35608"/>
            <a:ext cx="18745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1965960" cy="54864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435608"/>
            <a:ext cx="18745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8321040" y="1417320"/>
            <a:ext cx="1645920" cy="54864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435608"/>
            <a:ext cx="15544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777240" y="1965960"/>
            <a:ext cx="164592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1984248"/>
            <a:ext cx="15544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2423160" y="1965960"/>
            <a:ext cx="196596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1984248"/>
            <a:ext cx="18745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clk/cell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4389120" y="1965960"/>
            <a:ext cx="196596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1984248"/>
            <a:ext cx="18745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clk/cell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355080" y="1965960"/>
            <a:ext cx="196596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984248"/>
            <a:ext cx="18745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clk/cell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8321040" y="1965960"/>
            <a:ext cx="164592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1984248"/>
            <a:ext cx="15544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777240" y="2514600"/>
            <a:ext cx="164592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2532888"/>
            <a:ext cx="15544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2423160" y="2514600"/>
            <a:ext cx="196596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2532888"/>
            <a:ext cx="18745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clk/cell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4389120" y="2514600"/>
            <a:ext cx="196596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2532888"/>
            <a:ext cx="18745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clk/cell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6355080" y="2514600"/>
            <a:ext cx="196596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2532888"/>
            <a:ext cx="18745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clk/cell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8321040" y="2514600"/>
            <a:ext cx="164592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2532888"/>
            <a:ext cx="15544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777240" y="3063240"/>
            <a:ext cx="164592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081528"/>
            <a:ext cx="15544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2423160" y="3063240"/>
            <a:ext cx="196596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68880" y="3081528"/>
            <a:ext cx="18745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clk/cell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4389120" y="3063240"/>
            <a:ext cx="196596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34840" y="3081528"/>
            <a:ext cx="18745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clk/cell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6355080" y="3063240"/>
            <a:ext cx="196596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3081528"/>
            <a:ext cx="18745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clk/cell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8321040" y="3063240"/>
            <a:ext cx="164592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66760" y="3081528"/>
            <a:ext cx="15544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777240" y="3611880"/>
            <a:ext cx="164592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3630168"/>
            <a:ext cx="15544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2423160" y="3611880"/>
            <a:ext cx="196596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68880" y="3630168"/>
            <a:ext cx="18745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clk/cell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4389120" y="3611880"/>
            <a:ext cx="196596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34840" y="3630168"/>
            <a:ext cx="18745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clk/cell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6355080" y="3611880"/>
            <a:ext cx="196596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3630168"/>
            <a:ext cx="18745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clk/cell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8321040" y="3611880"/>
            <a:ext cx="164592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66760" y="3630168"/>
            <a:ext cx="15544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914400" y="4754880"/>
            <a:ext cx="10332720" cy="658368"/>
          </a:xfrm>
          <a:prstGeom prst="roundRect">
            <a:avLst>
              <a:gd name="adj" fmla="val 5556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7552" y="4800600"/>
            <a:ext cx="101864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항목: data slot packing / metadata last beat / hit_valid / slope_vec / hit_count / Hit[16] metadata</a:t>
            </a:r>
            <a:endParaRPr lang="en-US" sz="1120" dirty="0"/>
          </a:p>
        </p:txBody>
      </p:sp>
      <p:sp>
        <p:nvSpPr>
          <p:cNvPr id="57" name="Text 55"/>
          <p:cNvSpPr/>
          <p:nvPr/>
        </p:nvSpPr>
        <p:spPr>
          <a:xfrm>
            <a:off x="530352" y="6455664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marker: xsim_c07_v001_c03_matrix_w*_mh*_260515191624.log:28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/ II 의미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dual-buffer는 다음 shot을 받아주지만, 두 buffer가 모두 막히면 drop/quarantine이 정상 경계입니다.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508760" cy="475488"/>
          </a:xfrm>
          <a:prstGeom prst="roundRect">
            <a:avLst>
              <a:gd name="adj" fmla="val 7692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91640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shot1 collect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286000" y="1883664"/>
            <a:ext cx="502920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1645920"/>
            <a:ext cx="1417320" cy="475488"/>
          </a:xfrm>
          <a:prstGeom prst="roundRect">
            <a:avLst>
              <a:gd name="adj" fmla="val 7692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1691640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IFIFO1 done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315968" y="1883664"/>
            <a:ext cx="576072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37760" y="1645920"/>
            <a:ext cx="1325880" cy="475488"/>
          </a:xfrm>
          <a:prstGeom prst="roundRect">
            <a:avLst>
              <a:gd name="adj" fmla="val 7692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691640"/>
            <a:ext cx="11795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output_req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327648" y="1883664"/>
            <a:ext cx="530352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03720" y="1536192"/>
            <a:ext cx="1508760" cy="676656"/>
          </a:xfrm>
          <a:prstGeom prst="roundRect">
            <a:avLst>
              <a:gd name="adj" fmla="val 5405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6872" y="1581912"/>
            <a:ext cx="136245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 valid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 clk 구조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828800" y="2880360"/>
            <a:ext cx="3108960" cy="694944"/>
          </a:xfrm>
          <a:prstGeom prst="roundRect">
            <a:avLst>
              <a:gd name="adj" fmla="val 5263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01952" y="2926080"/>
            <a:ext cx="296265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shot2 collect 가능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while shot1 output stalls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2880360"/>
            <a:ext cx="3291840" cy="694944"/>
          </a:xfrm>
          <a:prstGeom prst="roundRect">
            <a:avLst>
              <a:gd name="adj" fmla="val 5263"/>
            </a:avLst>
          </a:prstGeom>
          <a:solidFill>
            <a:srgbClr val="FEE2E2"/>
          </a:solidFill>
          <a:ln w="1143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2926080"/>
            <a:ext cx="3145536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shot3 when BUF0/BUF1 occupied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=&gt; DROP -&gt; QUARANTINE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4251960"/>
            <a:ext cx="233172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270248"/>
            <a:ext cx="2240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246120" y="4251960"/>
            <a:ext cx="813816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4270248"/>
            <a:ext cx="8046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914400" y="4727448"/>
            <a:ext cx="23317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745736"/>
            <a:ext cx="2240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dual-buffer II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246120" y="4727448"/>
            <a:ext cx="81381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4745736"/>
            <a:ext cx="8046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max_hits=3 stall 중 shot2 수집 PASS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914400" y="5202936"/>
            <a:ext cx="23317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221224"/>
            <a:ext cx="2240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IFIFO2 timeout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3246120" y="5202936"/>
            <a:ext cx="81381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5221224"/>
            <a:ext cx="8046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bit synthetic EOS + faulted tuser PASS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914400" y="5678424"/>
            <a:ext cx="23317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5696712"/>
            <a:ext cx="2240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drop/quarantine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3246120" y="5678424"/>
            <a:ext cx="81381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5696712"/>
            <a:ext cx="8046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no-free-buffer shot3는 output slice 없이 clean exit PASS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530352" y="6455664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생산 margin은 RTL generic 기본값, TB는 상태 전이 단축을 위해 margin=8 clk 사용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Closure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직접 검증은 닫고, 다음은 C04 ready/header pending과 Hit[16] SW/range 계약입니다.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34440"/>
            <a:ext cx="297180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252728"/>
            <a:ext cx="2880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710" dirty="0"/>
          </a:p>
        </p:txBody>
      </p:sp>
      <p:sp>
        <p:nvSpPr>
          <p:cNvPr id="7" name="Shape 5"/>
          <p:cNvSpPr/>
          <p:nvPr/>
        </p:nvSpPr>
        <p:spPr>
          <a:xfrm>
            <a:off x="3630168" y="1234440"/>
            <a:ext cx="132588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5888" y="1252728"/>
            <a:ext cx="12344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710" dirty="0"/>
          </a:p>
        </p:txBody>
      </p:sp>
      <p:sp>
        <p:nvSpPr>
          <p:cNvPr id="9" name="Shape 7"/>
          <p:cNvSpPr/>
          <p:nvPr/>
        </p:nvSpPr>
        <p:spPr>
          <a:xfrm>
            <a:off x="4956048" y="1234440"/>
            <a:ext cx="617220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01768" y="1252728"/>
            <a:ext cx="6080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710" dirty="0"/>
          </a:p>
        </p:txBody>
      </p:sp>
      <p:sp>
        <p:nvSpPr>
          <p:cNvPr id="11" name="Shape 9"/>
          <p:cNvSpPr/>
          <p:nvPr/>
        </p:nvSpPr>
        <p:spPr>
          <a:xfrm>
            <a:off x="658368" y="1709928"/>
            <a:ext cx="29718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1728216"/>
            <a:ext cx="2880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CHAIN-P1-01 C03 direct matrix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3630168" y="1709928"/>
            <a:ext cx="13258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1728216"/>
            <a:ext cx="12344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</a:t>
            </a:r>
            <a:endParaRPr lang="en-US" sz="710" dirty="0"/>
          </a:p>
        </p:txBody>
      </p:sp>
      <p:sp>
        <p:nvSpPr>
          <p:cNvPr id="15" name="Shape 13"/>
          <p:cNvSpPr/>
          <p:nvPr/>
        </p:nvSpPr>
        <p:spPr>
          <a:xfrm>
            <a:off x="4956048" y="1709928"/>
            <a:ext cx="61722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1768" y="1728216"/>
            <a:ext cx="6080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17개 xsim PASS + 기존 C03 regression PASS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658368" y="2185416"/>
            <a:ext cx="29718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2203704"/>
            <a:ext cx="2880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C07-VB-04 dual-buffer II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3630168" y="2185416"/>
            <a:ext cx="13258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75888" y="2203704"/>
            <a:ext cx="12344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</a:t>
            </a:r>
            <a:endParaRPr lang="en-US" sz="710" dirty="0"/>
          </a:p>
        </p:txBody>
      </p:sp>
      <p:sp>
        <p:nvSpPr>
          <p:cNvPr id="21" name="Shape 19"/>
          <p:cNvSpPr/>
          <p:nvPr/>
        </p:nvSpPr>
        <p:spPr>
          <a:xfrm>
            <a:off x="4956048" y="2185416"/>
            <a:ext cx="61722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2203704"/>
            <a:ext cx="6080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dual-buffer next-shot stall scenario PASS</a:t>
            </a:r>
            <a:endParaRPr lang="en-US" sz="710" dirty="0"/>
          </a:p>
        </p:txBody>
      </p:sp>
      <p:sp>
        <p:nvSpPr>
          <p:cNvPr id="23" name="Shape 21"/>
          <p:cNvSpPr/>
          <p:nvPr/>
        </p:nvSpPr>
        <p:spPr>
          <a:xfrm>
            <a:off x="658368" y="2660904"/>
            <a:ext cx="29718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2679192"/>
            <a:ext cx="2880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C07-VB-05 IFIFO2 wait/timeout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3630168" y="2660904"/>
            <a:ext cx="13258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2679192"/>
            <a:ext cx="12344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4956048" y="2660904"/>
            <a:ext cx="61722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2679192"/>
            <a:ext cx="6080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IFIFO2 timeout PASS</a:t>
            </a:r>
            <a:endParaRPr lang="en-US" sz="710" dirty="0"/>
          </a:p>
        </p:txBody>
      </p:sp>
      <p:sp>
        <p:nvSpPr>
          <p:cNvPr id="29" name="Shape 27"/>
          <p:cNvSpPr/>
          <p:nvPr/>
        </p:nvSpPr>
        <p:spPr>
          <a:xfrm>
            <a:off x="658368" y="3136392"/>
            <a:ext cx="29718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3154680"/>
            <a:ext cx="2880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CHAIN-P1-02 C04 ready/header pending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3630168" y="3136392"/>
            <a:ext cx="13258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75888" y="3154680"/>
            <a:ext cx="12344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710" dirty="0"/>
          </a:p>
        </p:txBody>
      </p:sp>
      <p:sp>
        <p:nvSpPr>
          <p:cNvPr id="33" name="Shape 31"/>
          <p:cNvSpPr/>
          <p:nvPr/>
        </p:nvSpPr>
        <p:spPr>
          <a:xfrm>
            <a:off x="4956048" y="3136392"/>
            <a:ext cx="61722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01768" y="3154680"/>
            <a:ext cx="6080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direct TB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658368" y="3611880"/>
            <a:ext cx="29718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" y="3630168"/>
            <a:ext cx="2880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CHAIN-P1-03 Hit[16] SW/range 계약</a:t>
            </a:r>
            <a:endParaRPr lang="en-US" sz="710" dirty="0"/>
          </a:p>
        </p:txBody>
      </p:sp>
      <p:sp>
        <p:nvSpPr>
          <p:cNvPr id="37" name="Shape 35"/>
          <p:cNvSpPr/>
          <p:nvPr/>
        </p:nvSpPr>
        <p:spPr>
          <a:xfrm>
            <a:off x="3630168" y="3611880"/>
            <a:ext cx="13258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75888" y="3630168"/>
            <a:ext cx="12344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710" dirty="0"/>
          </a:p>
        </p:txBody>
      </p:sp>
      <p:sp>
        <p:nvSpPr>
          <p:cNvPr id="39" name="Shape 37"/>
          <p:cNvSpPr/>
          <p:nvPr/>
        </p:nvSpPr>
        <p:spPr>
          <a:xfrm>
            <a:off x="4956048" y="3611880"/>
            <a:ext cx="61722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01768" y="3630168"/>
            <a:ext cx="6080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16-bit policy와 range/wrap 명시 필요</a:t>
            </a:r>
            <a:endParaRPr lang="en-US" sz="710" dirty="0"/>
          </a:p>
        </p:txBody>
      </p:sp>
      <p:sp>
        <p:nvSpPr>
          <p:cNvPr id="41" name="Shape 39"/>
          <p:cNvSpPr/>
          <p:nvPr/>
        </p:nvSpPr>
        <p:spPr>
          <a:xfrm>
            <a:off x="914400" y="5303520"/>
            <a:ext cx="10332720" cy="566928"/>
          </a:xfrm>
          <a:prstGeom prst="roundRect">
            <a:avLst>
              <a:gd name="adj" fmla="val 6452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7552" y="5349240"/>
            <a:ext cx="10186416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진행 권고: C04 face_assembler ready path와 header_inserter face_start pending을 direct TB로 닫습니다.</a:t>
            </a:r>
            <a:endParaRPr lang="en-US" sz="1140" dirty="0"/>
          </a:p>
        </p:txBody>
      </p:sp>
      <p:sp>
        <p:nvSpPr>
          <p:cNvPr id="43" name="Text 41"/>
          <p:cNvSpPr/>
          <p:nvPr/>
        </p:nvSpPr>
        <p:spPr>
          <a:xfrm>
            <a:off x="530352" y="6455664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문서: C07_System_Integration_260515191624_C03_Direct_Matrix_Result_v001.md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C07 C03 Direct Matrix Result v001</dc:title>
  <dc:subject>C07 C03 Direct Matrix Result</dc:subject>
  <dc:creator>Codex</dc:creator>
  <cp:lastModifiedBy>Codex</cp:lastModifiedBy>
  <cp:revision>1</cp:revision>
  <dcterms:created xsi:type="dcterms:W3CDTF">2026-05-15T10:22:29Z</dcterms:created>
  <dcterms:modified xsi:type="dcterms:W3CDTF">2026-05-15T10:22:29Z</dcterms:modified>
</cp:coreProperties>
</file>