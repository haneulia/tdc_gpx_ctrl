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6858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Chain Stress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7955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P0-01 / P0-02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Result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10607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내부 output stream CDC는 architecture contract로 닫고, 32/64/128 x max_hits 1/3/5/7 x bounded backpressure chain stress는 PASS했습니다.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10312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849624"/>
            <a:ext cx="19568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C07 sims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3794760"/>
            <a:ext cx="210312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3849624"/>
            <a:ext cx="19568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794760"/>
            <a:ext cx="2103120" cy="822960"/>
          </a:xfrm>
          <a:prstGeom prst="roundRect">
            <a:avLst>
              <a:gd name="adj" fmla="val 4444"/>
            </a:avLst>
          </a:prstGeom>
          <a:solidFill>
            <a:srgbClr val="4C1D95"/>
          </a:solidFill>
          <a:ln w="1143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2472" y="3849624"/>
            <a:ext cx="19568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 1/3/5/7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49640" y="3794760"/>
            <a:ext cx="2331720" cy="822960"/>
          </a:xfrm>
          <a:prstGeom prst="roundRect">
            <a:avLst>
              <a:gd name="adj" fmla="val 4444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3849624"/>
            <a:ext cx="21854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reserve/marker audit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sim_results/vivado_xsim/sessions/260514153208_c07_v001_chain_stress/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Closure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내부는 raw CDC 이후 전부 i_axis_aclk 단일 stream domain입니다.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75104"/>
            <a:ext cx="12710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i_tdc_clk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bus/chip_ctrl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267712" y="2331720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75104"/>
            <a:ext cx="12710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xpm_fifo_async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79392" y="2331720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975104"/>
            <a:ext cx="12710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i_axis_aclk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decode/cell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91072" y="2331720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975104"/>
            <a:ext cx="12710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output_stage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face/header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302752" y="2331720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1975104"/>
            <a:ext cx="12710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contract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10287000" cy="713232"/>
          </a:xfrm>
          <a:prstGeom prst="roundRect">
            <a:avLst>
              <a:gd name="adj" fmla="val 5128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215384"/>
            <a:ext cx="10140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Closure: RTL scope에서는 현재 구조 수락. 단, VDMA가 다른 clock이면 top 외부 AXIS CDC FIFO 또는 clocking 계약이 필요합니다.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tdc_gpx_config_ctrl.vhd:1909, tdc_gpx_top.vhd:735/741, tdc_gpx_header_inserter.vhd:326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 Matrix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조건: faces=2, cols=2, active chips=4, stops_per_chip=2, bp_gap=17, ASYNC raw CDC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4300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1051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737360" y="1325880"/>
            <a:ext cx="219456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344168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3931920" y="1325880"/>
            <a:ext cx="338328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34416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Beats/lane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315200" y="1325880"/>
            <a:ext cx="109728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344168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283464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344168"/>
            <a:ext cx="2743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T2-&gt;T5 worst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94360" y="1911096"/>
            <a:ext cx="11430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29384"/>
            <a:ext cx="1051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737360" y="1911096"/>
            <a:ext cx="21945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929384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3931920" y="1911096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929384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 / 144 / 176 / 208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7315200" y="1911096"/>
            <a:ext cx="1097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929384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8412480" y="1911096"/>
            <a:ext cx="28346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1929384"/>
            <a:ext cx="2743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/ 0.540 / 0.575 / 0.620 us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594360" y="2496312"/>
            <a:ext cx="11430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514600"/>
            <a:ext cx="1051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1737360" y="2496312"/>
            <a:ext cx="21945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3931920" y="2496312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 / 120 / 120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7315200" y="2496312"/>
            <a:ext cx="1097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8412480" y="2496312"/>
            <a:ext cx="28346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/ 0.500 / 0.540 / 0.540 us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94360" y="3081528"/>
            <a:ext cx="11430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99816"/>
            <a:ext cx="1051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1737360" y="3081528"/>
            <a:ext cx="21945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3099816"/>
            <a:ext cx="2103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3931920" y="3081528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099816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76 / 76 / 76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7315200" y="3081528"/>
            <a:ext cx="1097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3099816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8412480" y="3081528"/>
            <a:ext cx="28346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3099816"/>
            <a:ext cx="2743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us all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1051560" y="4800600"/>
            <a:ext cx="9966960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24712" y="4855464"/>
            <a:ext cx="982065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넓은 bus는 빠르지만, 이득은 output packing 경계 때문에 계단식으로 나타납니다.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증거: w32/mh7 log line 161/167/169, w128/mh7 log line 161/167/169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T2는 IrFlag/drain condition, T5는 final TLAST입니다.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084832" y="2231136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final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776472" y="2231136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468112" y="2231136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C02/C03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raw/cell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159752" y="2231136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851392" y="2231136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187452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1929384"/>
            <a:ext cx="99669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1051560" y="3703320"/>
            <a:ext cx="274320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721608"/>
            <a:ext cx="2651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794760" y="3703320"/>
            <a:ext cx="182880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721608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cycle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623560" y="3703320"/>
            <a:ext cx="182880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721608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 cycle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452360" y="3703320"/>
            <a:ext cx="329184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721608"/>
            <a:ext cx="3200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51560" y="4142232"/>
            <a:ext cx="2743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60520"/>
            <a:ext cx="2651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/ mh7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794760" y="4142232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160520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2983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623560" y="4142232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160520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3107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7452360" y="4142232"/>
            <a:ext cx="3291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4160520"/>
            <a:ext cx="3200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 clk / 0.620 us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051560" y="4581144"/>
            <a:ext cx="2743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599432"/>
            <a:ext cx="2651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/ mh7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794760" y="4581144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459943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2983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623560" y="4581144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4599432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3091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7452360" y="4581144"/>
            <a:ext cx="3291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4599432"/>
            <a:ext cx="3200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 clk / 0.540 us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1051560" y="5020056"/>
            <a:ext cx="2743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5038344"/>
            <a:ext cx="2651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/ mh7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794760" y="5020056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5038344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2983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623560" y="5020056"/>
            <a:ext cx="18288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5038344"/>
            <a:ext cx="17373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3083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452360" y="5020056"/>
            <a:ext cx="3291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5038344"/>
            <a:ext cx="3200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clk / 0.500 us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T4 first beat는 header prefix일 수 있어 raw data first beat와 동일하지 않습니다.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Late Write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max_hits_cfg는 face/shot 시작 전에 설정하는 전략이 여전히 권장됩니다.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01752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794760" y="1371600"/>
            <a:ext cx="301752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389888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02336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389888"/>
            <a:ext cx="3931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1883664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01952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write 생략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794760" y="1883664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901952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 line 55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812280" y="1883664"/>
            <a:ext cx="40233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901952"/>
            <a:ext cx="3931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77240" y="2395728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packet_start 이후 CTL21 write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794760" y="2395728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 line 98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812280" y="2395728"/>
            <a:ext cx="40233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14016"/>
            <a:ext cx="3931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77240" y="2907792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926080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late mh3 summary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794760" y="2907792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926080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 line 162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812280" y="2907792"/>
            <a:ext cx="40233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926080"/>
            <a:ext cx="3931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 beats/lane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3419856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438144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BP + output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794760" y="3419856"/>
            <a:ext cx="30175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438144"/>
            <a:ext cx="2926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168 / 170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812280" y="3419856"/>
            <a:ext cx="40233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438144"/>
            <a:ext cx="3931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60120" y="4892040"/>
            <a:ext cx="10149840" cy="658368"/>
          </a:xfrm>
          <a:prstGeom prst="roundRect">
            <a:avLst>
              <a:gd name="adj" fmla="val 5556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946904"/>
            <a:ext cx="100035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 write는 동작상 PASS지만 첫 face와 이후 face의 beat budget이 달라지므로 release 기본 운용으로는 권장하지 않습니다.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xsim_c07_v001_top_int_w64_late_mh3_260514153208.log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Remaining Work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P0 중 두 항목은 닫혔고, system/marker 성격의 항목이 남았습니다.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09728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783080" y="1325880"/>
            <a:ext cx="228600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34416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6858000" cy="50292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34416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4708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P0-01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783080" y="1828800"/>
            <a:ext cx="2286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84708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scope closed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069080" y="1828800"/>
            <a:ext cx="6858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84708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VDMA clock CDC/STA는 system item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85800" y="2331720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5000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P0-02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783080" y="2331720"/>
            <a:ext cx="2286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35000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069080" y="2331720"/>
            <a:ext cx="6858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35000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matrix 결과 유지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5800" y="2834640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85292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P0-03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783080" y="2834640"/>
            <a:ext cx="2286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285292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069080" y="2834640"/>
            <a:ext cx="6858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85292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C02/C04 source/dest/effect/output marker audit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85800" y="3337560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35584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P0-04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783080" y="3337560"/>
            <a:ext cx="2286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335584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069080" y="3337560"/>
            <a:ext cx="6858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35584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실측 또는 보수치 갱신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85800" y="3840480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858768"/>
            <a:ext cx="10058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783080" y="3840480"/>
            <a:ext cx="2286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3858768"/>
            <a:ext cx="2194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069080" y="3840480"/>
            <a:ext cx="6858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3858768"/>
            <a:ext cx="676656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 direct matrix TB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권고: Marker Audit Result v001 작성 후 Reserve Measurement로 진행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Chain Stress Result v001</dc:title>
  <dc:subject>C07 Chain Stress Result</dc:subject>
  <dc:creator>Codex</dc:creator>
  <cp:lastModifiedBy>Codex</cp:lastModifiedBy>
  <cp:revision>1</cp:revision>
  <dcterms:created xsi:type="dcterms:W3CDTF">2026-05-14T06:50:10Z</dcterms:created>
  <dcterms:modified xsi:type="dcterms:W3CDTF">2026-05-14T06:50:10Z</dcterms:modified>
</cp:coreProperties>
</file>