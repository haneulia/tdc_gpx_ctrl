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685800"/>
            <a:ext cx="6858000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93C5F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Marker Audit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658368" y="1170432"/>
            <a:ext cx="7955280" cy="9601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 marker를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4단계로 다시 닫기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13232" y="2542032"/>
            <a:ext cx="1060704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E5E7E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v003 false positive 패턴을 막기 위해 C02/C04의 과거 PASS 항목을 Source, Destination, Effect, Output 기준으로 재점검했습니다.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868680" y="3794760"/>
            <a:ext cx="2286000" cy="822960"/>
          </a:xfrm>
          <a:prstGeom prst="roundRect">
            <a:avLst>
              <a:gd name="adj" fmla="val 4444"/>
            </a:avLst>
          </a:prstGeom>
          <a:solidFill>
            <a:srgbClr val="1E3A8A"/>
          </a:solidFill>
          <a:ln w="11430">
            <a:solidFill>
              <a:srgbClr val="93C5F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3849624"/>
            <a:ext cx="21396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C02 tuser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PASS_WITH_TRACE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520440" y="3794760"/>
            <a:ext cx="2286000" cy="822960"/>
          </a:xfrm>
          <a:prstGeom prst="roundRect">
            <a:avLst>
              <a:gd name="adj" fmla="val 4444"/>
            </a:avLst>
          </a:prstGeom>
          <a:solidFill>
            <a:srgbClr val="14532D"/>
          </a:solidFill>
          <a:ln w="11430">
            <a:solidFill>
              <a:srgbClr val="86EFA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93592" y="3849624"/>
            <a:ext cx="21396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C04 Hit[16]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 PASS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172200" y="3794760"/>
            <a:ext cx="2286000" cy="822960"/>
          </a:xfrm>
          <a:prstGeom prst="roundRect">
            <a:avLst>
              <a:gd name="adj" fmla="val 4444"/>
            </a:avLst>
          </a:prstGeom>
          <a:solidFill>
            <a:srgbClr val="4C1D95"/>
          </a:solidFill>
          <a:ln w="11430">
            <a:solidFill>
              <a:srgbClr val="C4B5F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45352" y="3849624"/>
            <a:ext cx="213969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beat/tlast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823960" y="3794760"/>
            <a:ext cx="2148840" cy="822960"/>
          </a:xfrm>
          <a:prstGeom prst="roundRect">
            <a:avLst>
              <a:gd name="adj" fmla="val 4444"/>
            </a:avLst>
          </a:prstGeom>
          <a:solidFill>
            <a:srgbClr val="713F12"/>
          </a:solidFill>
          <a:ln w="11430">
            <a:solidFill>
              <a:srgbClr val="FDE68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897112" y="3849624"/>
            <a:ext cx="200253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8us reserve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Doc/TDC-GPX-Datasheet.pdf 기준, 문서 생성 2026-05-15 16:20:50 KST</a:t>
            </a:r>
            <a:endParaRPr lang="en-US" sz="7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Audit Rule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PASS는 source만으로 닫지 않고 destination, effect, output까지 관측해야 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2011680"/>
            <a:ext cx="1783080" cy="822960"/>
          </a:xfrm>
          <a:prstGeom prst="roundRect">
            <a:avLst>
              <a:gd name="adj" fmla="val 4444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87552" y="2066544"/>
            <a:ext cx="16367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입력/명령/의미 발생</a:t>
            </a:r>
            <a:endParaRPr lang="en-US" sz="1020" dirty="0"/>
          </a:p>
        </p:txBody>
      </p:sp>
      <p:sp>
        <p:nvSpPr>
          <p:cNvPr id="7" name="Shape 5"/>
          <p:cNvSpPr/>
          <p:nvPr/>
        </p:nvSpPr>
        <p:spPr>
          <a:xfrm>
            <a:off x="2724912" y="2423160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246120" y="2011680"/>
            <a:ext cx="1783080" cy="822960"/>
          </a:xfrm>
          <a:prstGeom prst="roundRect">
            <a:avLst>
              <a:gd name="adj" fmla="val 4444"/>
            </a:avLst>
          </a:prstGeom>
          <a:solidFill>
            <a:srgbClr val="CCFBF1"/>
          </a:solidFill>
          <a:ln w="11430">
            <a:solidFill>
              <a:srgbClr val="0F766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319272" y="2066544"/>
            <a:ext cx="16367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stage 수신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5056632" y="2423160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577840" y="2011680"/>
            <a:ext cx="1783080" cy="822960"/>
          </a:xfrm>
          <a:prstGeom prst="roundRect">
            <a:avLst>
              <a:gd name="adj" fmla="val 4444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50992" y="2066544"/>
            <a:ext cx="16367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상태/데이터 변화</a:t>
            </a:r>
            <a:endParaRPr lang="en-US" sz="1020" dirty="0"/>
          </a:p>
        </p:txBody>
      </p:sp>
      <p:sp>
        <p:nvSpPr>
          <p:cNvPr id="13" name="Shape 11"/>
          <p:cNvSpPr/>
          <p:nvPr/>
        </p:nvSpPr>
        <p:spPr>
          <a:xfrm>
            <a:off x="7388352" y="2423160"/>
            <a:ext cx="4480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909560" y="2011680"/>
            <a:ext cx="1783080" cy="822960"/>
          </a:xfrm>
          <a:prstGeom prst="roundRect">
            <a:avLst>
              <a:gd name="adj" fmla="val 4444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82712" y="2066544"/>
            <a:ext cx="1636776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1020" dirty="0"/>
          </a:p>
          <a:p>
            <a:pPr algn="ctr" indent="0" marL="0">
              <a:buNone/>
            </a:pPr>
            <a:r>
              <a:rPr lang="en-US" sz="10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stream/status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914400" y="4251960"/>
            <a:ext cx="10332720" cy="685800"/>
          </a:xfrm>
          <a:prstGeom prst="roundRect">
            <a:avLst>
              <a:gd name="adj" fmla="val 5333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" y="4306824"/>
            <a:ext cx="10186416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 기준: 네 marker가 모두 분리되어 있으면 PASS, source/output만 있고 중간 effect가 없으면 false-positive risk로 남깁니다.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C06 v003 force_reinit false positive의 재발 방지 규칙</a:t>
            </a:r>
            <a:endParaRPr lang="en-US" sz="7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A. C02 downstream tuser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faulted cell tuser와 final SOF tuser의 의미가 섞이지 않는지 확인했습니다.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828800"/>
            <a:ext cx="141732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883664"/>
            <a:ext cx="12710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faulted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drain_done</a:t>
            </a:r>
            <a:endParaRPr lang="en-US" sz="920" dirty="0"/>
          </a:p>
        </p:txBody>
      </p:sp>
      <p:sp>
        <p:nvSpPr>
          <p:cNvPr id="7" name="Shape 5"/>
          <p:cNvSpPr/>
          <p:nvPr/>
        </p:nvSpPr>
        <p:spPr>
          <a:xfrm>
            <a:off x="2176272" y="2194560"/>
            <a:ext cx="5394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2788920" y="1828800"/>
            <a:ext cx="141732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62072" y="1883664"/>
            <a:ext cx="12710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 tlast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+tuser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233672" y="2194560"/>
            <a:ext cx="5394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846320" y="1828800"/>
            <a:ext cx="141732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883664"/>
            <a:ext cx="12710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row_done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latch</a:t>
            </a:r>
            <a:endParaRPr lang="en-US" sz="920" dirty="0"/>
          </a:p>
        </p:txBody>
      </p:sp>
      <p:sp>
        <p:nvSpPr>
          <p:cNvPr id="13" name="Shape 11"/>
          <p:cNvSpPr/>
          <p:nvPr/>
        </p:nvSpPr>
        <p:spPr>
          <a:xfrm>
            <a:off x="6291072" y="2194560"/>
            <a:ext cx="5394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6903720" y="1828800"/>
            <a:ext cx="1417320" cy="731520"/>
          </a:xfrm>
          <a:prstGeom prst="roundRect">
            <a:avLst>
              <a:gd name="adj" fmla="val 5000"/>
            </a:avLst>
          </a:prstGeom>
          <a:solidFill>
            <a:srgbClr val="DBEAFE"/>
          </a:solidFill>
          <a:ln w="11430">
            <a:solidFill>
              <a:srgbClr val="2563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76872" y="1883664"/>
            <a:ext cx="12710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SOF tuser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separated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8348472" y="2194560"/>
            <a:ext cx="53949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961120" y="1828800"/>
            <a:ext cx="1417320" cy="731520"/>
          </a:xfrm>
          <a:prstGeom prst="roundRect">
            <a:avLst>
              <a:gd name="adj" fmla="val 5000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034272" y="1883664"/>
            <a:ext cx="1271016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</a:t>
            </a:r>
            <a:endParaRPr lang="en-US" sz="920" dirty="0"/>
          </a:p>
          <a:p>
            <a:pPr algn="ctr" indent="0" marL="0">
              <a:buNone/>
            </a:pPr>
            <a:r>
              <a:rPr lang="en-US" sz="9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PASS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914400" y="3703320"/>
            <a:ext cx="1828800" cy="41148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3721608"/>
            <a:ext cx="173736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Marker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2743200" y="3703320"/>
            <a:ext cx="8549640" cy="41148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88920" y="3721608"/>
            <a:ext cx="84582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Evidence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914400" y="4114800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60120" y="4133088"/>
            <a:ext cx="173736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Source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2743200" y="4114800"/>
            <a:ext cx="85496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88920" y="4133088"/>
            <a:ext cx="84582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tb_tdc_gpx_cell_pipe.vhd:166, :172, :228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914400" y="4526280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60120" y="4544568"/>
            <a:ext cx="173736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Destination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743200" y="4526280"/>
            <a:ext cx="85496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788920" y="4544568"/>
            <a:ext cx="84582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cell_pipe checker + face_assembler tlast/tuser latch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914400" y="4937760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60120" y="4956048"/>
            <a:ext cx="173736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Effect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2743200" y="4937760"/>
            <a:ext cx="85496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788920" y="4956048"/>
            <a:ext cx="84582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tdc_gpx_face_assembler.vhd row_done_faulted_r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914400" y="5349240"/>
            <a:ext cx="182880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60120" y="5367528"/>
            <a:ext cx="173736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Output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2743200" y="5349240"/>
            <a:ext cx="8549640" cy="41148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788920" y="5367528"/>
            <a:ext cx="8458200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xsim_cell_pipe_tuser.log:28, output_stage_tuser.log:42/:56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PASS_WITH_TRACE, C07 fresh archive 재패키징은 optional P2</a:t>
            </a:r>
            <a:endParaRPr lang="en-US" sz="72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B. Hit[16] final sanitize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generation의 final VDMA stream에서는 Hit[16]을 버리는 정책입니다.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187452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78992" y="1929384"/>
            <a:ext cx="15453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cell_builder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metadata</a:t>
            </a:r>
            <a:endParaRPr lang="en-US" sz="910" dirty="0"/>
          </a:p>
        </p:txBody>
      </p:sp>
      <p:sp>
        <p:nvSpPr>
          <p:cNvPr id="7" name="Shape 5"/>
          <p:cNvSpPr/>
          <p:nvPr/>
        </p:nvSpPr>
        <p:spPr>
          <a:xfrm>
            <a:off x="2724912" y="2267712"/>
            <a:ext cx="6766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3474720" y="187452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EDE9FE"/>
          </a:solidFill>
          <a:ln w="11430">
            <a:solidFill>
              <a:srgbClr val="6D2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7872" y="1929384"/>
            <a:ext cx="15453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face_assembler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metadata beat</a:t>
            </a:r>
            <a:endParaRPr lang="en-US" sz="910" dirty="0"/>
          </a:p>
        </p:txBody>
      </p:sp>
      <p:sp>
        <p:nvSpPr>
          <p:cNvPr id="10" name="Shape 8"/>
          <p:cNvSpPr/>
          <p:nvPr/>
        </p:nvSpPr>
        <p:spPr>
          <a:xfrm>
            <a:off x="5193792" y="2267712"/>
            <a:ext cx="6766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5943600" y="187452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16752" y="1929384"/>
            <a:ext cx="15453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[6:0]=0</a:t>
            </a:r>
            <a:endParaRPr lang="en-US" sz="910" dirty="0"/>
          </a:p>
        </p:txBody>
      </p:sp>
      <p:sp>
        <p:nvSpPr>
          <p:cNvPr id="13" name="Shape 11"/>
          <p:cNvSpPr/>
          <p:nvPr/>
        </p:nvSpPr>
        <p:spPr>
          <a:xfrm>
            <a:off x="7662672" y="2267712"/>
            <a:ext cx="676656" cy="0"/>
          </a:xfrm>
          <a:prstGeom prst="line">
            <a:avLst/>
          </a:prstGeom>
          <a:noFill/>
          <a:ln w="14605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8412480" y="1874520"/>
            <a:ext cx="1691640" cy="777240"/>
          </a:xfrm>
          <a:prstGeom prst="roundRect">
            <a:avLst>
              <a:gd name="adj" fmla="val 4706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85632" y="1929384"/>
            <a:ext cx="1545336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AXIS</a:t>
            </a:r>
            <a:endParaRPr lang="en-US" sz="910" dirty="0"/>
          </a:p>
          <a:p>
            <a:pPr algn="ctr" indent="0" marL="0">
              <a:buNone/>
            </a:pPr>
            <a:r>
              <a:rPr lang="en-US" sz="91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monitor PASS</a:t>
            </a:r>
            <a:endParaRPr lang="en-US" sz="910" dirty="0"/>
          </a:p>
        </p:txBody>
      </p:sp>
      <p:sp>
        <p:nvSpPr>
          <p:cNvPr id="16" name="Shape 14"/>
          <p:cNvSpPr/>
          <p:nvPr/>
        </p:nvSpPr>
        <p:spPr>
          <a:xfrm>
            <a:off x="960120" y="3794760"/>
            <a:ext cx="233172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05840" y="3813048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</a:t>
            </a:r>
            <a:endParaRPr lang="en-US" sz="780" dirty="0"/>
          </a:p>
        </p:txBody>
      </p:sp>
      <p:sp>
        <p:nvSpPr>
          <p:cNvPr id="18" name="Shape 16"/>
          <p:cNvSpPr/>
          <p:nvPr/>
        </p:nvSpPr>
        <p:spPr>
          <a:xfrm>
            <a:off x="3291840" y="3794760"/>
            <a:ext cx="8001000" cy="457200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3813048"/>
            <a:ext cx="7909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위치</a:t>
            </a:r>
            <a:endParaRPr lang="en-US" sz="780" dirty="0"/>
          </a:p>
        </p:txBody>
      </p:sp>
      <p:sp>
        <p:nvSpPr>
          <p:cNvPr id="20" name="Shape 18"/>
          <p:cNvSpPr/>
          <p:nvPr/>
        </p:nvSpPr>
        <p:spPr>
          <a:xfrm>
            <a:off x="960120" y="4251960"/>
            <a:ext cx="2331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05840" y="4270248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Hit[16] 생성</a:t>
            </a:r>
            <a:endParaRPr lang="en-US" sz="780" dirty="0"/>
          </a:p>
        </p:txBody>
      </p:sp>
      <p:sp>
        <p:nvSpPr>
          <p:cNvPr id="22" name="Shape 20"/>
          <p:cNvSpPr/>
          <p:nvPr/>
        </p:nvSpPr>
        <p:spPr>
          <a:xfrm>
            <a:off x="3291840" y="4251960"/>
            <a:ext cx="8001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37560" y="4270248"/>
            <a:ext cx="7909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tdc_gpx_cell_builder.vhd:79, :403, :428</a:t>
            </a:r>
            <a:endParaRPr lang="en-US" sz="780" dirty="0"/>
          </a:p>
        </p:txBody>
      </p:sp>
      <p:sp>
        <p:nvSpPr>
          <p:cNvPr id="24" name="Shape 22"/>
          <p:cNvSpPr/>
          <p:nvPr/>
        </p:nvSpPr>
        <p:spPr>
          <a:xfrm>
            <a:off x="960120" y="4709160"/>
            <a:ext cx="2331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05840" y="4727448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 구현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3291840" y="4709160"/>
            <a:ext cx="8001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37560" y="4727448"/>
            <a:ext cx="7909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tdc_gpx_face_assembler.vhd:826-831</a:t>
            </a:r>
            <a:endParaRPr lang="en-US" sz="780" dirty="0"/>
          </a:p>
        </p:txBody>
      </p:sp>
      <p:sp>
        <p:nvSpPr>
          <p:cNvPr id="28" name="Shape 26"/>
          <p:cNvSpPr/>
          <p:nvPr/>
        </p:nvSpPr>
        <p:spPr>
          <a:xfrm>
            <a:off x="960120" y="5166360"/>
            <a:ext cx="233172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05840" y="5184648"/>
            <a:ext cx="224028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final monitor</a:t>
            </a:r>
            <a:endParaRPr lang="en-US" sz="780" dirty="0"/>
          </a:p>
        </p:txBody>
      </p:sp>
      <p:sp>
        <p:nvSpPr>
          <p:cNvPr id="30" name="Shape 28"/>
          <p:cNvSpPr/>
          <p:nvPr/>
        </p:nvSpPr>
        <p:spPr>
          <a:xfrm>
            <a:off x="3291840" y="5166360"/>
            <a:ext cx="8001000" cy="457200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5184648"/>
            <a:ext cx="790956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tb_tdc_gpx_output_stage.vhd:350-352, :803-804</a:t>
            </a:r>
            <a:endParaRPr lang="en-US" sz="780" dirty="0"/>
          </a:p>
        </p:txBody>
      </p:sp>
      <p:sp>
        <p:nvSpPr>
          <p:cNvPr id="32" name="Text 30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주의: sanitize PASS는 16-bit hit slot 정책 구현 확인이며, 거리/wrap 계약은 C07 P1-03에서 별도 고정</a:t>
            </a:r>
            <a:endParaRPr lang="en-US" sz="7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C. Width beat/tlast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넓은 bus는 output packing beat 수를 줄이지만, packing 경계 때문에 계단형으로 반영됩니다.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417320"/>
            <a:ext cx="109728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35608"/>
            <a:ext cx="1005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1783080" y="1417320"/>
            <a:ext cx="214884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435608"/>
            <a:ext cx="20574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max_hits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31920" y="1417320"/>
            <a:ext cx="333756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77640" y="1435608"/>
            <a:ext cx="3246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Beats/lane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7269480" y="1417320"/>
            <a:ext cx="105156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0" y="1435608"/>
            <a:ext cx="960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TLAST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8321040" y="1417320"/>
            <a:ext cx="269748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435608"/>
            <a:ext cx="26060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T2-&gt;T5 worst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85800" y="1947672"/>
            <a:ext cx="1097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1965960"/>
            <a:ext cx="1005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83080" y="1947672"/>
            <a:ext cx="21488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828800" y="1965960"/>
            <a:ext cx="20574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 / 5 / 7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3931920" y="1947672"/>
            <a:ext cx="33375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977640" y="1965960"/>
            <a:ext cx="3246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112 / 144 / 176 / 208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269480" y="1947672"/>
            <a:ext cx="10515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0" y="1965960"/>
            <a:ext cx="960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8321040" y="1947672"/>
            <a:ext cx="2697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66760" y="1965960"/>
            <a:ext cx="26060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0.620 us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85800" y="2478024"/>
            <a:ext cx="1097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2496312"/>
            <a:ext cx="1005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64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1783080" y="2478024"/>
            <a:ext cx="21488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828800" y="2496312"/>
            <a:ext cx="20574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 / 5 / 7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3931920" y="2478024"/>
            <a:ext cx="33375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977640" y="2496312"/>
            <a:ext cx="3246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88 / 88 / 120 / 120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269480" y="2478024"/>
            <a:ext cx="10515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0" y="2496312"/>
            <a:ext cx="960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8321040" y="2478024"/>
            <a:ext cx="2697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66760" y="2496312"/>
            <a:ext cx="26060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0.540 us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85800" y="3008376"/>
            <a:ext cx="10972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1520" y="3026664"/>
            <a:ext cx="10058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128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1783080" y="3008376"/>
            <a:ext cx="214884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828800" y="3026664"/>
            <a:ext cx="205740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/ 3 / 5 / 7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3931920" y="3008376"/>
            <a:ext cx="33375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77640" y="3026664"/>
            <a:ext cx="3246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76 / 76 / 76 / 76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7269480" y="3008376"/>
            <a:ext cx="10515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315200" y="3026664"/>
            <a:ext cx="9601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321040" y="3008376"/>
            <a:ext cx="26974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366760" y="3026664"/>
            <a:ext cx="26060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0.500 us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914400" y="4800600"/>
            <a:ext cx="10332720" cy="658368"/>
          </a:xfrm>
          <a:prstGeom prst="roundRect">
            <a:avLst>
              <a:gd name="adj" fmla="val 5556"/>
            </a:avLst>
          </a:prstGeom>
          <a:solidFill>
            <a:srgbClr val="DCFCE7"/>
          </a:solidFill>
          <a:ln w="11430">
            <a:solidFill>
              <a:srgbClr val="15803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987552" y="4855464"/>
            <a:ext cx="1018641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C07 fresh evidence: 32/64/128 x max_hits 1/3/5/7 x 2 faces x bounded backpressure PASS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Archive: sim_results/vivado_xsim/sessions/260514153208_c07_v001_chain_stress/</a:t>
            </a:r>
            <a:endParaRPr lang="en-US" sz="7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1064240" cy="4206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205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Timing / Pipeline / II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1097280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이번 audit는 RTL 변경이 없으므로 timing 수치는 바꾸지 않습니다.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530352" y="1033272"/>
            <a:ext cx="11064240" cy="0"/>
          </a:xfrm>
          <a:prstGeom prst="line">
            <a:avLst/>
          </a:prstGeom>
          <a:noFill/>
          <a:ln w="10160">
            <a:solidFill>
              <a:srgbClr val="CBD5E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325880"/>
            <a:ext cx="164592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44168"/>
            <a:ext cx="15544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항목</a:t>
            </a:r>
            <a:endParaRPr lang="en-US" sz="820" dirty="0"/>
          </a:p>
        </p:txBody>
      </p:sp>
      <p:sp>
        <p:nvSpPr>
          <p:cNvPr id="7" name="Shape 5"/>
          <p:cNvSpPr/>
          <p:nvPr/>
        </p:nvSpPr>
        <p:spPr>
          <a:xfrm>
            <a:off x="2377440" y="1325880"/>
            <a:ext cx="173736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23160" y="1344168"/>
            <a:ext cx="16459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영향</a:t>
            </a:r>
            <a:endParaRPr lang="en-US" sz="820" dirty="0"/>
          </a:p>
        </p:txBody>
      </p:sp>
      <p:sp>
        <p:nvSpPr>
          <p:cNvPr id="9" name="Shape 7"/>
          <p:cNvSpPr/>
          <p:nvPr/>
        </p:nvSpPr>
        <p:spPr>
          <a:xfrm>
            <a:off x="4114800" y="1325880"/>
            <a:ext cx="7040880" cy="530352"/>
          </a:xfrm>
          <a:prstGeom prst="rect">
            <a:avLst/>
          </a:prstGeom>
          <a:solidFill>
            <a:srgbClr val="E2E8F0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60520" y="1344168"/>
            <a:ext cx="6949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820" dirty="0"/>
          </a:p>
        </p:txBody>
      </p:sp>
      <p:sp>
        <p:nvSpPr>
          <p:cNvPr id="11" name="Shape 9"/>
          <p:cNvSpPr/>
          <p:nvPr/>
        </p:nvSpPr>
        <p:spPr>
          <a:xfrm>
            <a:off x="731520" y="1856232"/>
            <a:ext cx="16459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1874520"/>
            <a:ext cx="15544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Latency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377440" y="1856232"/>
            <a:ext cx="17373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874520"/>
            <a:ext cx="16459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114800" y="1856232"/>
            <a:ext cx="70408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60520" y="1874520"/>
            <a:ext cx="6949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sanitize는 기존 register path의 bit clear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731520" y="2386584"/>
            <a:ext cx="16459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" y="2404872"/>
            <a:ext cx="15544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Throughput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2377440" y="2386584"/>
            <a:ext cx="17373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23160" y="2404872"/>
            <a:ext cx="16459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4114800" y="2386584"/>
            <a:ext cx="70408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60520" y="2404872"/>
            <a:ext cx="6949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width 이득은 C07 chain stress beat 감소로 확인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731520" y="2916936"/>
            <a:ext cx="16459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7240" y="2935224"/>
            <a:ext cx="15544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Pipeline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2377440" y="2916936"/>
            <a:ext cx="17373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23160" y="2935224"/>
            <a:ext cx="16459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4114800" y="2916936"/>
            <a:ext cx="70408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160520" y="2935224"/>
            <a:ext cx="6949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stage 추가 없음, marker 해석만 보강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731520" y="3447288"/>
            <a:ext cx="164592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465576"/>
            <a:ext cx="155448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II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2377440" y="3447288"/>
            <a:ext cx="173736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23160" y="3465576"/>
            <a:ext cx="164592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 없음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4114800" y="3447288"/>
            <a:ext cx="7040880" cy="530352"/>
          </a:xfrm>
          <a:prstGeom prst="rect">
            <a:avLst/>
          </a:prstGeom>
          <a:solidFill>
            <a:srgbClr val="FFFFFF"/>
          </a:solidFill>
          <a:ln w="5715">
            <a:solidFill>
              <a:srgbClr val="CB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160520" y="3465576"/>
            <a:ext cx="6949440" cy="49377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reserve/VDMA 결합 판단은 P0-04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960120" y="4892040"/>
            <a:ext cx="10195560" cy="658368"/>
          </a:xfrm>
          <a:prstGeom prst="roundRect">
            <a:avLst>
              <a:gd name="adj" fmla="val 5556"/>
            </a:avLst>
          </a:prstGeom>
          <a:solidFill>
            <a:srgbClr val="FFEDD5"/>
          </a:solidFill>
          <a:ln w="11430">
            <a:solidFill>
              <a:srgbClr val="C2410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033272" y="4946904"/>
            <a:ext cx="10049256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P0-03은 Closed by marker audit입니다. 다음 P0는 8 us reserve 측정 또는 보수치 갱신입니다.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530352" y="6446520"/>
            <a:ext cx="11109960" cy="2194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남은 P1: C03 direct matrix, C04 ready/header pending, Hit[16] SW/range 계약</a:t>
            </a:r>
            <a:endParaRPr lang="en-US" sz="7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C07 Marker Audit Result v001</dc:title>
  <dc:subject>C07 Marker Audit Result</dc:subject>
  <dc:creator>Codex</dc:creator>
  <cp:lastModifiedBy>Codex</cp:lastModifiedBy>
  <cp:revision>1</cp:revision>
  <dcterms:created xsi:type="dcterms:W3CDTF">2026-05-15T07:30:38Z</dcterms:created>
  <dcterms:modified xsi:type="dcterms:W3CDTF">2026-05-15T07:30:38Z</dcterms:modified>
</cp:coreProperties>
</file>