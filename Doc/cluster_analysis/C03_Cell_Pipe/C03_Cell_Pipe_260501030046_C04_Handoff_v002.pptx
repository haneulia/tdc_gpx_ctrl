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C03 -&gt; C04 인계 v002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generation: C03 내부 Hit[16] 보존, C04 최종 VDMA에서는 폐기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965960"/>
            <a:ext cx="2011680" cy="822960"/>
          </a:xfrm>
          <a:prstGeom prst="roundRect">
            <a:avLst>
              <a:gd name="adj" fmla="val 5556"/>
            </a:avLst>
          </a:prstGeom>
          <a:solidFill>
            <a:srgbClr val="FFF7ED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020824"/>
            <a:ext cx="18653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내부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metadata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88920" y="2377440"/>
            <a:ext cx="685800" cy="0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520440" y="1965960"/>
            <a:ext cx="2194560" cy="822960"/>
          </a:xfrm>
          <a:prstGeom prst="roundRect">
            <a:avLst>
              <a:gd name="adj" fmla="val 5556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2020824"/>
            <a:ext cx="204825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sanitize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760720" y="2377440"/>
            <a:ext cx="68580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6492240" y="1965960"/>
            <a:ext cx="2103120" cy="822960"/>
          </a:xfrm>
          <a:prstGeom prst="roundRect">
            <a:avLst>
              <a:gd name="adj" fmla="val 5556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65392" y="2020824"/>
            <a:ext cx="195681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VDMA stream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없음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641080" y="2377440"/>
            <a:ext cx="68580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9372600" y="1965960"/>
            <a:ext cx="1828800" cy="822960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445752" y="2020824"/>
            <a:ext cx="168249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generation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17-bit 복원 검토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4400" y="4023360"/>
            <a:ext cx="1920240" cy="420624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059936"/>
            <a:ext cx="1828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970" dirty="0"/>
          </a:p>
        </p:txBody>
      </p:sp>
      <p:sp>
        <p:nvSpPr>
          <p:cNvPr id="18" name="Shape 16"/>
          <p:cNvSpPr/>
          <p:nvPr/>
        </p:nvSpPr>
        <p:spPr>
          <a:xfrm>
            <a:off x="2834640" y="4023360"/>
            <a:ext cx="8321040" cy="420624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4059936"/>
            <a:ext cx="82296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v002 결정</a:t>
            </a:r>
            <a:endParaRPr lang="en-US" sz="970" dirty="0"/>
          </a:p>
        </p:txBody>
      </p:sp>
      <p:sp>
        <p:nvSpPr>
          <p:cNvPr id="20" name="Shape 18"/>
          <p:cNvSpPr/>
          <p:nvPr/>
        </p:nvSpPr>
        <p:spPr>
          <a:xfrm>
            <a:off x="914400" y="4443984"/>
            <a:ext cx="19202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4480560"/>
            <a:ext cx="1828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[6:0]</a:t>
            </a:r>
            <a:endParaRPr lang="en-US" sz="970" dirty="0"/>
          </a:p>
        </p:txBody>
      </p:sp>
      <p:sp>
        <p:nvSpPr>
          <p:cNvPr id="22" name="Shape 20"/>
          <p:cNvSpPr/>
          <p:nvPr/>
        </p:nvSpPr>
        <p:spPr>
          <a:xfrm>
            <a:off x="2834640" y="4443984"/>
            <a:ext cx="83210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4480560"/>
            <a:ext cx="82296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final VDMA 전 0으로 clear</a:t>
            </a:r>
            <a:endParaRPr lang="en-US" sz="970" dirty="0"/>
          </a:p>
        </p:txBody>
      </p:sp>
      <p:sp>
        <p:nvSpPr>
          <p:cNvPr id="24" name="Shape 22"/>
          <p:cNvSpPr/>
          <p:nvPr/>
        </p:nvSpPr>
        <p:spPr>
          <a:xfrm>
            <a:off x="914400" y="4864608"/>
            <a:ext cx="19202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60120" y="4901184"/>
            <a:ext cx="1828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 slot</a:t>
            </a:r>
            <a:endParaRPr lang="en-US" sz="970" dirty="0"/>
          </a:p>
        </p:txBody>
      </p:sp>
      <p:sp>
        <p:nvSpPr>
          <p:cNvPr id="26" name="Shape 24"/>
          <p:cNvSpPr/>
          <p:nvPr/>
        </p:nvSpPr>
        <p:spPr>
          <a:xfrm>
            <a:off x="2834640" y="4864608"/>
            <a:ext cx="83210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4901184"/>
            <a:ext cx="82296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Hit[15:0]만 최종 유효</a:t>
            </a:r>
            <a:endParaRPr lang="en-US" sz="970" dirty="0"/>
          </a:p>
        </p:txBody>
      </p:sp>
      <p:sp>
        <p:nvSpPr>
          <p:cNvPr id="28" name="Shape 26"/>
          <p:cNvSpPr/>
          <p:nvPr/>
        </p:nvSpPr>
        <p:spPr>
          <a:xfrm>
            <a:off x="914400" y="5285232"/>
            <a:ext cx="19202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60120" y="5321808"/>
            <a:ext cx="18288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Full hit</a:t>
            </a:r>
            <a:endParaRPr lang="en-US" sz="970" dirty="0"/>
          </a:p>
        </p:txBody>
      </p:sp>
      <p:sp>
        <p:nvSpPr>
          <p:cNvPr id="30" name="Shape 28"/>
          <p:cNvSpPr/>
          <p:nvPr/>
        </p:nvSpPr>
        <p:spPr>
          <a:xfrm>
            <a:off x="2834640" y="5285232"/>
            <a:ext cx="832104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5321808"/>
            <a:ext cx="822960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7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generation 범위 제외</a:t>
            </a:r>
            <a:endParaRPr lang="en-US" sz="970" dirty="0"/>
          </a:p>
        </p:txBody>
      </p:sp>
      <p:sp>
        <p:nvSpPr>
          <p:cNvPr id="32" name="Text 30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근거: 사용자 결정 2026-05-01 / Datasheet page 20, 27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1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처리 위치</a:t>
            </a:r>
            <a:endParaRPr lang="en-US" sz="2150" dirty="0"/>
          </a:p>
        </p:txBody>
      </p:sp>
      <p:sp>
        <p:nvSpPr>
          <p:cNvPr id="3" name="Text 1"/>
          <p:cNvSpPr/>
          <p:nvPr/>
        </p:nvSpPr>
        <p:spPr>
          <a:xfrm>
            <a:off x="530352" y="676656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beat를 아는 face_assembler에서 clear하는 것이 가장 단순하다</a:t>
            </a:r>
            <a:endParaRPr lang="en-US" sz="920" dirty="0"/>
          </a:p>
        </p:txBody>
      </p:sp>
      <p:sp>
        <p:nvSpPr>
          <p:cNvPr id="4" name="Shape 2"/>
          <p:cNvSpPr/>
          <p:nvPr/>
        </p:nvSpPr>
        <p:spPr>
          <a:xfrm>
            <a:off x="502920" y="987552"/>
            <a:ext cx="1115568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057400"/>
            <a:ext cx="1645920" cy="6858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" y="2112264"/>
            <a:ext cx="149961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C03 cell stream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377440" y="2395728"/>
            <a:ext cx="54864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971800" y="1874520"/>
            <a:ext cx="2286000" cy="1051560"/>
          </a:xfrm>
          <a:prstGeom prst="roundRect">
            <a:avLst>
              <a:gd name="adj" fmla="val 4348"/>
            </a:avLst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044952" y="1929384"/>
            <a:ext cx="2139696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beat 식별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2395728"/>
            <a:ext cx="548640" cy="0"/>
          </a:xfrm>
          <a:prstGeom prst="line">
            <a:avLst/>
          </a:prstGeom>
          <a:noFill/>
          <a:ln w="1905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897880" y="1874520"/>
            <a:ext cx="1920240" cy="1051560"/>
          </a:xfrm>
          <a:prstGeom prst="roundRect">
            <a:avLst>
              <a:gd name="adj" fmla="val 4348"/>
            </a:avLst>
          </a:prstGeom>
          <a:solidFill>
            <a:srgbClr val="ECFD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71032" y="1929384"/>
            <a:ext cx="1773936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[6:0] clear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bubble 없음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863840" y="2395728"/>
            <a:ext cx="548640" cy="0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58200" y="1874520"/>
            <a:ext cx="1828800" cy="105156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531352" y="1929384"/>
            <a:ext cx="1682496" cy="941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FIFO + header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pass-through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2960" y="3977640"/>
            <a:ext cx="2011680" cy="420624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014216"/>
            <a:ext cx="1920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834640" y="3977640"/>
            <a:ext cx="8229600" cy="420624"/>
          </a:xfrm>
          <a:prstGeom prst="rect">
            <a:avLst/>
          </a:prstGeom>
          <a:solidFill>
            <a:srgbClr val="E2E8F0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880360" y="4014216"/>
            <a:ext cx="8138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822960" y="4398264"/>
            <a:ext cx="201168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434840"/>
            <a:ext cx="1920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34640" y="4398264"/>
            <a:ext cx="82296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880360" y="4434840"/>
            <a:ext cx="8138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권장: s_fwd_beat_r = s_rt_last_beat_r 시점에 clear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822960" y="4818888"/>
            <a:ext cx="201168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4855464"/>
            <a:ext cx="1920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이후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2834640" y="4818888"/>
            <a:ext cx="82296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880360" y="4855464"/>
            <a:ext cx="8138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비권장: header/data가 섞여 metadata 식별 복잡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22960" y="5239512"/>
            <a:ext cx="201168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276088"/>
            <a:ext cx="192024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blank-fill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834640" y="5239512"/>
            <a:ext cx="8229600" cy="420624"/>
          </a:xfrm>
          <a:prstGeom prst="rect">
            <a:avLst/>
          </a:prstGeom>
          <a:solidFill>
            <a:srgbClr val="FFFFFF"/>
          </a:solidFill>
          <a:ln w="889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880360" y="5276088"/>
            <a:ext cx="813816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1720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 [6:0]=0, 계약만 명시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94360" y="6364224"/>
            <a:ext cx="10972800" cy="2286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Plan v002: C04-C metadata sanitize 항목 신설</a:t>
            </a:r>
            <a:endParaRPr lang="en-US" sz="8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C03 to C04 Handoff v002</dc:title>
  <dc:subject>C03 to C04 Handoff v002</dc:subject>
  <dc:creator>Codex</dc:creator>
  <cp:lastModifiedBy>Codex</cp:lastModifiedBy>
  <cp:revision>1</cp:revision>
  <dcterms:created xsi:type="dcterms:W3CDTF">2026-04-30T18:04:25Z</dcterms:created>
  <dcterms:modified xsi:type="dcterms:W3CDTF">2026-04-30T18:04:25Z</dcterms:modified>
</cp:coreProperties>
</file>