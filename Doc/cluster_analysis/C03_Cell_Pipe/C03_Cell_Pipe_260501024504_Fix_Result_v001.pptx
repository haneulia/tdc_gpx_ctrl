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Pipe 보완 결과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2026-05-01 02:45 KST | 기준: TDC-GPX Datasheet | 대상: cell_pipe / cell_builder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289304"/>
            <a:ext cx="19110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F-C03-01 닫힘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971800" y="12344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44952" y="1289304"/>
            <a:ext cx="19110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F-C03-02 닫힘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257800" y="1234440"/>
            <a:ext cx="2057400" cy="347472"/>
          </a:xfrm>
          <a:prstGeom prst="roundRect">
            <a:avLst>
              <a:gd name="adj" fmla="val 1315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0952" y="1289304"/>
            <a:ext cx="191109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F-C03-03 닫힘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543800" y="1234440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16952" y="1289304"/>
            <a:ext cx="22768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Regression 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19202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197510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보존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154680" y="2377440"/>
            <a:ext cx="64008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840480" y="19202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97510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skid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경계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377440"/>
            <a:ext cx="64008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03720" y="1920240"/>
            <a:ext cx="2331720" cy="914400"/>
          </a:xfrm>
          <a:prstGeom prst="roundRect">
            <a:avLst>
              <a:gd name="adj" fmla="val 500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975104"/>
            <a:ext cx="218541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per-slope abort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 제거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281160" y="2377440"/>
            <a:ext cx="64008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96696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40112" y="1975104"/>
            <a:ext cx="1362456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계약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수락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" y="3337560"/>
            <a:ext cx="141732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3374136"/>
            <a:ext cx="1325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2194560" y="3337560"/>
            <a:ext cx="9235440" cy="45720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3374136"/>
            <a:ext cx="9144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판단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777240" y="3794760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831336"/>
            <a:ext cx="1325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2194560" y="3794760"/>
            <a:ext cx="9235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3831336"/>
            <a:ext cx="9144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I-Mode data는 ChaCode[27:26], Start#[25:18], Slope[17], Hit[16:0] 구조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777240" y="4251960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4288536"/>
            <a:ext cx="1325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RTL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2194560" y="4251960"/>
            <a:ext cx="9235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4288536"/>
            <a:ext cx="9144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16-bit hit slot 유지, Hit[16]은 metadata [6:0]에 slot별 보존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777240" y="4709160"/>
            <a:ext cx="141732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2960" y="4745736"/>
            <a:ext cx="132588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2194560" y="4709160"/>
            <a:ext cx="9235440" cy="45720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40280" y="4745736"/>
            <a:ext cx="9144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smoke PASS + C03 전용 Hit[16]/skid/abort regression PASS</a:t>
            </a:r>
            <a:endParaRPr lang="en-US" sz="1020" dirty="0"/>
          </a:p>
        </p:txBody>
      </p:sp>
      <p:sp>
        <p:nvSpPr>
          <p:cNvPr id="40" name="Text 38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Doc/TDC-GPX-Datasheet.pdf page 20, 27 / xsim_c03_cell_pipe_fix.log:36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보존 구조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slot 폭을 키우지 않고 metadata 예약 bit로 17-bit raw hit를 복원 가능하게 만든다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17320"/>
            <a:ext cx="1691640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472184"/>
            <a:ext cx="15453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Datasheet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Hit[16:0]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68580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00400" y="1417320"/>
            <a:ext cx="1874520" cy="8229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73552" y="1472184"/>
            <a:ext cx="17282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0" y="1627632"/>
            <a:ext cx="685800" cy="-30175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120640" y="2039112"/>
            <a:ext cx="68580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52160" y="1005840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25312" y="1060704"/>
            <a:ext cx="17282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hit_slot[n]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2240280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2295144"/>
            <a:ext cx="17282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hit_msb_vec[n]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0" y="1371600"/>
            <a:ext cx="6858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72400" y="2606040"/>
            <a:ext cx="68580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03920" y="1627632"/>
            <a:ext cx="21488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77072" y="1682496"/>
            <a:ext cx="20025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입력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0120" y="3337560"/>
            <a:ext cx="2011680" cy="34747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3374136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bit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971800" y="3337560"/>
            <a:ext cx="8092440" cy="347472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3374136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960120" y="3685032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372160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[31:25]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3685032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721608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hit_valid[6:0]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960120" y="4032504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4069080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[24:18]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971800" y="4032504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4069080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slope_vec[6:0]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960120" y="4379976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5840" y="4416552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[15:12]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971800" y="4379976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17520" y="4416552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hit_count_actual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960120" y="4727448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4764024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[11]/[10]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2971800" y="4727448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764024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hit_dropped / error_fill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960120" y="5074920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" y="5111496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[9:8]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2971800" y="5074920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5111496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chip_id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960120" y="5422392"/>
            <a:ext cx="201168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5458968"/>
            <a:ext cx="192024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[6:0]</a:t>
            </a:r>
            <a:endParaRPr lang="en-US" sz="940" dirty="0"/>
          </a:p>
        </p:txBody>
      </p:sp>
      <p:sp>
        <p:nvSpPr>
          <p:cNvPr id="46" name="Shape 44"/>
          <p:cNvSpPr/>
          <p:nvPr/>
        </p:nvSpPr>
        <p:spPr>
          <a:xfrm>
            <a:off x="2971800" y="5422392"/>
            <a:ext cx="8092440" cy="347472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5458968"/>
            <a:ext cx="80010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hit_msb_vec[6:0] = Hit[16] per slot</a:t>
            </a:r>
            <a:endParaRPr lang="en-US" sz="940" dirty="0"/>
          </a:p>
        </p:txBody>
      </p:sp>
      <p:sp>
        <p:nvSpPr>
          <p:cNvPr id="48" name="Text 46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tdc_gpx_pkg.vhd:610-619, tdc_gpx_cell_builder.vhd:399-428, 653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경계와 Abort 보강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Cluster 2/3 경계 ready는 skid가 닫고, demux는 skid output만 pop한다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74520"/>
            <a:ext cx="150876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9384"/>
            <a:ext cx="136245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 event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2267712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78308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837944"/>
            <a:ext cx="177393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input skid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2-deep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2267712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77840" y="1783080"/>
            <a:ext cx="2057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1837944"/>
            <a:ext cx="1911096" cy="8503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 demux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decision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80960" y="2029968"/>
            <a:ext cx="685800" cy="-521208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80960" y="2487168"/>
            <a:ext cx="685800" cy="484632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412480" y="10515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5632" y="1106424"/>
            <a:ext cx="168249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rising 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0" y="265176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85632" y="2706624"/>
            <a:ext cx="168249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falling 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4400" y="388620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3941064"/>
            <a:ext cx="27340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i_abort_rise: rising clear/drop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977640" y="3886200"/>
            <a:ext cx="2880360" cy="347472"/>
          </a:xfrm>
          <a:prstGeom prst="roundRect">
            <a:avLst>
              <a:gd name="adj" fmla="val 13158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50792" y="3941064"/>
            <a:ext cx="273405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i_abort_fall: falling clear/drop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40880" y="388620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4032" y="3941064"/>
            <a:ext cx="2688336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i_abort: skid flush + both clear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572000"/>
            <a:ext cx="1828800" cy="38404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4608576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0" y="4572000"/>
            <a:ext cx="8046720" cy="384048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4608576"/>
            <a:ext cx="7955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956048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0120" y="4992624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stale-ready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43200" y="4956048"/>
            <a:ext cx="8046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88920" y="4992624"/>
            <a:ext cx="7955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ready를 skid registered ready로 전환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14400" y="5340096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0120" y="5376672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holding stale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0" y="5340096"/>
            <a:ext cx="8046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88920" y="5376672"/>
            <a:ext cx="7955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slope별 abort로 valid clear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914400" y="5724144"/>
            <a:ext cx="182880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0120" y="5760720"/>
            <a:ext cx="17373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abort 중 beat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743200" y="5724144"/>
            <a:ext cx="8046720" cy="384048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88920" y="5760720"/>
            <a:ext cx="795528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slope가 abort 중이면 pop 후 drop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tdc_gpx_cell_pipe.vhd:171-203, 214-250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/ II 영향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안정성은 증가하고 steady-state throughput은 유지된다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55448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62456"/>
            <a:ext cx="14630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Metric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325880"/>
            <a:ext cx="347472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1362456"/>
            <a:ext cx="338328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06440" y="1325880"/>
            <a:ext cx="5486400" cy="50292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1362456"/>
            <a:ext cx="53949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77240" y="1828800"/>
            <a:ext cx="15544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865376"/>
            <a:ext cx="14630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31720" y="1828800"/>
            <a:ext cx="34747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1865376"/>
            <a:ext cx="338328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C2/C3 boundary +1 clk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06440" y="1828800"/>
            <a:ext cx="54864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0" y="1865376"/>
            <a:ext cx="53949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input skid 추가 영향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2331720"/>
            <a:ext cx="15544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2368296"/>
            <a:ext cx="14630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31720" y="2331720"/>
            <a:ext cx="34747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77440" y="2368296"/>
            <a:ext cx="338328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beat 수 동일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806440" y="2331720"/>
            <a:ext cx="54864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0" y="2368296"/>
            <a:ext cx="53949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Hit[16]은 metadata bit 사용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2834640"/>
            <a:ext cx="15544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2871216"/>
            <a:ext cx="14630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331720" y="2834640"/>
            <a:ext cx="34747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2871216"/>
            <a:ext cx="338328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 -&gt; demux -&gt; builder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806440" y="2834640"/>
            <a:ext cx="54864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52160" y="2871216"/>
            <a:ext cx="53949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 register화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3337560"/>
            <a:ext cx="155448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3374136"/>
            <a:ext cx="146304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331720" y="3337560"/>
            <a:ext cx="347472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77440" y="3374136"/>
            <a:ext cx="338328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ready 유지 시 II=1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06440" y="3337560"/>
            <a:ext cx="5486400" cy="50292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52160" y="3374136"/>
            <a:ext cx="5394960" cy="429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skid/demux/builder가 모두 받을 때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5840" y="406908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" y="4123944"/>
            <a:ext cx="18653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32-bit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beats/cell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337560" y="406908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4123944"/>
            <a:ext cx="18653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64-bit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beats/cell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0" y="406908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42432" y="4123944"/>
            <a:ext cx="18653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128-bit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beats/cell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001000" y="406908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74152" y="4123944"/>
            <a:ext cx="186537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last beat 유지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fn_beats_per_cell_rt 유지 / tb_tdc_gpx_cell_pipe_c03_fix PASS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결과와 C04 계약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보완 regression PASS, 다음 Cluster는 metadata 계약을 수락해야 한다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28016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335024"/>
            <a:ext cx="140817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xvhdl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600200"/>
            <a:ext cx="4572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26080" y="1280160"/>
            <a:ext cx="173736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1335024"/>
            <a:ext cx="159105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smoke 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00200"/>
            <a:ext cx="4572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212080" y="128016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85232" y="1335024"/>
            <a:ext cx="168249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fix TB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086600" y="1600200"/>
            <a:ext cx="4572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589520" y="1280160"/>
            <a:ext cx="1920240" cy="64008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62672" y="1335024"/>
            <a:ext cx="1773936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수락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2514600"/>
            <a:ext cx="2057400" cy="41148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255117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계약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2880360" y="2514600"/>
            <a:ext cx="8092440" cy="411480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255117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822960" y="2926080"/>
            <a:ext cx="20574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296265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C03-C04-01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2880360" y="2926080"/>
            <a:ext cx="80924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96265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 = hit_msb_vec[6:0]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822960" y="3337560"/>
            <a:ext cx="20574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37413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C03-C04-02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880360" y="3337560"/>
            <a:ext cx="80924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26080" y="337413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Hit[15:0]은 기존 hit slot data beat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822960" y="3749040"/>
            <a:ext cx="20574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8561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C03-C04-03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2880360" y="3749040"/>
            <a:ext cx="80924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378561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hit = Hit[16] &amp; Hit[15:0]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822960" y="4160520"/>
            <a:ext cx="20574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19709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C03-C04-04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2880360" y="4160520"/>
            <a:ext cx="80924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26080" y="419709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32/64/128 output width별 beat count 변경 없음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822960" y="4572000"/>
            <a:ext cx="205740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8680" y="4608576"/>
            <a:ext cx="196596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C03-C04-05</a:t>
            </a:r>
            <a:endParaRPr lang="en-US" sz="940" dirty="0"/>
          </a:p>
        </p:txBody>
      </p:sp>
      <p:sp>
        <p:nvSpPr>
          <p:cNvPr id="38" name="Shape 36"/>
          <p:cNvSpPr/>
          <p:nvPr/>
        </p:nvSpPr>
        <p:spPr>
          <a:xfrm>
            <a:off x="2880360" y="4572000"/>
            <a:ext cx="8092440" cy="411480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26080" y="4608576"/>
            <a:ext cx="8001000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per-slope abort 후 stale hit metadata 잔류 없음</a:t>
            </a:r>
            <a:endParaRPr lang="en-US" sz="940" dirty="0"/>
          </a:p>
        </p:txBody>
      </p:sp>
      <p:sp>
        <p:nvSpPr>
          <p:cNvPr id="40" name="Text 38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xsim_c03_cell_pipe_smoke.log:28 / xsim_c03_cell_pipe_fix.log:36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C03 Cell Pipe Fix Result v001</dc:title>
  <dc:subject>C03 Cell Pipe Fix Result</dc:subject>
  <dc:creator>Codex</dc:creator>
  <cp:lastModifiedBy>Codex</cp:lastModifiedBy>
  <cp:revision>1</cp:revision>
  <dcterms:created xsi:type="dcterms:W3CDTF">2026-04-30T17:48:23Z</dcterms:created>
  <dcterms:modified xsi:type="dcterms:W3CDTF">2026-04-30T17:48:23Z</dcterms:modified>
</cp:coreProperties>
</file>