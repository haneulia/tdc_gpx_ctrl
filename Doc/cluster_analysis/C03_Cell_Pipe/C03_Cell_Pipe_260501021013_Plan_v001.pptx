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97280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Cell Pipe Plan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3232" y="1143000"/>
            <a:ext cx="107899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slope demux + cell_builder x8 분석 시작 계획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68680" y="2057400"/>
            <a:ext cx="2148840" cy="841248"/>
          </a:xfrm>
          <a:prstGeom prst="roundRect">
            <a:avLst>
              <a:gd name="adj" fmla="val 5435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103120"/>
            <a:ext cx="2020824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event stream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017520" y="2478024"/>
            <a:ext cx="64008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657600" y="2057400"/>
            <a:ext cx="2788920" cy="841248"/>
          </a:xfrm>
          <a:prstGeom prst="roundRect">
            <a:avLst>
              <a:gd name="adj" fmla="val 5435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21608" y="2103120"/>
            <a:ext cx="2660904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cell_pipe / cell_builder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46520" y="2478024"/>
            <a:ext cx="640080" cy="0"/>
          </a:xfrm>
          <a:prstGeom prst="line">
            <a:avLst/>
          </a:prstGeom>
          <a:noFill/>
          <a:ln w="17780">
            <a:solidFill>
              <a:srgbClr val="0891B2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086600" y="2057400"/>
            <a:ext cx="2331720" cy="841248"/>
          </a:xfrm>
          <a:prstGeom prst="roundRect">
            <a:avLst>
              <a:gd name="adj" fmla="val 5435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50608" y="2103120"/>
            <a:ext cx="2203704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cell stream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4114800"/>
            <a:ext cx="10287000" cy="548640"/>
          </a:xfrm>
          <a:prstGeom prst="roundRect">
            <a:avLst>
              <a:gd name="adj" fmla="val 8333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4160520"/>
            <a:ext cx="10158984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절대 기준: Datasheet. 범위: I-Mode single, 32/64/128-bit, 합성 가능한 VHDL.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5669280"/>
            <a:ext cx="7315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작성/수정: 2026-05-01 02:10:13 KST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566928" y="6355080"/>
            <a:ext cx="110642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tdc_gpx_top.vhd: Cluster 3, C02-&gt;C03 Handoff v001</a:t>
            </a:r>
            <a:endParaRPr lang="en-US" sz="8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11556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대상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중심 RTL과 경계 RTL을 분리해서 본다.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1325880" cy="429768"/>
          </a:xfrm>
          <a:prstGeom prst="roundRect">
            <a:avLst>
              <a:gd name="adj" fmla="val 10638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280160"/>
            <a:ext cx="119786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2048256" y="1234440"/>
            <a:ext cx="2926080" cy="429768"/>
          </a:xfrm>
          <a:prstGeom prst="roundRect">
            <a:avLst>
              <a:gd name="adj" fmla="val 10638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12264" y="1280160"/>
            <a:ext cx="279806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5010912" y="1234440"/>
            <a:ext cx="5212080" cy="429768"/>
          </a:xfrm>
          <a:prstGeom prst="roundRect">
            <a:avLst>
              <a:gd name="adj" fmla="val 10638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280160"/>
            <a:ext cx="508406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85800" y="1691640"/>
            <a:ext cx="132588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1737360"/>
            <a:ext cx="119786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중심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2048256" y="1691640"/>
            <a:ext cx="292608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12264" y="1737360"/>
            <a:ext cx="279806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tdc_gpx_cell_pipe.vhd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5010912" y="1691640"/>
            <a:ext cx="521208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1737360"/>
            <a:ext cx="508406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registered slope demux, drain_done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685800" y="2148840"/>
            <a:ext cx="132588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2194560"/>
            <a:ext cx="119786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중심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2048256" y="2148840"/>
            <a:ext cx="292608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12264" y="2194560"/>
            <a:ext cx="279806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tdc_gpx_cell_builder.vhd</a:t>
            </a:r>
            <a:endParaRPr lang="en-US" sz="980" dirty="0"/>
          </a:p>
        </p:txBody>
      </p:sp>
      <p:sp>
        <p:nvSpPr>
          <p:cNvPr id="21" name="Shape 19"/>
          <p:cNvSpPr/>
          <p:nvPr/>
        </p:nvSpPr>
        <p:spPr>
          <a:xfrm>
            <a:off x="5010912" y="2148840"/>
            <a:ext cx="521208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2194560"/>
            <a:ext cx="508406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dual buffer, shot/drop/timeout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685800" y="2606040"/>
            <a:ext cx="132588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2651760"/>
            <a:ext cx="119786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중심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2048256" y="2606040"/>
            <a:ext cx="292608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12264" y="2651760"/>
            <a:ext cx="279806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tdc_gpx_pkg.vhd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5010912" y="2606040"/>
            <a:ext cx="521208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2651760"/>
            <a:ext cx="508406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helper, 16-bit slot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685800" y="3063240"/>
            <a:ext cx="132588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3108960"/>
            <a:ext cx="119786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2048256" y="3063240"/>
            <a:ext cx="292608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12264" y="3108960"/>
            <a:ext cx="279806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tdc_gpx_decode_pipe.vhd</a:t>
            </a:r>
            <a:endParaRPr lang="en-US" sz="980" dirty="0"/>
          </a:p>
        </p:txBody>
      </p:sp>
      <p:sp>
        <p:nvSpPr>
          <p:cNvPr id="33" name="Shape 31"/>
          <p:cNvSpPr/>
          <p:nvPr/>
        </p:nvSpPr>
        <p:spPr>
          <a:xfrm>
            <a:off x="5010912" y="3063240"/>
            <a:ext cx="521208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3108960"/>
            <a:ext cx="508406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 AXIS producer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685800" y="3520440"/>
            <a:ext cx="132588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" y="3566160"/>
            <a:ext cx="119786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경계</a:t>
            </a:r>
            <a:endParaRPr lang="en-US" sz="980" dirty="0"/>
          </a:p>
        </p:txBody>
      </p:sp>
      <p:sp>
        <p:nvSpPr>
          <p:cNvPr id="37" name="Shape 35"/>
          <p:cNvSpPr/>
          <p:nvPr/>
        </p:nvSpPr>
        <p:spPr>
          <a:xfrm>
            <a:off x="2048256" y="3520440"/>
            <a:ext cx="292608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12264" y="3566160"/>
            <a:ext cx="279806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tdc_gpx_output_stage.vhd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5010912" y="3520440"/>
            <a:ext cx="5212080" cy="429768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4920" y="3566160"/>
            <a:ext cx="5084064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stream consumer</a:t>
            </a:r>
            <a:endParaRPr lang="en-US" sz="980" dirty="0"/>
          </a:p>
        </p:txBody>
      </p:sp>
      <p:sp>
        <p:nvSpPr>
          <p:cNvPr id="41" name="Shape 39"/>
          <p:cNvSpPr/>
          <p:nvPr/>
        </p:nvSpPr>
        <p:spPr>
          <a:xfrm>
            <a:off x="822960" y="5257800"/>
            <a:ext cx="10561320" cy="530352"/>
          </a:xfrm>
          <a:prstGeom prst="roundRect">
            <a:avLst>
              <a:gd name="adj" fmla="val 8621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6968" y="5303520"/>
            <a:ext cx="10433304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분석은 C02 output 의미와 C04 input 요구를 동시에 만족하는지 보는 경계 분석이다.</a:t>
            </a:r>
            <a:endParaRPr lang="en-US" sz="1280" dirty="0"/>
          </a:p>
        </p:txBody>
      </p:sp>
      <p:sp>
        <p:nvSpPr>
          <p:cNvPr id="43" name="Text 41"/>
          <p:cNvSpPr/>
          <p:nvPr/>
        </p:nvSpPr>
        <p:spPr>
          <a:xfrm>
            <a:off x="566928" y="6355080"/>
            <a:ext cx="110642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문서에는 파일/라인 근거와 xsim 근거를 남긴다.</a:t>
            </a:r>
            <a:endParaRPr lang="en-US" sz="8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46888"/>
            <a:ext cx="111556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핵심 타이밍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shot_start, drain_done, IFIFO split output, tlast를 분리한다.</a:t>
            </a:r>
            <a:endParaRPr lang="en-US" sz="94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91640"/>
            <a:ext cx="1828800" cy="658368"/>
          </a:xfrm>
          <a:prstGeom prst="roundRect">
            <a:avLst>
              <a:gd name="adj" fmla="val 6944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737360"/>
            <a:ext cx="170078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shot_start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buffer allocate</a:t>
            </a:r>
            <a:endParaRPr lang="en-US" sz="1220" dirty="0"/>
          </a:p>
        </p:txBody>
      </p:sp>
      <p:sp>
        <p:nvSpPr>
          <p:cNvPr id="7" name="Shape 5"/>
          <p:cNvSpPr/>
          <p:nvPr/>
        </p:nvSpPr>
        <p:spPr>
          <a:xfrm>
            <a:off x="2606040" y="2020824"/>
            <a:ext cx="548640" cy="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154680" y="1691640"/>
            <a:ext cx="1828800" cy="658368"/>
          </a:xfrm>
          <a:prstGeom prst="roundRect">
            <a:avLst>
              <a:gd name="adj" fmla="val 6944"/>
            </a:avLst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18688" y="1737360"/>
            <a:ext cx="170078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event collect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0891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 slots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4983480" y="2020824"/>
            <a:ext cx="548640" cy="0"/>
          </a:xfrm>
          <a:prstGeom prst="line">
            <a:avLst/>
          </a:prstGeom>
          <a:noFill/>
          <a:ln w="17780">
            <a:solidFill>
              <a:srgbClr val="0891B2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532120" y="1691640"/>
            <a:ext cx="2148840" cy="658368"/>
          </a:xfrm>
          <a:prstGeom prst="roundRect">
            <a:avLst>
              <a:gd name="adj" fmla="val 6944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96128" y="1737360"/>
            <a:ext cx="202082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IFIFO1 done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6A3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 stops 0..3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7680960" y="2020824"/>
            <a:ext cx="548640" cy="0"/>
          </a:xfrm>
          <a:prstGeom prst="line">
            <a:avLst/>
          </a:prstGeom>
          <a:noFill/>
          <a:ln w="1778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229600" y="1691640"/>
            <a:ext cx="1828800" cy="658368"/>
          </a:xfrm>
          <a:prstGeom prst="roundRect">
            <a:avLst>
              <a:gd name="adj" fmla="val 6944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93608" y="1737360"/>
            <a:ext cx="170078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wait IFIFO2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EA580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or timeout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10058400" y="2020824"/>
            <a:ext cx="502920" cy="0"/>
          </a:xfrm>
          <a:prstGeom prst="line">
            <a:avLst/>
          </a:prstGeom>
          <a:noFill/>
          <a:ln w="17780">
            <a:solidFill>
              <a:srgbClr val="EA580C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561320" y="1691640"/>
            <a:ext cx="1143000" cy="658368"/>
          </a:xfrm>
          <a:prstGeom prst="roundRect">
            <a:avLst>
              <a:gd name="adj" fmla="val 6944"/>
            </a:avLst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625328" y="1737360"/>
            <a:ext cx="1014984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tlast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slice done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4400" y="4251960"/>
            <a:ext cx="10287000" cy="594360"/>
          </a:xfrm>
          <a:prstGeom prst="roundRect">
            <a:avLst>
              <a:gd name="adj" fmla="val 7692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4297680"/>
            <a:ext cx="10158984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DC262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항목: latency / throughput / pipeline / II를 event accept, collect, output serialize로 분리한다.</a:t>
            </a:r>
            <a:endParaRPr lang="en-US" sz="1270" dirty="0"/>
          </a:p>
        </p:txBody>
      </p:sp>
      <p:sp>
        <p:nvSpPr>
          <p:cNvPr id="21" name="Text 19"/>
          <p:cNvSpPr/>
          <p:nvPr/>
        </p:nvSpPr>
        <p:spPr>
          <a:xfrm>
            <a:off x="566928" y="6355080"/>
            <a:ext cx="1106424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1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분석 산출물: C03_Cell_Pipe_&lt;timestamp&gt;_Analysis_v001.md/.pptx</a:t>
            </a:r>
            <a:endParaRPr lang="en-US" sz="8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C03 Cell Pipe Plan v001</dc:title>
  <dc:subject>PptxGenJS Presentation</dc:subject>
  <dc:creator>Codex</dc:creator>
  <cp:lastModifiedBy>Codex</cp:lastModifiedBy>
  <cp:revision>1</cp:revision>
  <dcterms:created xsi:type="dcterms:W3CDTF">2026-04-30T17:14:32Z</dcterms:created>
  <dcterms:modified xsi:type="dcterms:W3CDTF">2026-04-30T17:14:32Z</dcterms:modified>
</cp:coreProperties>
</file>