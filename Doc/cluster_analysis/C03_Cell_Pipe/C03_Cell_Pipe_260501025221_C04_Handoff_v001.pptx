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종료 판단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P1/P2는 닫혔고, C04는 cell metadata 계약을 수락해야 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01168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62456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788920" y="1325880"/>
            <a:ext cx="128016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62456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740664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362456"/>
            <a:ext cx="7315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77240" y="1801368"/>
            <a:ext cx="2011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37944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보존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788920" y="1801368"/>
            <a:ext cx="12801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37944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069080" y="1801368"/>
            <a:ext cx="74066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837944"/>
            <a:ext cx="7315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 = hit_msb_vec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77240" y="2276856"/>
            <a:ext cx="2011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stale-ready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788920" y="2276856"/>
            <a:ext cx="12801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313432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069080" y="2276856"/>
            <a:ext cx="74066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313432"/>
            <a:ext cx="7315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input skid boundary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2752344"/>
            <a:ext cx="2011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788920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per-slope abort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788920" y="2752344"/>
            <a:ext cx="12801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78892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069080" y="2752344"/>
            <a:ext cx="74066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788920"/>
            <a:ext cx="7315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slope별 clear/drop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77240" y="3227832"/>
            <a:ext cx="2011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264408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788920" y="3227832"/>
            <a:ext cx="12801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264408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069080" y="3227832"/>
            <a:ext cx="74066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264408"/>
            <a:ext cx="7315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 + C03 fix regression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200400" y="4206240"/>
            <a:ext cx="5669280" cy="82296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4261104"/>
            <a:ext cx="5522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추가 검토 없음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잔여는 C04 수락 계약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fff793d / xsim_c03_cell_pipe_fix.log:36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C03 -&gt; C04 데이터 계약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Hit[16:0] 복원 의미를 C04 최종 output까지 보존한다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09344"/>
            <a:ext cx="168249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98064"/>
            <a:ext cx="168249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920240"/>
            <a:ext cx="10515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3136392"/>
            <a:ext cx="10515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0574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112264"/>
            <a:ext cx="186537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514600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20574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2112264"/>
            <a:ext cx="168249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 + header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2514600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0574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2112264"/>
            <a:ext cx="17739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hit 복원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2194560" cy="41148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97096"/>
            <a:ext cx="2103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108960" y="4160520"/>
            <a:ext cx="8046720" cy="41148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197096"/>
            <a:ext cx="79552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21945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08576"/>
            <a:ext cx="2103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C03-C04-01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108960" y="4572000"/>
            <a:ext cx="804672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4608576"/>
            <a:ext cx="79552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[6:0]은 hit_msb_vec[6:0]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21945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020056"/>
            <a:ext cx="2103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C03-C04-03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108960" y="4983480"/>
            <a:ext cx="804672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5020056"/>
            <a:ext cx="79552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hit = Hit[16] &amp; Hit[15:0]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14400" y="5394960"/>
            <a:ext cx="21945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431536"/>
            <a:ext cx="2103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C03-C04-06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3108960" y="5394960"/>
            <a:ext cx="804672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5431536"/>
            <a:ext cx="79552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tuser(0) faulted는 chip slice tlast와 동행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Doc/TDC-GPX-Datasheet.pdf page 20, 27 / C03 Fix Result v001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인계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C04는 face assembly, FIFO, header 단계의 latency/II를 이어서 측정한다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1408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 event skid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3317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92024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975104"/>
            <a:ext cx="159105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 input skid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clk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9202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975104"/>
            <a:ext cx="16824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serializer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23317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192024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2" y="1975104"/>
            <a:ext cx="17739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per-chip stream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794760"/>
            <a:ext cx="182880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31336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3794760"/>
            <a:ext cx="845820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831336"/>
            <a:ext cx="8366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확인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" y="4197096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33672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97480" y="4197096"/>
            <a:ext cx="8458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233672"/>
            <a:ext cx="8366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accepted -&gt; row first beat -&gt; header data -&gt; final tlast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4599432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36008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97480" y="4599432"/>
            <a:ext cx="8458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636008"/>
            <a:ext cx="8366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beats + header beats / output clock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" y="5001768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38344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5001768"/>
            <a:ext cx="8458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5038344"/>
            <a:ext cx="8366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row/shot에서 row start 간격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68680" y="5404104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440680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97480" y="5404104"/>
            <a:ext cx="8458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5440680"/>
            <a:ext cx="8366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FSM, FIFO, header FSM register boundary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진입 기준: I-Mode single, 32/64/128-bit output width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C03 to C04 Handoff v001</dc:title>
  <dc:subject>C03 to C04 Handoff</dc:subject>
  <dc:creator>Codex</dc:creator>
  <cp:lastModifiedBy>Codex</cp:lastModifiedBy>
  <cp:revision>1</cp:revision>
  <dcterms:created xsi:type="dcterms:W3CDTF">2026-04-30T17:56:00Z</dcterms:created>
  <dcterms:modified xsi:type="dcterms:W3CDTF">2026-04-30T17:56:00Z</dcterms:modified>
</cp:coreProperties>
</file>