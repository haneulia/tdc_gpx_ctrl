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진행률 / 완성도 요약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67512"/>
            <a:ext cx="11064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C01~C04 data path는 닫혔고, C06 control/status closure가 남아 있다.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234440"/>
            <a:ext cx="2743200" cy="530352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1252728"/>
            <a:ext cx="267004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030" dirty="0"/>
          </a:p>
        </p:txBody>
      </p:sp>
      <p:sp>
        <p:nvSpPr>
          <p:cNvPr id="7" name="Shape 5"/>
          <p:cNvSpPr/>
          <p:nvPr/>
        </p:nvSpPr>
        <p:spPr>
          <a:xfrm>
            <a:off x="3520440" y="1234440"/>
            <a:ext cx="1554480" cy="530352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57016" y="1252728"/>
            <a:ext cx="148132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5074920" y="1234440"/>
            <a:ext cx="6217920" cy="530352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11496" y="1252728"/>
            <a:ext cx="614476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777240" y="1764792"/>
            <a:ext cx="274320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" y="1783080"/>
            <a:ext cx="267004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Cluster 진행률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3520440" y="1764792"/>
            <a:ext cx="155448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57016" y="1783080"/>
            <a:ext cx="148132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80%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5074920" y="1764792"/>
            <a:ext cx="621792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11496" y="1783080"/>
            <a:ext cx="614476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C01~C04 close, C06 plan만 완료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777240" y="2295144"/>
            <a:ext cx="274320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" y="2313432"/>
            <a:ext cx="267004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path 완성도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3520440" y="2295144"/>
            <a:ext cx="155448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57016" y="2313432"/>
            <a:ext cx="148132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90%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5074920" y="2295144"/>
            <a:ext cx="621792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11496" y="2313432"/>
            <a:ext cx="614476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bus/acquisition/cell/output 검증 존재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777240" y="2825496"/>
            <a:ext cx="274320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" y="2843784"/>
            <a:ext cx="267004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Control/status 완성도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3520440" y="2825496"/>
            <a:ext cx="155448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57016" y="2843784"/>
            <a:ext cx="148132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55%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5074920" y="2825496"/>
            <a:ext cx="621792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11496" y="2843784"/>
            <a:ext cx="614476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VB-C06-01..10 미실행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777240" y="3355848"/>
            <a:ext cx="274320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3816" y="3374136"/>
            <a:ext cx="267004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운용 완성도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3520440" y="3355848"/>
            <a:ext cx="155448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57016" y="3374136"/>
            <a:ext cx="148132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75%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5074920" y="3355848"/>
            <a:ext cx="6217920" cy="53035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11496" y="3374136"/>
            <a:ext cx="614476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ready/status/IRQ closure 전</a:t>
            </a:r>
            <a:endParaRPr lang="en-US" sz="1030" dirty="0"/>
          </a:p>
        </p:txBody>
      </p:sp>
      <p:sp>
        <p:nvSpPr>
          <p:cNvPr id="35" name="Shape 33"/>
          <p:cNvSpPr/>
          <p:nvPr/>
        </p:nvSpPr>
        <p:spPr>
          <a:xfrm>
            <a:off x="868680" y="4572000"/>
            <a:ext cx="10241280" cy="749808"/>
          </a:xfrm>
          <a:prstGeom prst="roundRect">
            <a:avLst>
              <a:gd name="adj" fmla="val 7317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2688" y="4617720"/>
            <a:ext cx="10113264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판정: C06을 건너뛰면 안 된다. top-level sequence, status, IRQ, backpressure가 닫혀야 운용 완료로 볼 수 있다.</a:t>
            </a:r>
            <a:endParaRPr lang="en-US" sz="1220" dirty="0"/>
          </a:p>
        </p:txBody>
      </p:sp>
      <p:sp>
        <p:nvSpPr>
          <p:cNvPr id="37" name="Text 35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기준: C04_Output_Stage_260501044033_C06_Handoff_v002.md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대비 진행 상황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67512"/>
            <a:ext cx="11064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C05 Face_Output은 실제 C04에서 수행되었고, 현재는 C06 진입 상태다.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63040"/>
            <a:ext cx="1325880" cy="731520"/>
          </a:xfrm>
          <a:prstGeom prst="roundRect">
            <a:avLst>
              <a:gd name="adj" fmla="val 7500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08760"/>
            <a:ext cx="1197864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 Read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74520" y="1828800"/>
            <a:ext cx="365760" cy="0"/>
          </a:xfrm>
          <a:prstGeom prst="line">
            <a:avLst/>
          </a:prstGeom>
          <a:noFill/>
          <a:ln w="1778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286000" y="14630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50008" y="1508760"/>
            <a:ext cx="1289304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Acquisition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49040" y="1828800"/>
            <a:ext cx="365760" cy="0"/>
          </a:xfrm>
          <a:prstGeom prst="line">
            <a:avLst/>
          </a:prstGeom>
          <a:noFill/>
          <a:ln w="1778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160520" y="146304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24528" y="1508760"/>
            <a:ext cx="1243584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 Pipe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77840" y="1828800"/>
            <a:ext cx="365760" cy="0"/>
          </a:xfrm>
          <a:prstGeom prst="line">
            <a:avLst/>
          </a:prstGeom>
          <a:noFill/>
          <a:ln w="1778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89320" y="1463040"/>
            <a:ext cx="1325880" cy="731520"/>
          </a:xfrm>
          <a:prstGeom prst="roundRect">
            <a:avLst>
              <a:gd name="adj" fmla="val 7500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53328" y="1508760"/>
            <a:ext cx="1197864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60920" y="1828800"/>
            <a:ext cx="365760" cy="0"/>
          </a:xfrm>
          <a:prstGeom prst="line">
            <a:avLst/>
          </a:prstGeom>
          <a:noFill/>
          <a:ln w="1778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772400" y="1463040"/>
            <a:ext cx="1691640" cy="731520"/>
          </a:xfrm>
          <a:prstGeom prst="roundRect">
            <a:avLst>
              <a:gd name="adj" fmla="val 750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36408" y="1508760"/>
            <a:ext cx="1563624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Control/Status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05840" y="3154680"/>
            <a:ext cx="3108960" cy="475488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3172968"/>
            <a:ext cx="303580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Cluster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4114800" y="3154680"/>
            <a:ext cx="6492240" cy="475488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51376" y="3172968"/>
            <a:ext cx="641908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상태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1005840" y="3630168"/>
            <a:ext cx="310896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2416" y="3648456"/>
            <a:ext cx="303580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C05_Face_Output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4114800" y="3630168"/>
            <a:ext cx="649224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51376" y="3648456"/>
            <a:ext cx="641908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C04_Output_Stage에 흡수, numbering superseded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1005840" y="4105656"/>
            <a:ext cx="310896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4123944"/>
            <a:ext cx="303580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C06_Control_Status_Integration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4114800" y="4105656"/>
            <a:ext cx="649224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51376" y="4123944"/>
            <a:ext cx="641908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v001 완료, 분석/검증 미완료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1005840" y="4581144"/>
            <a:ext cx="310896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42416" y="4599432"/>
            <a:ext cx="303580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필수 산출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4114800" y="4581144"/>
            <a:ext cx="6492240" cy="475488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51376" y="4599432"/>
            <a:ext cx="6419088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Analysis v001 + Code Review + Verify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계획: cluster_analysis_communication_plan_20260429_v001.md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RTL 완성도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67512"/>
            <a:ext cx="11064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구조는 분리되어 있으나 C06 관점의 system 검증이 아직 필요하다.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1463040" cy="594360"/>
          </a:xfrm>
          <a:prstGeom prst="roundRect">
            <a:avLst>
              <a:gd name="adj" fmla="val 9231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371600"/>
            <a:ext cx="1335024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tdc_gpx_top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1627632"/>
            <a:ext cx="45720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88920" y="1325880"/>
            <a:ext cx="1600200" cy="594360"/>
          </a:xfrm>
          <a:prstGeom prst="roundRect">
            <a:avLst>
              <a:gd name="adj" fmla="val 9231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52928" y="1371600"/>
            <a:ext cx="1472184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face_seq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registered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1627632"/>
            <a:ext cx="457200" cy="0"/>
          </a:xfrm>
          <a:prstGeom prst="line">
            <a:avLst/>
          </a:prstGeom>
          <a:noFill/>
          <a:ln w="1778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937760" y="1325880"/>
            <a:ext cx="1600200" cy="594360"/>
          </a:xfrm>
          <a:prstGeom prst="roundRect">
            <a:avLst>
              <a:gd name="adj" fmla="val 9231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01768" y="1371600"/>
            <a:ext cx="1472184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C01~C04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pipe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627632"/>
            <a:ext cx="457200" cy="0"/>
          </a:xfrm>
          <a:prstGeom prst="line">
            <a:avLst/>
          </a:prstGeom>
          <a:noFill/>
          <a:ln w="1778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086600" y="1325880"/>
            <a:ext cx="1783080" cy="594360"/>
          </a:xfrm>
          <a:prstGeom prst="roundRect">
            <a:avLst>
              <a:gd name="adj" fmla="val 9231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50608" y="1371600"/>
            <a:ext cx="1655064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status_agg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sticky/counter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15400" y="1627632"/>
            <a:ext cx="457200" cy="0"/>
          </a:xfrm>
          <a:prstGeom prst="line">
            <a:avLst/>
          </a:prstGeom>
          <a:noFill/>
          <a:ln w="1778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418320" y="1325880"/>
            <a:ext cx="1417320" cy="594360"/>
          </a:xfrm>
          <a:prstGeom prst="roundRect">
            <a:avLst>
              <a:gd name="adj" fmla="val 9231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82328" y="1371600"/>
            <a:ext cx="1289304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SW/IRQ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VDMA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2880360"/>
            <a:ext cx="4846320" cy="438912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2898648"/>
            <a:ext cx="47731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점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77840" y="2880360"/>
            <a:ext cx="5303520" cy="438912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14416" y="2898648"/>
            <a:ext cx="52303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점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31520" y="3319272"/>
            <a:ext cx="484632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" y="3337560"/>
            <a:ext cx="47731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g_OUTPUT_WIDTH assert 32/64/128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577840" y="3319272"/>
            <a:ext cx="530352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14416" y="3337560"/>
            <a:ext cx="52303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status_agg busy/overrun concurrent path review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31520" y="3758184"/>
            <a:ext cx="484632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" y="3776472"/>
            <a:ext cx="47731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packet_start / frame_done_both / face_closing registered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577840" y="3758184"/>
            <a:ext cx="530352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14416" y="3776472"/>
            <a:ext cx="52303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drain 중 next start 정책 검증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31520" y="4197096"/>
            <a:ext cx="484632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" y="4215384"/>
            <a:ext cx="47731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sticky/error counter sequential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577840" y="4197096"/>
            <a:ext cx="530352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14416" y="4215384"/>
            <a:ext cx="52303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IRQ pulse/level, sticky clear 검증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31520" y="4636008"/>
            <a:ext cx="484632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4654296"/>
            <a:ext cx="47731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output/polygon PASS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577840" y="4636008"/>
            <a:ext cx="530352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14416" y="4654296"/>
            <a:ext cx="52303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tready stall + 8us reserve 결합 검증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RTL 근거: tdc_gpx_top.vhd, tdc_gpx_face_seq.vhd, tdc_gpx_status_agg.vhd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Closure 상태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67512"/>
            <a:ext cx="11064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C01~C04는 PASS 근거가 있고, C06 검증 matrix는 아직 open이다.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34440"/>
            <a:ext cx="1280160" cy="502920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252728"/>
            <a:ext cx="120700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Cluster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2011680" y="1234440"/>
            <a:ext cx="2011680" cy="502920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48256" y="1252728"/>
            <a:ext cx="193852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상태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4023360" y="1234440"/>
            <a:ext cx="7040880" cy="502920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59936" y="1252728"/>
            <a:ext cx="696772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근거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731520" y="1737360"/>
            <a:ext cx="1280160" cy="50292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755648"/>
            <a:ext cx="120700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C01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2011680" y="1737360"/>
            <a:ext cx="2011680" cy="50292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48256" y="1755648"/>
            <a:ext cx="193852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4023360" y="1737360"/>
            <a:ext cx="7040880" cy="50292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59936" y="1755648"/>
            <a:ext cx="696772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C01 regression ALL PASS + negative evidence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731520" y="2240280"/>
            <a:ext cx="1280160" cy="50292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2258568"/>
            <a:ext cx="120700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2011680" y="2240280"/>
            <a:ext cx="2011680" cy="50292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48256" y="2258568"/>
            <a:ext cx="193852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4023360" y="2240280"/>
            <a:ext cx="7040880" cy="50292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59936" y="2258568"/>
            <a:ext cx="696772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width32/64/128 top int PASS, width matrix PASS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731520" y="2743200"/>
            <a:ext cx="1280160" cy="50292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" y="2761488"/>
            <a:ext cx="120700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2011680" y="2743200"/>
            <a:ext cx="2011680" cy="50292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48256" y="2761488"/>
            <a:ext cx="193852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4023360" y="2743200"/>
            <a:ext cx="7040880" cy="50292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59936" y="2761488"/>
            <a:ext cx="696772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 pipe fix / handoff v002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731520" y="3246120"/>
            <a:ext cx="1280160" cy="50292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" y="3264408"/>
            <a:ext cx="120700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2011680" y="3246120"/>
            <a:ext cx="2011680" cy="50292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48256" y="3264408"/>
            <a:ext cx="193852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4023360" y="3246120"/>
            <a:ext cx="7040880" cy="50292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59936" y="3264408"/>
            <a:ext cx="696772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polygon budget matrix PASS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731520" y="3749040"/>
            <a:ext cx="1280160" cy="50292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3767328"/>
            <a:ext cx="120700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2011680" y="3749040"/>
            <a:ext cx="2011680" cy="50292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48256" y="3767328"/>
            <a:ext cx="193852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4023360" y="3749040"/>
            <a:ext cx="7040880" cy="50292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59936" y="3767328"/>
            <a:ext cx="696772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VB-C06-01..10 미실행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868680" y="4663440"/>
            <a:ext cx="10149840" cy="658368"/>
          </a:xfrm>
          <a:prstGeom prst="roundRect">
            <a:avLst>
              <a:gd name="adj" fmla="val 8333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32688" y="4709160"/>
            <a:ext cx="10021824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완료 조건: normal sequence, drain 중 next start, tready stall, sticky clear, width sweep, polygon+backpressure를 xsim으로 닫기</a:t>
            </a:r>
            <a:endParaRPr lang="en-US" sz="1180" dirty="0"/>
          </a:p>
        </p:txBody>
      </p:sp>
      <p:sp>
        <p:nvSpPr>
          <p:cNvPr id="43" name="Text 41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계획: C06_Control_Status_Integration_260501044033_Plan_v001.md:175-186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진행 권고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67512"/>
            <a:ext cx="11064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Analysis v001부터 시작해 end-to-end 운용 개념을 닫는다.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234440"/>
            <a:ext cx="1097280" cy="502920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252728"/>
            <a:ext cx="102412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2011680" y="1234440"/>
            <a:ext cx="8961120" cy="502920"/>
          </a:xfrm>
          <a:prstGeom prst="rect">
            <a:avLst/>
          </a:prstGeom>
          <a:solidFill>
            <a:srgbClr val="E2E8F0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48256" y="1252728"/>
            <a:ext cx="888796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914400" y="1737360"/>
            <a:ext cx="1097280" cy="50292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1755648"/>
            <a:ext cx="102412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2011680" y="1737360"/>
            <a:ext cx="8961120" cy="50292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48256" y="1755648"/>
            <a:ext cx="888796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Datasheet I-Mode/status/interrupt page-table 근거 재확정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914400" y="2240280"/>
            <a:ext cx="1097280" cy="50292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2258568"/>
            <a:ext cx="102412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2011680" y="2240280"/>
            <a:ext cx="8961120" cy="50292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48256" y="2258568"/>
            <a:ext cx="888796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tdc_gpx_top / face_seq / status_agg 관계도 작성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914400" y="2743200"/>
            <a:ext cx="1097280" cy="50292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2761488"/>
            <a:ext cx="102412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2011680" y="2743200"/>
            <a:ext cx="8961120" cy="50292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48256" y="2761488"/>
            <a:ext cx="888796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T0~T6 latency, throughput, pipeline, II timing block diagram 작성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914400" y="3246120"/>
            <a:ext cx="1097280" cy="50292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" y="3264408"/>
            <a:ext cx="102412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2011680" y="3246120"/>
            <a:ext cx="8961120" cy="50292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48256" y="3264408"/>
            <a:ext cx="888796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VB-C06-01..10 검증 matrix 실행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914400" y="3749040"/>
            <a:ext cx="1097280" cy="50292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0976" y="3767328"/>
            <a:ext cx="102412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2011680" y="3749040"/>
            <a:ext cx="8961120" cy="50292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48256" y="3767328"/>
            <a:ext cx="888796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 review finding을 수정계획으로 변환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914400" y="4251960"/>
            <a:ext cx="1097280" cy="50292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0976" y="4270248"/>
            <a:ext cx="102412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2011680" y="4251960"/>
            <a:ext cx="8961120" cy="502920"/>
          </a:xfrm>
          <a:prstGeom prst="rect">
            <a:avLst/>
          </a:prstGeom>
          <a:solidFill>
            <a:srgbClr val="FFFFFF"/>
          </a:solidFill>
          <a:ln w="698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48256" y="4270248"/>
            <a:ext cx="8887968" cy="466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Verify 문서로 PASS/FAIL과 잔여 위험 분리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판정: 지금 다음 단계는 C06 실제 분석이며, C06을 닫기 전 최종 완료 판단은 보류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C06 Progress and Module Completeness Check v001</dc:title>
  <dc:subject>C06 Progress and Module Completeness Check v001</dc:subject>
  <dc:creator>Codex</dc:creator>
  <cp:lastModifiedBy>Codex</cp:lastModifiedBy>
  <cp:revision>1</cp:revision>
  <dcterms:created xsi:type="dcterms:W3CDTF">2026-05-11T06:59:34Z</dcterms:created>
  <dcterms:modified xsi:type="dcterms:W3CDTF">2026-05-11T06:59:34Z</dcterms:modified>
</cp:coreProperties>
</file>