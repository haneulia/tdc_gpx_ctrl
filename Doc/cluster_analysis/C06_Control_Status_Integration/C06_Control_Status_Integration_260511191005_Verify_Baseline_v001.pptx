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Baseline 검증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RTL 수정 전 기준선을 잡기 위한 xsim snapshot 재실행 결과다.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240280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63040"/>
            <a:ext cx="211226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PASS / 일부 Open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3657600" cy="841248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463040"/>
            <a:ext cx="352958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영역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face_seq, top width 32/64/128, CTL21 early/late, polygon model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040880" y="1417320"/>
            <a:ext cx="4069080" cy="841248"/>
          </a:xfrm>
          <a:prstGeom prst="roundRect">
            <a:avLst>
              <a:gd name="adj" fmla="val 652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463040"/>
            <a:ext cx="394106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영역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 stall, sticky clear, IRQ, rise/fall imbalance, exact T0~T6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조건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182112"/>
            <a:ext cx="29718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28437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path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C:\AMDDesignTools\2025.2.1\Vivado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977640" y="3182112"/>
            <a:ext cx="29718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3227832"/>
            <a:ext cx="28437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2025.2.1 elaborated snapshot 재실행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78040" y="3182112"/>
            <a:ext cx="3246120" cy="676656"/>
          </a:xfrm>
          <a:prstGeom prst="roundRect">
            <a:avLst>
              <a:gd name="adj" fmla="val 810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3227832"/>
            <a:ext cx="311810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후에는 fresh compile/elab/xsim 필요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727448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773168"/>
            <a:ext cx="284378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StartTimer=0, external start 수락/보류/드롭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77640" y="4727448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4773168"/>
            <a:ext cx="284378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read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이후 EF 확인과 read sequence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4727448"/>
            <a:ext cx="3246120" cy="640080"/>
          </a:xfrm>
          <a:prstGeom prst="roundRect">
            <a:avLst>
              <a:gd name="adj" fmla="val 857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4773168"/>
            <a:ext cx="311810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관점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완료와 status/IRQ/rearm까지 포함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C06_Control_Status_Integration_260511191005_Verify_Baseline_v001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PASS 근거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정상 흐름과 폭별 출력은 재실행 로그에서 PASS를 확인했다.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05740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25272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651760" y="1234440"/>
            <a:ext cx="12344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88336" y="125272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886200" y="1234440"/>
            <a:ext cx="80924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25272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근거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94360" y="173736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5564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651760" y="173736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175564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886200" y="173736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22776" y="175564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A~E, ALL SCENARIOS PASSED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4360" y="224028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25856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32-bit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651760" y="224028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225856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886200" y="224028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225856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beats=72, tlast=2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94360" y="274320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76148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64-bit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651760" y="274320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8336" y="276148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886200" y="274320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2776" y="276148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beats=44, tlast=2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94360" y="324612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26440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128-bit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651760" y="324612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88336" y="326440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886200" y="324612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22776" y="326440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beats=38, tlast=2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94360" y="374904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376732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early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651760" y="374904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88336" y="376732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886200" y="374904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22776" y="376732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 max_hits write 후 stream PASS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94360" y="425196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" y="427024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late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651760" y="425196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88336" y="427024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886200" y="425196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22776" y="427024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 write 후 2 faces/4 cols stream PASS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94360" y="4754880"/>
            <a:ext cx="2057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4773168"/>
            <a:ext cx="198424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model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651760" y="4754880"/>
            <a:ext cx="1234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88336" y="4773168"/>
            <a:ext cx="1161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886200" y="4754880"/>
            <a:ext cx="8092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22776" y="4773168"/>
            <a:ext cx="801928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boundary sweep complete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68680" y="5532120"/>
            <a:ext cx="1037844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5577840"/>
            <a:ext cx="1025042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해석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PASS는 ready-high 중심의 baseline이다. C06 완료 판정에는 backpressure와 status/IRQ 전용 검증이 더 필요하다.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logs: xsim_c06_baseline_*_260511191005.log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Timing Baseline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log는 stage별 exact marker가 아니라 shot/drain/output summary 기반이다.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618488" y="2249424"/>
            <a:ext cx="1828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7452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98648" y="2249424"/>
            <a:ext cx="1828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start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178808" y="2249424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C01/C02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641848" y="2249424"/>
            <a:ext cx="4114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C03/C04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150608" y="2249424"/>
            <a:ext cx="4114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59368" y="2249424"/>
            <a:ext cx="4114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19202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8008" y="1965960"/>
            <a:ext cx="877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0080" y="3063240"/>
            <a:ext cx="9646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width64 log marker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" y="3566160"/>
            <a:ext cx="196596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584448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834640" y="3566160"/>
            <a:ext cx="192024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1216" y="3584448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585216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584448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68680" y="3895344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913632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834640" y="389534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71216" y="3913632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14112.5 ns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754880" y="3895344"/>
            <a:ext cx="5852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913632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command pulse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68680" y="4224528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" y="4242816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Shot1 start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834640" y="422452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71216" y="4242816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14582.5 ns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754880" y="4224528"/>
            <a:ext cx="5852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4242816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col0/shot1 start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868680" y="4553712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" y="4572000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Shot1 drain done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834640" y="455371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71216" y="4572000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20117.5 ns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754880" y="4553712"/>
            <a:ext cx="5852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4572000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expected-count PASS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868680" y="4882896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" y="4901184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Shot2 start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2834640" y="4882896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71216" y="4901184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25117.5 ns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754880" y="4882896"/>
            <a:ext cx="5852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4901184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col1/shot2 start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868680" y="5212080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5256" y="5230368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Shot2 drain done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2834640" y="521208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71216" y="5230368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30652.5 ns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4754880" y="5212080"/>
            <a:ext cx="5852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91456" y="5230368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expected-count PASS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868680" y="5541264"/>
            <a:ext cx="1965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5256" y="5559552"/>
            <a:ext cx="1892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Integrated end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2834640" y="554126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71216" y="5559552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43162.5 ns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754880" y="5541264"/>
            <a:ext cx="5852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91456" y="5559552"/>
            <a:ext cx="5779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summary 완료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68680" y="5806440"/>
            <a:ext cx="973836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2688" y="5852160"/>
            <a:ext cx="96103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packet_start, final tlast time, frame_done_both, next-start admission은 전용 marker가 필요하다.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Latency / Throughput / Pipeline / II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Boundary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계산 모델 기준 폭별 거리와 max_hits_cfg 경계는 PASS지만, C06 ready stall은 미포함이다.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0972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52728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1828800" y="1234440"/>
            <a:ext cx="15544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1252728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7373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252728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MAX_PASS_CFG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120640" y="1234440"/>
            <a:ext cx="60807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252728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31520" y="167335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691640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1828800" y="1673352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1691640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 m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383280" y="1673352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1691640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120640" y="1673352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1691640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 실패 시작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31520" y="211226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130552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1828800" y="2112264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5376" y="2130552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750 m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383280" y="2112264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130552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120640" y="2112264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2130552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cfg=6 실패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31520" y="255117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2569464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828800" y="2551176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5376" y="2569464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m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383280" y="2551176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9856" y="2569464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120640" y="2551176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2569464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cfg=4 실패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731520" y="299008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3008376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1828800" y="2990088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3008376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 m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3383280" y="2990088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9856" y="3008376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120640" y="2990088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3008376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 실패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731520" y="342900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" y="3447288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1828800" y="342900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65376" y="3447288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 m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3383280" y="3429000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9856" y="3447288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5120640" y="3429000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57216" y="3447288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cfg=7/6 실패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731520" y="386791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" y="3886200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1828800" y="3867912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65376" y="3886200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 m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3383280" y="3867912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9856" y="3886200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5120640" y="3867912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57216" y="3886200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 실패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731520" y="430682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096" y="4325112"/>
            <a:ext cx="1024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1828800" y="4306824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65376" y="4325112"/>
            <a:ext cx="14813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 m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3383280" y="4306824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19856" y="4325112"/>
            <a:ext cx="1664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5120640" y="4306824"/>
            <a:ext cx="6080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57216" y="4325112"/>
            <a:ext cx="6007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 실패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868680" y="516636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2688" y="5212080"/>
            <a:ext cx="485546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usable time = 13.888889 us - 8 us reserve - round_trip_time(distance)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6172200" y="516636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36208" y="5212080"/>
            <a:ext cx="453542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C06에서 추가할 항목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ready-stall penalty를 T0→T6 latency에 더해 PASS/FAIL 재판정</a:t>
            </a:r>
            <a:endParaRPr lang="en-US" sz="940" dirty="0"/>
          </a:p>
        </p:txBody>
      </p:sp>
      <p:sp>
        <p:nvSpPr>
          <p:cNvPr id="73" name="Text 71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Evidence: xsim_c06_baseline_polygon_260511191005.log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baseline으로 닫힌 항목과 다음에 닫아야 할 항목을 분리한다.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132588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161288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0" y="1143000"/>
            <a:ext cx="150876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1161288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845820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161288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554480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28800" y="1536192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1554480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PASS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536192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1554480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top 흐름 PASS, exact T0~T6 미관측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1929384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1947672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0" y="1929384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65376" y="1947672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PASS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37560" y="1929384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1947672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deferred PASS, top drain 중 next start 미검증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2322576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0864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0" y="2322576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2340864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37560" y="2322576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2340864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imbalance 전용 scenario 필요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2715768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2734056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28800" y="2715768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5376" y="2734056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37560" y="2715768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2734056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tready stall 미검증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3108960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" y="3127248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0" y="3108960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65376" y="3127248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37560" y="3108960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3127248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clear/readback 미검증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3502152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" y="3520440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828800" y="3502152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65376" y="3520440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PASS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337560" y="3502152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4136" y="3520440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early/late PASS, field-level snapshot 추가 필요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2920" y="3895344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913632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VB-C06-07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828800" y="3895344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65376" y="3913632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37560" y="3895344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74136" y="3913632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top width sweep PASS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02920" y="4288536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" y="4306824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VB-C06-08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28800" y="4288536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65376" y="4306824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337560" y="4288536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74136" y="4306824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reset/soft_reset/force_reinit 미검증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02920" y="4681728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9496" y="4700016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VB-C06-09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828800" y="4681728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65376" y="4700016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337560" y="4681728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74136" y="4700016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o_irq/o_irq_pipe 미검증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02920" y="5074920"/>
            <a:ext cx="1325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" y="5093208"/>
            <a:ext cx="12527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VB-C06-10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28800" y="5074920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65376" y="5093208"/>
            <a:ext cx="14356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PASS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337560" y="5074920"/>
            <a:ext cx="8458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74136" y="5093208"/>
            <a:ext cx="83850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model PASS, backpressure 미포함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status drives next Code Fix Plan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data flow는 기준선이 잡혔고, 이제 control/status/IRQ/backpressure 계약을 보완한다.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54480"/>
            <a:ext cx="19293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register화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busy/overrun output FF boundary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196596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5087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554480"/>
            <a:ext cx="19293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start 경계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register화 또는 예외 문서화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94960" y="196596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97880" y="150876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1554480"/>
            <a:ext cx="19293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정책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통일/예외 목록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01000" y="196596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03920" y="150876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554480"/>
            <a:ext cx="220370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계약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 reserved 또는 pipeline IRQ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960120" y="3337560"/>
            <a:ext cx="9921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383280"/>
            <a:ext cx="97932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산출물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C06_Code_Fix_Plan_v001: baseline 결과를 기반으로 수정 범위와 검증 항목을 고정한다.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60120" y="4407408"/>
            <a:ext cx="9921240" cy="713232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453128"/>
            <a:ext cx="97932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Exit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 compile/elab/xsim으로 VB-C06-01/03/04/05/09/10 PASS를 확인해야 C06 완료로 볼 수 있다.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Next: C06_Code_Fix_Plan_v001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Control Status Integration Verify Baseline v001</dc:title>
  <dc:subject>C06 Control Status Integration Verify Baseline v001</dc:subject>
  <dc:creator>Codex</dc:creator>
  <cp:lastModifiedBy>Codex</cp:lastModifiedBy>
  <cp:revision>1</cp:revision>
  <dcterms:created xsi:type="dcterms:W3CDTF">2026-05-11T10:15:31Z</dcterms:created>
  <dcterms:modified xsi:type="dcterms:W3CDTF">2026-05-11T10:15:31Z</dcterms:modified>
</cp:coreProperties>
</file>