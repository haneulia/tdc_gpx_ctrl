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31520"/>
            <a:ext cx="80467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Code Fix Plan v004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4944" y="1417320"/>
            <a:ext cx="9052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 recovery open을 RTL 보완 또는 운용 계약으로 닫는 단계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2011680" cy="868680"/>
          </a:xfrm>
          <a:prstGeom prst="roundRect">
            <a:avLst>
              <a:gd name="adj" fmla="val 4211"/>
            </a:avLst>
          </a:prstGeom>
          <a:solidFill>
            <a:srgbClr val="1E3A8A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980944"/>
            <a:ext cx="186537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분해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37560" y="2926080"/>
            <a:ext cx="2011680" cy="868680"/>
          </a:xfrm>
          <a:prstGeom prst="roundRect">
            <a:avLst>
              <a:gd name="adj" fmla="val 4211"/>
            </a:avLst>
          </a:prstGeom>
          <a:solidFill>
            <a:srgbClr val="7C2D12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0712" y="2980944"/>
            <a:ext cx="186537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결정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0" y="2926080"/>
            <a:ext cx="2011680" cy="868680"/>
          </a:xfrm>
          <a:prstGeom prst="roundRect">
            <a:avLst>
              <a:gd name="adj" fmla="val 4211"/>
            </a:avLst>
          </a:prstGeom>
          <a:solidFill>
            <a:srgbClr val="14532D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25312" y="2980944"/>
            <a:ext cx="186537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구현/검증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66760" y="2926080"/>
            <a:ext cx="2011680" cy="868680"/>
          </a:xfrm>
          <a:prstGeom prst="roundRect">
            <a:avLst>
              <a:gd name="adj" fmla="val 4211"/>
            </a:avLst>
          </a:prstGeom>
          <a:solidFill>
            <a:srgbClr val="4C1D95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2980944"/>
            <a:ext cx="186537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 갱신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2026-05-11 21:12:01 KST | 기준: Result v003 / Datasheet I-Mode single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 경로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soft_reset이 PH_RESP_DRAIN에서 chip_busy를 해제하지 못하는 지점을 분리한다.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1417320" cy="91440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75104"/>
            <a:ext cx="12710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MAIN_CTRL[30]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176272" y="2377440"/>
            <a:ext cx="283464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14600" y="1920240"/>
            <a:ext cx="1417320" cy="9144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1975104"/>
            <a:ext cx="12710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pulse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959352" y="2377440"/>
            <a:ext cx="329184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1920240"/>
            <a:ext cx="1417320" cy="9144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1975104"/>
            <a:ext cx="12710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PH_RESP_DRAIN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788152" y="2377440"/>
            <a:ext cx="512064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55080" y="1920240"/>
            <a:ext cx="1417320" cy="91440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975104"/>
            <a:ext cx="12710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 idle?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busy/rsp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799832" y="2377440"/>
            <a:ext cx="512064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66760" y="1920240"/>
            <a:ext cx="1417320" cy="9144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9912" y="1975104"/>
            <a:ext cx="12710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PH_INIT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 quarantine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22960" y="3886200"/>
            <a:ext cx="10332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계측 대상: i_bus_busy, i_bus_rsp_pending, s_drain_to_init_r, s_err_drain_cap_r, s_err_bus_fatal_r, s_chip_busy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526280"/>
            <a:ext cx="10332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조건: soft_reset PASS를 보장하거나, force_reinit 전용 recovery 계약으로 handoff 문서와 TB를 정렬한다.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Plan v004 | 다음 실행: focused probe -&gt; RTL/계약 선택 -&gt; 회귀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Code Fix Plan v004</dc:title>
  <dc:subject>C06 Code Fix Plan v004</dc:subject>
  <dc:creator>Codex</dc:creator>
  <cp:lastModifiedBy>Codex</cp:lastModifiedBy>
  <cp:revision>1</cp:revision>
  <dcterms:created xsi:type="dcterms:W3CDTF">2026-05-11T12:15:52Z</dcterms:created>
  <dcterms:modified xsi:type="dcterms:W3CDTF">2026-05-11T12:15:52Z</dcterms:modified>
</cp:coreProperties>
</file>