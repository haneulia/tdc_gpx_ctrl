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Review v001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4944" y="1444752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종합 평가 재판정과 v006 hardening 방향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lesson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844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wording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width/reserve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708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hardening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892040"/>
            <a:ext cx="10789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v005는 Absolute PASS가 아니라 GO_WITH_CONTRACT입니다.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2026-05-14 13:41:16 KST | 기준: C06 Result v005, C07 Handoff v001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재판정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리뷰 입력을 최신 v005 문서 기준으로 분류했습니다.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61872"/>
            <a:ext cx="82296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80160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670" dirty="0"/>
          </a:p>
        </p:txBody>
      </p:sp>
      <p:sp>
        <p:nvSpPr>
          <p:cNvPr id="7" name="Shape 5"/>
          <p:cNvSpPr/>
          <p:nvPr/>
        </p:nvSpPr>
        <p:spPr>
          <a:xfrm>
            <a:off x="1353312" y="1261872"/>
            <a:ext cx="324612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280160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4599432" y="1261872"/>
            <a:ext cx="114300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80160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5742432" y="1261872"/>
            <a:ext cx="525780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1280160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조치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530352" y="1655064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673352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RV-01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1353312" y="1655064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1673352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 false positive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4599432" y="1655064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673352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5742432" y="1655064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8152" y="1673352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marker audit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530352" y="2048256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066544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RV-02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1353312" y="2048256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2066544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PASS 표현 위험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4599432" y="2048256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066544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5742432" y="2048256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2066544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GO_WITH_CONTRACT 재강조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530352" y="2441448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2459736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RV-03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1353312" y="2441448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2459736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recovery만 직접 검증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4599432" y="2441448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459736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5742432" y="2441448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2459736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sweep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530352" y="2834640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2852928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RV-04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1353312" y="2834640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99032" y="2852928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가정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4599432" y="2834640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2852928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5742432" y="2834640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88152" y="2852928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sweep / 실측 계약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530352" y="3227832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246120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RV-05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1353312" y="3227832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99032" y="3246120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폐기 거리 위험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4599432" y="3227832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246120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5742432" y="3227832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88152" y="3246120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SW/range contract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530352" y="3621024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" y="3639312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RV-06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1353312" y="3621024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99032" y="3639312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imbalance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4599432" y="3621024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3639312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5742432" y="3621024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88152" y="3639312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top-level stall 결합 stress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530352" y="4014216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" y="4032504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RV-07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1353312" y="4014216"/>
            <a:ext cx="3246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99032" y="4032504"/>
            <a:ext cx="31546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차이</a:t>
            </a:r>
            <a:endParaRPr lang="en-US" sz="670" dirty="0"/>
          </a:p>
        </p:txBody>
      </p:sp>
      <p:sp>
        <p:nvSpPr>
          <p:cNvPr id="65" name="Shape 63"/>
          <p:cNvSpPr/>
          <p:nvPr/>
        </p:nvSpPr>
        <p:spPr>
          <a:xfrm>
            <a:off x="4599432" y="4014216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45152" y="4032504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</a:t>
            </a:r>
            <a:endParaRPr lang="en-US" sz="670" dirty="0"/>
          </a:p>
        </p:txBody>
      </p:sp>
      <p:sp>
        <p:nvSpPr>
          <p:cNvPr id="67" name="Shape 65"/>
          <p:cNvSpPr/>
          <p:nvPr/>
        </p:nvSpPr>
        <p:spPr>
          <a:xfrm>
            <a:off x="5742432" y="4014216"/>
            <a:ext cx="52578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88152" y="4032504"/>
            <a:ext cx="51663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SW-visible clear map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C06_Control_Status_Integration_260514134116_Review_v001.md section 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 원칙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PASS는 source, destination, effect를 모두 관측해야 닫힙니다.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20824"/>
            <a:ext cx="16824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marker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command / input event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761488" y="2395728"/>
            <a:ext cx="10972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196596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2020824"/>
            <a:ext cx="16824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marker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domain / registered boundary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779008" y="2395728"/>
            <a:ext cx="10972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196596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2020824"/>
            <a:ext cx="16824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 marker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phase / stream / sticky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796528" y="2395728"/>
            <a:ext cx="8229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92640" y="196596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5792" y="2020824"/>
            <a:ext cx="16824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observed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3675888"/>
            <a:ext cx="4480560" cy="42062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94176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v004/v005 근거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394960" y="3675888"/>
            <a:ext cx="5669280" cy="42062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694176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914400" y="4096512"/>
            <a:ext cx="44805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14800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force/soft log line 142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5394960" y="4096512"/>
            <a:ext cx="56692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114800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914400" y="4517136"/>
            <a:ext cx="44805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535424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force/soft log line 146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5394960" y="4517136"/>
            <a:ext cx="56692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4535424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domain pulse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914400" y="4937760"/>
            <a:ext cx="44805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956048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line 148/150/152/154, soft line 148/156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5394960" y="4937760"/>
            <a:ext cx="56692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4956048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 effect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914400" y="5358384"/>
            <a:ext cx="44805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376672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line 231/232/236/238, soft line 239/240/244/246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5394960" y="5358384"/>
            <a:ext cx="56692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5376672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preservation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 false positive 교훈을 이후 Cluster 검증 기준으로 승격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폐기의 정량 의미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generation 정책은 유지하되, SW가 거리 한계를 명시적으로 수락해야 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7276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27632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5.308416 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57276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627632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round-trip distance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796 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27632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 m round-trip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5.404 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98280" y="157276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1432" y="1627632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95 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37560"/>
            <a:ext cx="219456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55848"/>
            <a:ext cx="21031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108960" y="3337560"/>
            <a:ext cx="813816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3355848"/>
            <a:ext cx="80467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21945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58768"/>
            <a:ext cx="21031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raw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108960" y="3840480"/>
            <a:ext cx="81381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858768"/>
            <a:ext cx="80467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data는 Hit[16:0]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14400" y="4343400"/>
            <a:ext cx="21945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61688"/>
            <a:ext cx="21031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stream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108960" y="4343400"/>
            <a:ext cx="81381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4361688"/>
            <a:ext cx="80467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generation에서는 Hit[16] 폐기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21945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864608"/>
            <a:ext cx="21031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parser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108960" y="4846320"/>
            <a:ext cx="81381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4864608"/>
            <a:ext cx="80467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hit slot과 wrap/overflow 정책 수락 필요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기준: 사용자 운용 분석의 81 ps bin assumption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우선순위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GO_WITH_CONTRACT를 release/system integration 전 hardening 계획으로 연결합니다.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25880"/>
            <a:ext cx="11430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44168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764792" y="1325880"/>
            <a:ext cx="46177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1344168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382512" y="1325880"/>
            <a:ext cx="46177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344168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1792" y="1801368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819656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64792" y="1801368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1819656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recovery sweep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82512" y="1801368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19656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단일 직접 검증 의존 제거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" y="2276856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95144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764792" y="2276856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2295144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measurement/sweep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82512" y="2276856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295144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핵심 가정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1792" y="2752344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770632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64792" y="2752344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10512" y="2770632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backpressure + polygon stress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82512" y="2752344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770632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high 가정 해제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1792" y="3227832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246120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64792" y="3227832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10512" y="3246120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PASS marker audit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82512" y="3227832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246120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패턴 전파 여부 확인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1792" y="3703320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721608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64792" y="3703320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10512" y="3721608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SW/range contract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82512" y="3703320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721608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정책과 parser 해석 연결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" y="4178808"/>
            <a:ext cx="1143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197096"/>
            <a:ext cx="1051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64792" y="4178808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10512" y="4197096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/ lane imbalance 보강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382512" y="4178808"/>
            <a:ext cx="4617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197096"/>
            <a:ext cx="4526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관찰성 강화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계획: C06_Control_Status_Integration_260514134116_Code_Fix_Plan_v006.md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Review v001</dc:title>
  <dc:subject>C06 Review v001</dc:subject>
  <dc:creator>Codex</dc:creator>
  <cp:lastModifiedBy>Codex</cp:lastModifiedBy>
  <cp:revision>1</cp:revision>
  <dcterms:created xsi:type="dcterms:W3CDTF">2026-05-14T04:48:56Z</dcterms:created>
  <dcterms:modified xsi:type="dcterms:W3CDTF">2026-05-14T04:48:56Z</dcterms:modified>
</cp:coreProperties>
</file>