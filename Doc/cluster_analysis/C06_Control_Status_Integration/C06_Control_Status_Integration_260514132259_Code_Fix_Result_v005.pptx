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10972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98755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 Fix Plan v005 실행 결과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94944" y="1664208"/>
            <a:ext cx="102412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recovery/control/status 계약을 공식 회귀, handoff, 완료도 판단으로 고정했습니다.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04672" y="2816352"/>
            <a:ext cx="2331720" cy="960120"/>
          </a:xfrm>
          <a:prstGeom prst="roundRect">
            <a:avLst>
              <a:gd name="adj" fmla="val 3810"/>
            </a:avLst>
          </a:prstGeom>
          <a:solidFill>
            <a:srgbClr val="14532D"/>
          </a:solidFill>
          <a:ln w="11430">
            <a:solidFill>
              <a:srgbClr val="86EF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871216"/>
            <a:ext cx="2185416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WITH CONTRACT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47872" y="2816352"/>
            <a:ext cx="2331720" cy="960120"/>
          </a:xfrm>
          <a:prstGeom prst="roundRect">
            <a:avLst>
              <a:gd name="adj" fmla="val 3810"/>
            </a:avLst>
          </a:prstGeom>
          <a:solidFill>
            <a:srgbClr val="1E3A8A"/>
          </a:solidFill>
          <a:ln w="11430">
            <a:solidFill>
              <a:srgbClr val="93C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21024" y="2871216"/>
            <a:ext cx="2185416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v004 recovery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91072" y="2816352"/>
            <a:ext cx="2331720" cy="960120"/>
          </a:xfrm>
          <a:prstGeom prst="roundRect">
            <a:avLst>
              <a:gd name="adj" fmla="val 3810"/>
            </a:avLst>
          </a:prstGeom>
          <a:solidFill>
            <a:srgbClr val="713F12"/>
          </a:solidFill>
          <a:ln w="11430">
            <a:solidFill>
              <a:srgbClr val="FDE6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64224" y="2871216"/>
            <a:ext cx="2185416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KEEP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sim reports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034272" y="2816352"/>
            <a:ext cx="2331720" cy="960120"/>
          </a:xfrm>
          <a:prstGeom prst="roundRect">
            <a:avLst>
              <a:gd name="adj" fmla="val 3810"/>
            </a:avLst>
          </a:prstGeom>
          <a:solidFill>
            <a:srgbClr val="4C1D95"/>
          </a:solidFill>
          <a:ln w="11430">
            <a:solidFill>
              <a:srgbClr val="C4B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07424" y="2871216"/>
            <a:ext cx="2185416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C07 / release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" y="5047488"/>
            <a:ext cx="10789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archive: sim_results/vivado_xsim/sessions/260514132259_c06_v004_recovery/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Result v005 | 생성 2026-05-14 13:22:59 KST | 수정 13:30:33 KST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v005 Closure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FP5-C06-01부터 05까지 모두 Closed 또는 Accepted로 처리했습니다.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44752"/>
            <a:ext cx="1143000" cy="53035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463040"/>
            <a:ext cx="10515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ID</a:t>
            </a:r>
            <a:endParaRPr lang="en-US" sz="810" dirty="0"/>
          </a:p>
        </p:txBody>
      </p:sp>
      <p:sp>
        <p:nvSpPr>
          <p:cNvPr id="7" name="Shape 5"/>
          <p:cNvSpPr/>
          <p:nvPr/>
        </p:nvSpPr>
        <p:spPr>
          <a:xfrm>
            <a:off x="1892808" y="1444752"/>
            <a:ext cx="5669280" cy="53035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38528" y="1463040"/>
            <a:ext cx="55778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810" dirty="0"/>
          </a:p>
        </p:txBody>
      </p:sp>
      <p:sp>
        <p:nvSpPr>
          <p:cNvPr id="9" name="Shape 7"/>
          <p:cNvSpPr/>
          <p:nvPr/>
        </p:nvSpPr>
        <p:spPr>
          <a:xfrm>
            <a:off x="7562088" y="1444752"/>
            <a:ext cx="4160520" cy="53035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07808" y="1463040"/>
            <a:ext cx="406908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810" dirty="0"/>
          </a:p>
        </p:txBody>
      </p:sp>
      <p:sp>
        <p:nvSpPr>
          <p:cNvPr id="11" name="Shape 9"/>
          <p:cNvSpPr/>
          <p:nvPr/>
        </p:nvSpPr>
        <p:spPr>
          <a:xfrm>
            <a:off x="749808" y="1975104"/>
            <a:ext cx="114300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1993392"/>
            <a:ext cx="10515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FP5-01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1892808" y="1975104"/>
            <a:ext cx="566928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38528" y="1993392"/>
            <a:ext cx="55778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handoff 문서 갱신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7562088" y="1975104"/>
            <a:ext cx="416052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07808" y="1993392"/>
            <a:ext cx="406908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Closed</a:t>
            </a:r>
            <a:endParaRPr lang="en-US" sz="810" dirty="0"/>
          </a:p>
        </p:txBody>
      </p:sp>
      <p:sp>
        <p:nvSpPr>
          <p:cNvPr id="17" name="Shape 15"/>
          <p:cNvSpPr/>
          <p:nvPr/>
        </p:nvSpPr>
        <p:spPr>
          <a:xfrm>
            <a:off x="749808" y="2505456"/>
            <a:ext cx="114300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2523744"/>
            <a:ext cx="10515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FP5-02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1892808" y="2505456"/>
            <a:ext cx="566928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38528" y="2523744"/>
            <a:ext cx="55778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recovery regression 지정</a:t>
            </a:r>
            <a:endParaRPr lang="en-US" sz="810" dirty="0"/>
          </a:p>
        </p:txBody>
      </p:sp>
      <p:sp>
        <p:nvSpPr>
          <p:cNvPr id="21" name="Shape 19"/>
          <p:cNvSpPr/>
          <p:nvPr/>
        </p:nvSpPr>
        <p:spPr>
          <a:xfrm>
            <a:off x="7562088" y="2505456"/>
            <a:ext cx="416052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07808" y="2523744"/>
            <a:ext cx="406908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Closed: run_c06_v004_recovery.ps1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749808" y="3035808"/>
            <a:ext cx="114300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3054096"/>
            <a:ext cx="10515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FP5-03</a:t>
            </a:r>
            <a:endParaRPr lang="en-US" sz="810" dirty="0"/>
          </a:p>
        </p:txBody>
      </p:sp>
      <p:sp>
        <p:nvSpPr>
          <p:cNvPr id="25" name="Shape 23"/>
          <p:cNvSpPr/>
          <p:nvPr/>
        </p:nvSpPr>
        <p:spPr>
          <a:xfrm>
            <a:off x="1892808" y="3035808"/>
            <a:ext cx="566928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38528" y="3054096"/>
            <a:ext cx="55778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simulation-only report 정책</a:t>
            </a:r>
            <a:endParaRPr lang="en-US" sz="810" dirty="0"/>
          </a:p>
        </p:txBody>
      </p:sp>
      <p:sp>
        <p:nvSpPr>
          <p:cNvPr id="27" name="Shape 25"/>
          <p:cNvSpPr/>
          <p:nvPr/>
        </p:nvSpPr>
        <p:spPr>
          <a:xfrm>
            <a:off x="7562088" y="3035808"/>
            <a:ext cx="416052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07808" y="3054096"/>
            <a:ext cx="406908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Accepted: 유지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749808" y="3566160"/>
            <a:ext cx="114300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3584448"/>
            <a:ext cx="10515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FP5-04</a:t>
            </a:r>
            <a:endParaRPr lang="en-US" sz="810" dirty="0"/>
          </a:p>
        </p:txBody>
      </p:sp>
      <p:sp>
        <p:nvSpPr>
          <p:cNvPr id="31" name="Shape 29"/>
          <p:cNvSpPr/>
          <p:nvPr/>
        </p:nvSpPr>
        <p:spPr>
          <a:xfrm>
            <a:off x="1892808" y="3566160"/>
            <a:ext cx="566928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38528" y="3584448"/>
            <a:ext cx="55778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완료도 체크 갱신</a:t>
            </a:r>
            <a:endParaRPr lang="en-US" sz="810" dirty="0"/>
          </a:p>
        </p:txBody>
      </p:sp>
      <p:sp>
        <p:nvSpPr>
          <p:cNvPr id="33" name="Shape 31"/>
          <p:cNvSpPr/>
          <p:nvPr/>
        </p:nvSpPr>
        <p:spPr>
          <a:xfrm>
            <a:off x="7562088" y="3566160"/>
            <a:ext cx="416052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07808" y="3584448"/>
            <a:ext cx="406908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Closed</a:t>
            </a:r>
            <a:endParaRPr lang="en-US" sz="810" dirty="0"/>
          </a:p>
        </p:txBody>
      </p:sp>
      <p:sp>
        <p:nvSpPr>
          <p:cNvPr id="35" name="Shape 33"/>
          <p:cNvSpPr/>
          <p:nvPr/>
        </p:nvSpPr>
        <p:spPr>
          <a:xfrm>
            <a:off x="749808" y="4096512"/>
            <a:ext cx="114300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5528" y="4114800"/>
            <a:ext cx="10515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FP5-05</a:t>
            </a:r>
            <a:endParaRPr lang="en-US" sz="810" dirty="0"/>
          </a:p>
        </p:txBody>
      </p:sp>
      <p:sp>
        <p:nvSpPr>
          <p:cNvPr id="37" name="Shape 35"/>
          <p:cNvSpPr/>
          <p:nvPr/>
        </p:nvSpPr>
        <p:spPr>
          <a:xfrm>
            <a:off x="1892808" y="4096512"/>
            <a:ext cx="566928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38528" y="4114800"/>
            <a:ext cx="55778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cluster 진입 판단</a:t>
            </a:r>
            <a:endParaRPr lang="en-US" sz="810" dirty="0"/>
          </a:p>
        </p:txBody>
      </p:sp>
      <p:sp>
        <p:nvSpPr>
          <p:cNvPr id="39" name="Shape 37"/>
          <p:cNvSpPr/>
          <p:nvPr/>
        </p:nvSpPr>
        <p:spPr>
          <a:xfrm>
            <a:off x="7562088" y="4096512"/>
            <a:ext cx="416052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07808" y="4114800"/>
            <a:ext cx="406908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GO_WITH_CONTRACT</a:t>
            </a:r>
            <a:endParaRPr lang="en-US" sz="810" dirty="0"/>
          </a:p>
        </p:txBody>
      </p:sp>
      <p:sp>
        <p:nvSpPr>
          <p:cNvPr id="41" name="Shape 39"/>
          <p:cNvSpPr/>
          <p:nvPr/>
        </p:nvSpPr>
        <p:spPr>
          <a:xfrm>
            <a:off x="960120" y="5074920"/>
            <a:ext cx="10241280" cy="64008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33272" y="5129784"/>
            <a:ext cx="10094976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v005는 RTL 기능 변경이 아니라, v004에서 닫힌 recovery 계약을 공식 운영 계약으로 고정하는 단계입니다.</a:t>
            </a:r>
            <a:endParaRPr lang="en-US" sz="1120" dirty="0"/>
          </a:p>
        </p:txBody>
      </p:sp>
      <p:sp>
        <p:nvSpPr>
          <p:cNvPr id="43" name="Text 41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C06_Control_Status_Integration_260514115000_Code_Fix_Plan_v005.md section 7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회귀 Evidence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fresh compile/elab/xsim 후 세션 archive로 38개 artifact가 이동되었습니다.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325880"/>
            <a:ext cx="1828800" cy="47548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344168"/>
            <a:ext cx="1737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710" dirty="0"/>
          </a:p>
        </p:txBody>
      </p:sp>
      <p:sp>
        <p:nvSpPr>
          <p:cNvPr id="7" name="Shape 5"/>
          <p:cNvSpPr/>
          <p:nvPr/>
        </p:nvSpPr>
        <p:spPr>
          <a:xfrm>
            <a:off x="2450592" y="1325880"/>
            <a:ext cx="6172200" cy="47548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96312" y="1344168"/>
            <a:ext cx="60807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</a:t>
            </a:r>
            <a:endParaRPr lang="en-US" sz="710" dirty="0"/>
          </a:p>
        </p:txBody>
      </p:sp>
      <p:sp>
        <p:nvSpPr>
          <p:cNvPr id="9" name="Shape 7"/>
          <p:cNvSpPr/>
          <p:nvPr/>
        </p:nvSpPr>
        <p:spPr>
          <a:xfrm>
            <a:off x="8622792" y="1325880"/>
            <a:ext cx="2423160" cy="47548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68512" y="1344168"/>
            <a:ext cx="23317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 line</a:t>
            </a:r>
            <a:endParaRPr lang="en-US" sz="710" dirty="0"/>
          </a:p>
        </p:txBody>
      </p:sp>
      <p:sp>
        <p:nvSpPr>
          <p:cNvPr id="11" name="Shape 9"/>
          <p:cNvSpPr/>
          <p:nvPr/>
        </p:nvSpPr>
        <p:spPr>
          <a:xfrm>
            <a:off x="621792" y="1801368"/>
            <a:ext cx="18288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1819656"/>
            <a:ext cx="1737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face_seq</a:t>
            </a:r>
            <a:endParaRPr lang="en-US" sz="710" dirty="0"/>
          </a:p>
        </p:txBody>
      </p:sp>
      <p:sp>
        <p:nvSpPr>
          <p:cNvPr id="13" name="Shape 11"/>
          <p:cNvSpPr/>
          <p:nvPr/>
        </p:nvSpPr>
        <p:spPr>
          <a:xfrm>
            <a:off x="2450592" y="1801368"/>
            <a:ext cx="61722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96312" y="1819656"/>
            <a:ext cx="60807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xsim_c06_v002_face_seq_260514132259.log</a:t>
            </a:r>
            <a:endParaRPr lang="en-US" sz="710" dirty="0"/>
          </a:p>
        </p:txBody>
      </p:sp>
      <p:sp>
        <p:nvSpPr>
          <p:cNvPr id="15" name="Shape 13"/>
          <p:cNvSpPr/>
          <p:nvPr/>
        </p:nvSpPr>
        <p:spPr>
          <a:xfrm>
            <a:off x="8622792" y="1801368"/>
            <a:ext cx="242316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68512" y="1819656"/>
            <a:ext cx="23317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</a:t>
            </a:r>
            <a:endParaRPr lang="en-US" sz="710" dirty="0"/>
          </a:p>
        </p:txBody>
      </p:sp>
      <p:sp>
        <p:nvSpPr>
          <p:cNvPr id="17" name="Shape 15"/>
          <p:cNvSpPr/>
          <p:nvPr/>
        </p:nvSpPr>
        <p:spPr>
          <a:xfrm>
            <a:off x="621792" y="2276856"/>
            <a:ext cx="18288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2295144"/>
            <a:ext cx="1737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status_agg</a:t>
            </a:r>
            <a:endParaRPr lang="en-US" sz="710" dirty="0"/>
          </a:p>
        </p:txBody>
      </p:sp>
      <p:sp>
        <p:nvSpPr>
          <p:cNvPr id="19" name="Shape 17"/>
          <p:cNvSpPr/>
          <p:nvPr/>
        </p:nvSpPr>
        <p:spPr>
          <a:xfrm>
            <a:off x="2450592" y="2276856"/>
            <a:ext cx="61722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96312" y="2295144"/>
            <a:ext cx="60807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xsim_c06_v002_status_agg_260514132259.log</a:t>
            </a:r>
            <a:endParaRPr lang="en-US" sz="710" dirty="0"/>
          </a:p>
        </p:txBody>
      </p:sp>
      <p:sp>
        <p:nvSpPr>
          <p:cNvPr id="21" name="Shape 19"/>
          <p:cNvSpPr/>
          <p:nvPr/>
        </p:nvSpPr>
        <p:spPr>
          <a:xfrm>
            <a:off x="8622792" y="2276856"/>
            <a:ext cx="242316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68512" y="2295144"/>
            <a:ext cx="23317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710" dirty="0"/>
          </a:p>
        </p:txBody>
      </p:sp>
      <p:sp>
        <p:nvSpPr>
          <p:cNvPr id="23" name="Shape 21"/>
          <p:cNvSpPr/>
          <p:nvPr/>
        </p:nvSpPr>
        <p:spPr>
          <a:xfrm>
            <a:off x="621792" y="2752344"/>
            <a:ext cx="18288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2770632"/>
            <a:ext cx="1737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 32/64/128</a:t>
            </a:r>
            <a:endParaRPr lang="en-US" sz="710" dirty="0"/>
          </a:p>
        </p:txBody>
      </p:sp>
      <p:sp>
        <p:nvSpPr>
          <p:cNvPr id="25" name="Shape 23"/>
          <p:cNvSpPr/>
          <p:nvPr/>
        </p:nvSpPr>
        <p:spPr>
          <a:xfrm>
            <a:off x="2450592" y="2752344"/>
            <a:ext cx="61722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96312" y="2770632"/>
            <a:ext cx="60807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xsim_c06_v002_top_int_w*.log</a:t>
            </a:r>
            <a:endParaRPr lang="en-US" sz="710" dirty="0"/>
          </a:p>
        </p:txBody>
      </p:sp>
      <p:sp>
        <p:nvSpPr>
          <p:cNvPr id="27" name="Shape 25"/>
          <p:cNvSpPr/>
          <p:nvPr/>
        </p:nvSpPr>
        <p:spPr>
          <a:xfrm>
            <a:off x="8622792" y="2752344"/>
            <a:ext cx="242316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68512" y="2770632"/>
            <a:ext cx="23317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143</a:t>
            </a:r>
            <a:endParaRPr lang="en-US" sz="710" dirty="0"/>
          </a:p>
        </p:txBody>
      </p:sp>
      <p:sp>
        <p:nvSpPr>
          <p:cNvPr id="29" name="Shape 27"/>
          <p:cNvSpPr/>
          <p:nvPr/>
        </p:nvSpPr>
        <p:spPr>
          <a:xfrm>
            <a:off x="621792" y="3227832"/>
            <a:ext cx="18288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" y="3246120"/>
            <a:ext cx="1737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64-bit backpressure</a:t>
            </a:r>
            <a:endParaRPr lang="en-US" sz="710" dirty="0"/>
          </a:p>
        </p:txBody>
      </p:sp>
      <p:sp>
        <p:nvSpPr>
          <p:cNvPr id="31" name="Shape 29"/>
          <p:cNvSpPr/>
          <p:nvPr/>
        </p:nvSpPr>
        <p:spPr>
          <a:xfrm>
            <a:off x="2450592" y="3227832"/>
            <a:ext cx="61722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96312" y="3246120"/>
            <a:ext cx="60807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xsim_c06_v002_top_int_w64_bp_260514132259.log</a:t>
            </a:r>
            <a:endParaRPr lang="en-US" sz="710" dirty="0"/>
          </a:p>
        </p:txBody>
      </p:sp>
      <p:sp>
        <p:nvSpPr>
          <p:cNvPr id="33" name="Shape 31"/>
          <p:cNvSpPr/>
          <p:nvPr/>
        </p:nvSpPr>
        <p:spPr>
          <a:xfrm>
            <a:off x="8622792" y="3227832"/>
            <a:ext cx="242316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68512" y="3246120"/>
            <a:ext cx="23317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143,145</a:t>
            </a:r>
            <a:endParaRPr lang="en-US" sz="710" dirty="0"/>
          </a:p>
        </p:txBody>
      </p:sp>
      <p:sp>
        <p:nvSpPr>
          <p:cNvPr id="35" name="Shape 33"/>
          <p:cNvSpPr/>
          <p:nvPr/>
        </p:nvSpPr>
        <p:spPr>
          <a:xfrm>
            <a:off x="621792" y="3703320"/>
            <a:ext cx="18288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" y="3721608"/>
            <a:ext cx="1737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force recovery</a:t>
            </a:r>
            <a:endParaRPr lang="en-US" sz="710" dirty="0"/>
          </a:p>
        </p:txBody>
      </p:sp>
      <p:sp>
        <p:nvSpPr>
          <p:cNvPr id="37" name="Shape 35"/>
          <p:cNvSpPr/>
          <p:nvPr/>
        </p:nvSpPr>
        <p:spPr>
          <a:xfrm>
            <a:off x="2450592" y="3703320"/>
            <a:ext cx="61722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96312" y="3721608"/>
            <a:ext cx="60807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xsim_c06_v004_top_int_force_260514132259.log</a:t>
            </a:r>
            <a:endParaRPr lang="en-US" sz="710" dirty="0"/>
          </a:p>
        </p:txBody>
      </p:sp>
      <p:sp>
        <p:nvSpPr>
          <p:cNvPr id="39" name="Shape 37"/>
          <p:cNvSpPr/>
          <p:nvPr/>
        </p:nvSpPr>
        <p:spPr>
          <a:xfrm>
            <a:off x="8622792" y="3703320"/>
            <a:ext cx="242316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68512" y="3721608"/>
            <a:ext cx="23317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236,238</a:t>
            </a:r>
            <a:endParaRPr lang="en-US" sz="710" dirty="0"/>
          </a:p>
        </p:txBody>
      </p:sp>
      <p:sp>
        <p:nvSpPr>
          <p:cNvPr id="41" name="Shape 39"/>
          <p:cNvSpPr/>
          <p:nvPr/>
        </p:nvSpPr>
        <p:spPr>
          <a:xfrm>
            <a:off x="621792" y="4178808"/>
            <a:ext cx="18288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7512" y="4197096"/>
            <a:ext cx="1737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 recovery</a:t>
            </a:r>
            <a:endParaRPr lang="en-US" sz="710" dirty="0"/>
          </a:p>
        </p:txBody>
      </p:sp>
      <p:sp>
        <p:nvSpPr>
          <p:cNvPr id="43" name="Shape 41"/>
          <p:cNvSpPr/>
          <p:nvPr/>
        </p:nvSpPr>
        <p:spPr>
          <a:xfrm>
            <a:off x="2450592" y="4178808"/>
            <a:ext cx="61722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96312" y="4197096"/>
            <a:ext cx="60807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xsim_c06_v004_top_int_soft_260514132259.log</a:t>
            </a:r>
            <a:endParaRPr lang="en-US" sz="710" dirty="0"/>
          </a:p>
        </p:txBody>
      </p:sp>
      <p:sp>
        <p:nvSpPr>
          <p:cNvPr id="45" name="Shape 43"/>
          <p:cNvSpPr/>
          <p:nvPr/>
        </p:nvSpPr>
        <p:spPr>
          <a:xfrm>
            <a:off x="8622792" y="4178808"/>
            <a:ext cx="242316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68512" y="4197096"/>
            <a:ext cx="23317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244,246</a:t>
            </a:r>
            <a:endParaRPr lang="en-US" sz="710" dirty="0"/>
          </a:p>
        </p:txBody>
      </p:sp>
      <p:sp>
        <p:nvSpPr>
          <p:cNvPr id="47" name="Text 45"/>
          <p:cNvSpPr/>
          <p:nvPr/>
        </p:nvSpPr>
        <p:spPr>
          <a:xfrm>
            <a:off x="749808" y="4892040"/>
            <a:ext cx="8229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508760" y="4773168"/>
            <a:ext cx="1001268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581912" y="4828032"/>
            <a:ext cx="9866376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powershell -NoProfile -ExecutionPolicy Bypass -File scripts\run_c06_v004_recovery.ps1 -Stamp 260514132259</a:t>
            </a:r>
            <a:endParaRPr lang="en-US" sz="890" dirty="0"/>
          </a:p>
        </p:txBody>
      </p:sp>
      <p:sp>
        <p:nvSpPr>
          <p:cNvPr id="50" name="Text 48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archive session: sim_results/vivado_xsim/sessions/260514132259_c06_v004_recovery/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Recovery Timing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 MHz 기준 source pulse에서 TDC pulse까지 20 ns / 4 clk로 관측되었습니다.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828800"/>
            <a:ext cx="1417320" cy="868680"/>
          </a:xfrm>
          <a:prstGeom prst="roundRect">
            <a:avLst>
              <a:gd name="adj" fmla="val 4211"/>
            </a:avLst>
          </a:prstGeom>
          <a:solidFill>
            <a:srgbClr val="E2E8F0"/>
          </a:solidFill>
          <a:ln w="1143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883664"/>
            <a:ext cx="127101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T8 marker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43.5875 us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2176272" y="2258568"/>
            <a:ext cx="475488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97480" y="1828800"/>
            <a:ext cx="1417320" cy="868680"/>
          </a:xfrm>
          <a:prstGeom prst="roundRect">
            <a:avLst>
              <a:gd name="adj" fmla="val 4211"/>
            </a:avLst>
          </a:prstGeom>
          <a:solidFill>
            <a:srgbClr val="FFEDD5"/>
          </a:solidFill>
          <a:ln w="11430">
            <a:solidFill>
              <a:srgbClr val="C241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0632" y="1883664"/>
            <a:ext cx="127101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pulse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43.6575 us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4160520" y="2258568"/>
            <a:ext cx="475488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681728" y="1828800"/>
            <a:ext cx="1417320" cy="868680"/>
          </a:xfrm>
          <a:prstGeom prst="roundRect">
            <a:avLst>
              <a:gd name="adj" fmla="val 4211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883664"/>
            <a:ext cx="127101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 pulse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43.6775 us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6144768" y="2258568"/>
            <a:ext cx="475488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665976" y="1828800"/>
            <a:ext cx="1417320" cy="868680"/>
          </a:xfrm>
          <a:prstGeom prst="roundRect">
            <a:avLst>
              <a:gd name="adj" fmla="val 4211"/>
            </a:avLst>
          </a:prstGeom>
          <a:solidFill>
            <a:srgbClr val="EDE9FE"/>
          </a:solidFill>
          <a:ln w="11430">
            <a:solidFill>
              <a:srgbClr val="6D28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39128" y="1883664"/>
            <a:ext cx="127101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 action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43.6775 us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8129016" y="2258568"/>
            <a:ext cx="475488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650224" y="1828800"/>
            <a:ext cx="1417320" cy="868680"/>
          </a:xfrm>
          <a:prstGeom prst="roundRect">
            <a:avLst>
              <a:gd name="adj" fmla="val 4211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23376" y="1883664"/>
            <a:ext cx="127101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#2 PASS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777240" y="3685032"/>
            <a:ext cx="2011680" cy="45720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703320"/>
            <a:ext cx="1920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Metric</a:t>
            </a:r>
            <a:endParaRPr lang="en-US" sz="770" dirty="0"/>
          </a:p>
        </p:txBody>
      </p:sp>
      <p:sp>
        <p:nvSpPr>
          <p:cNvPr id="21" name="Shape 19"/>
          <p:cNvSpPr/>
          <p:nvPr/>
        </p:nvSpPr>
        <p:spPr>
          <a:xfrm>
            <a:off x="2788920" y="3685032"/>
            <a:ext cx="1920240" cy="45720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0" y="3703320"/>
            <a:ext cx="18288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force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4709160" y="3685032"/>
            <a:ext cx="1920240" cy="45720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703320"/>
            <a:ext cx="18288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</a:t>
            </a:r>
            <a:endParaRPr lang="en-US" sz="770" dirty="0"/>
          </a:p>
        </p:txBody>
      </p:sp>
      <p:sp>
        <p:nvSpPr>
          <p:cNvPr id="25" name="Shape 23"/>
          <p:cNvSpPr/>
          <p:nvPr/>
        </p:nvSpPr>
        <p:spPr>
          <a:xfrm>
            <a:off x="6629400" y="3685032"/>
            <a:ext cx="4572000" cy="45720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3703320"/>
            <a:ext cx="44805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777240" y="4142232"/>
            <a:ext cx="20116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160520"/>
            <a:ext cx="1920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-&gt; TDC</a:t>
            </a:r>
            <a:endParaRPr lang="en-US" sz="770" dirty="0"/>
          </a:p>
        </p:txBody>
      </p:sp>
      <p:sp>
        <p:nvSpPr>
          <p:cNvPr id="29" name="Shape 27"/>
          <p:cNvSpPr/>
          <p:nvPr/>
        </p:nvSpPr>
        <p:spPr>
          <a:xfrm>
            <a:off x="2788920" y="4142232"/>
            <a:ext cx="19202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34640" y="4160520"/>
            <a:ext cx="18288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ns</a:t>
            </a:r>
            <a:endParaRPr lang="en-US" sz="770" dirty="0"/>
          </a:p>
        </p:txBody>
      </p:sp>
      <p:sp>
        <p:nvSpPr>
          <p:cNvPr id="31" name="Shape 29"/>
          <p:cNvSpPr/>
          <p:nvPr/>
        </p:nvSpPr>
        <p:spPr>
          <a:xfrm>
            <a:off x="4709160" y="4142232"/>
            <a:ext cx="19202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4160520"/>
            <a:ext cx="18288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ns</a:t>
            </a:r>
            <a:endParaRPr lang="en-US" sz="770" dirty="0"/>
          </a:p>
        </p:txBody>
      </p:sp>
      <p:sp>
        <p:nvSpPr>
          <p:cNvPr id="33" name="Shape 31"/>
          <p:cNvSpPr/>
          <p:nvPr/>
        </p:nvSpPr>
        <p:spPr>
          <a:xfrm>
            <a:off x="6629400" y="4142232"/>
            <a:ext cx="457200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4160520"/>
            <a:ext cx="44805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CDC latency</a:t>
            </a:r>
            <a:endParaRPr lang="en-US" sz="770" dirty="0"/>
          </a:p>
        </p:txBody>
      </p:sp>
      <p:sp>
        <p:nvSpPr>
          <p:cNvPr id="35" name="Shape 33"/>
          <p:cNvSpPr/>
          <p:nvPr/>
        </p:nvSpPr>
        <p:spPr>
          <a:xfrm>
            <a:off x="777240" y="4599432"/>
            <a:ext cx="20116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4617720"/>
            <a:ext cx="1920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 TDC -&gt; PH_INIT</a:t>
            </a:r>
            <a:endParaRPr lang="en-US" sz="770" dirty="0"/>
          </a:p>
        </p:txBody>
      </p:sp>
      <p:sp>
        <p:nvSpPr>
          <p:cNvPr id="37" name="Shape 35"/>
          <p:cNvSpPr/>
          <p:nvPr/>
        </p:nvSpPr>
        <p:spPr>
          <a:xfrm>
            <a:off x="2788920" y="4599432"/>
            <a:ext cx="19202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34640" y="4617720"/>
            <a:ext cx="18288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endParaRPr lang="en-US" sz="770" dirty="0"/>
          </a:p>
        </p:txBody>
      </p:sp>
      <p:sp>
        <p:nvSpPr>
          <p:cNvPr id="39" name="Shape 37"/>
          <p:cNvSpPr/>
          <p:nvPr/>
        </p:nvSpPr>
        <p:spPr>
          <a:xfrm>
            <a:off x="4709160" y="4599432"/>
            <a:ext cx="19202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4617720"/>
            <a:ext cx="18288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ns</a:t>
            </a:r>
            <a:endParaRPr lang="en-US" sz="770" dirty="0"/>
          </a:p>
        </p:txBody>
      </p:sp>
      <p:sp>
        <p:nvSpPr>
          <p:cNvPr id="41" name="Shape 39"/>
          <p:cNvSpPr/>
          <p:nvPr/>
        </p:nvSpPr>
        <p:spPr>
          <a:xfrm>
            <a:off x="6629400" y="4599432"/>
            <a:ext cx="457200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75120" y="4617720"/>
            <a:ext cx="44805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idle drain 후 PH_INIT</a:t>
            </a:r>
            <a:endParaRPr lang="en-US" sz="770" dirty="0"/>
          </a:p>
        </p:txBody>
      </p:sp>
      <p:sp>
        <p:nvSpPr>
          <p:cNvPr id="43" name="Shape 41"/>
          <p:cNvSpPr/>
          <p:nvPr/>
        </p:nvSpPr>
        <p:spPr>
          <a:xfrm>
            <a:off x="777240" y="5056632"/>
            <a:ext cx="20116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5074920"/>
            <a:ext cx="1920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T8 -&gt; run2 T0</a:t>
            </a:r>
            <a:endParaRPr lang="en-US" sz="770" dirty="0"/>
          </a:p>
        </p:txBody>
      </p:sp>
      <p:sp>
        <p:nvSpPr>
          <p:cNvPr id="45" name="Shape 43"/>
          <p:cNvSpPr/>
          <p:nvPr/>
        </p:nvSpPr>
        <p:spPr>
          <a:xfrm>
            <a:off x="2788920" y="5056632"/>
            <a:ext cx="19202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34640" y="5074920"/>
            <a:ext cx="18288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14.965 us</a:t>
            </a:r>
            <a:endParaRPr lang="en-US" sz="770" dirty="0"/>
          </a:p>
        </p:txBody>
      </p:sp>
      <p:sp>
        <p:nvSpPr>
          <p:cNvPr id="47" name="Shape 45"/>
          <p:cNvSpPr/>
          <p:nvPr/>
        </p:nvSpPr>
        <p:spPr>
          <a:xfrm>
            <a:off x="4709160" y="5056632"/>
            <a:ext cx="19202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5074920"/>
            <a:ext cx="18288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74.565 us</a:t>
            </a:r>
            <a:endParaRPr lang="en-US" sz="770" dirty="0"/>
          </a:p>
        </p:txBody>
      </p:sp>
      <p:sp>
        <p:nvSpPr>
          <p:cNvPr id="49" name="Shape 47"/>
          <p:cNvSpPr/>
          <p:nvPr/>
        </p:nvSpPr>
        <p:spPr>
          <a:xfrm>
            <a:off x="6629400" y="5056632"/>
            <a:ext cx="457200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75120" y="5074920"/>
            <a:ext cx="44805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 sequence 포함</a:t>
            </a:r>
            <a:endParaRPr lang="en-US" sz="770" dirty="0"/>
          </a:p>
        </p:txBody>
      </p:sp>
      <p:sp>
        <p:nvSpPr>
          <p:cNvPr id="51" name="Text 49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force log line 135/142/146/148/236, soft log line 135/142/146/148/156/244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 계약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Recovery는 run 내부 payload를 바꾸지 않고 run-to-run control/status boundary를 닫습니다.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55648"/>
            <a:ext cx="1234440" cy="822960"/>
          </a:xfrm>
          <a:prstGeom prst="roundRect">
            <a:avLst>
              <a:gd name="adj" fmla="val 4444"/>
            </a:avLst>
          </a:prstGeom>
          <a:solidFill>
            <a:srgbClr val="FFEDD5"/>
          </a:solidFill>
          <a:ln w="11430">
            <a:solidFill>
              <a:srgbClr val="C241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810512"/>
            <a:ext cx="108813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 CSR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soft/force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1975104" y="2167128"/>
            <a:ext cx="521208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42032" y="1755648"/>
            <a:ext cx="1234440" cy="822960"/>
          </a:xfrm>
          <a:prstGeom prst="roundRect">
            <a:avLst>
              <a:gd name="adj" fmla="val 4444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15184" y="1810512"/>
            <a:ext cx="108813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config_ctrl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toggle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3803904" y="2167128"/>
            <a:ext cx="704088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53712" y="1755648"/>
            <a:ext cx="1234440" cy="822960"/>
          </a:xfrm>
          <a:prstGeom prst="roundRect">
            <a:avLst>
              <a:gd name="adj" fmla="val 4444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810512"/>
            <a:ext cx="108813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3-stage sync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 pulse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5815584" y="2167128"/>
            <a:ext cx="704088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565392" y="1755648"/>
            <a:ext cx="1234440" cy="822960"/>
          </a:xfrm>
          <a:prstGeom prst="roundRect">
            <a:avLst>
              <a:gd name="adj" fmla="val 4444"/>
            </a:avLst>
          </a:prstGeom>
          <a:solidFill>
            <a:srgbClr val="EDE9FE"/>
          </a:solidFill>
          <a:ln w="11430">
            <a:solidFill>
              <a:srgbClr val="6D28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38544" y="1810512"/>
            <a:ext cx="108813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chip_ctrl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PH_INIT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7827264" y="2167128"/>
            <a:ext cx="704088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577072" y="1755648"/>
            <a:ext cx="1234440" cy="822960"/>
          </a:xfrm>
          <a:prstGeom prst="roundRect">
            <a:avLst>
              <a:gd name="adj" fmla="val 4444"/>
            </a:avLst>
          </a:prstGeom>
          <a:solidFill>
            <a:srgbClr val="CCFBF1"/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50224" y="1810512"/>
            <a:ext cx="108813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face/status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reset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9838944" y="2167128"/>
            <a:ext cx="338328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222992" y="1755648"/>
            <a:ext cx="1234440" cy="822960"/>
          </a:xfrm>
          <a:prstGeom prst="roundRect">
            <a:avLst>
              <a:gd name="adj" fmla="val 4444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96144" y="1810512"/>
            <a:ext cx="108813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run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 PASS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914400" y="3337560"/>
            <a:ext cx="2926080" cy="45720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355848"/>
            <a:ext cx="28346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Boundary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840480" y="3337560"/>
            <a:ext cx="7040880" cy="45720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86200" y="3355848"/>
            <a:ext cx="69494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14400" y="3794760"/>
            <a:ext cx="29260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3813048"/>
            <a:ext cx="28346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 -&gt; TDC command CDC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840480" y="3794760"/>
            <a:ext cx="70408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86200" y="3813048"/>
            <a:ext cx="69494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toggle bridge로 close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14400" y="4251960"/>
            <a:ext cx="29260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4270248"/>
            <a:ext cx="28346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chip_ctrl phase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840480" y="4251960"/>
            <a:ext cx="70408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86200" y="4270248"/>
            <a:ext cx="69494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register phase로 close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14400" y="4709160"/>
            <a:ext cx="29260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0120" y="4727448"/>
            <a:ext cx="28346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face/status recovery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840480" y="4709160"/>
            <a:ext cx="70408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86200" y="4727448"/>
            <a:ext cx="69494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top-level recovery reset으로 close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914400" y="5166360"/>
            <a:ext cx="29260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0120" y="5184648"/>
            <a:ext cx="28346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stream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840480" y="5166360"/>
            <a:ext cx="704088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86200" y="5184648"/>
            <a:ext cx="69494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force/soft recovery 모두 beats/tlast PASS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tdc_gpx_config_ctrl.vhd, tdc_gpx_chip_ctrl.vhd, tdc_gpx_top.vhd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진입 판단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내부 blocker는 닫혔고, 다음 단계는 시스템 소비자 계약을 수락하는 일입니다.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63040"/>
            <a:ext cx="2286000" cy="822960"/>
          </a:xfrm>
          <a:prstGeom prst="roundRect">
            <a:avLst>
              <a:gd name="adj" fmla="val 4444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517904"/>
            <a:ext cx="213969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Scope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I-Mode single only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3429000" y="1463040"/>
            <a:ext cx="2286000" cy="822960"/>
          </a:xfrm>
          <a:prstGeom prst="roundRect">
            <a:avLst>
              <a:gd name="adj" fmla="val 4444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02152" y="1517904"/>
            <a:ext cx="213969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Width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baseline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6080760" y="1463040"/>
            <a:ext cx="2286000" cy="822960"/>
          </a:xfrm>
          <a:prstGeom prst="roundRect">
            <a:avLst>
              <a:gd name="adj" fmla="val 4444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53912" y="1517904"/>
            <a:ext cx="213969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Recovery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64-bit force/soft PASS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8732520" y="1463040"/>
            <a:ext cx="2286000" cy="822960"/>
          </a:xfrm>
          <a:prstGeom prst="roundRect">
            <a:avLst>
              <a:gd name="adj" fmla="val 4444"/>
            </a:avLst>
          </a:prstGeom>
          <a:solidFill>
            <a:srgbClr val="FFEDD5"/>
          </a:solidFill>
          <a:ln w="11430">
            <a:solidFill>
              <a:srgbClr val="C241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05672" y="1517904"/>
            <a:ext cx="213969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Risk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VDMA/PS reserve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41248" y="3063240"/>
            <a:ext cx="3566160" cy="493776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3081528"/>
            <a:ext cx="3474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항목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407408" y="3063240"/>
            <a:ext cx="6949440" cy="493776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53128" y="3081528"/>
            <a:ext cx="68580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처리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41248" y="3557016"/>
            <a:ext cx="356616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3575304"/>
            <a:ext cx="3474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VDMA/PS/Ethernet 8 us reserve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407408" y="3557016"/>
            <a:ext cx="694944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53128" y="3575304"/>
            <a:ext cx="68580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measurement 또는 reserve sweep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41248" y="4050792"/>
            <a:ext cx="356616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4069080"/>
            <a:ext cx="3474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recovery width sweep 32/128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407408" y="4050792"/>
            <a:ext cx="694944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53128" y="4069080"/>
            <a:ext cx="68580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시 C07에서 추가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41248" y="4544568"/>
            <a:ext cx="356616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" y="4562856"/>
            <a:ext cx="3474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Hit[16] final output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407408" y="4544568"/>
            <a:ext cx="694944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53128" y="4562856"/>
            <a:ext cx="68580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generation에서는 출력하지 않음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41248" y="5038344"/>
            <a:ext cx="356616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" y="5056632"/>
            <a:ext cx="3474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simulation-only report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407408" y="5038344"/>
            <a:ext cx="694944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53128" y="5056632"/>
            <a:ext cx="68580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유지. release 로그 정책 변경은 별도 plan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C06 -&gt; 다음 단계 GO_WITH_CONTRACT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C06 Code Fix Result v005</dc:title>
  <dc:subject>C06 Code Fix Result v005</dc:subject>
  <dc:creator>Codex</dc:creator>
  <cp:lastModifiedBy>Codex</cp:lastModifiedBy>
  <cp:revision>1</cp:revision>
  <dcterms:created xsi:type="dcterms:W3CDTF">2026-05-14T04:37:08Z</dcterms:created>
  <dcterms:modified xsi:type="dcterms:W3CDTF">2026-05-14T04:37:08Z</dcterms:modified>
</cp:coreProperties>
</file>