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분석 목적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data path를 top-level control/status/IRQ 운용 계약으로 닫기 위한 첫 분석이다.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63040"/>
            <a:ext cx="16093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773936"/>
            <a:ext cx="502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41732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1463040"/>
            <a:ext cx="16093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773936"/>
            <a:ext cx="50292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141732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463040"/>
            <a:ext cx="14721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Pipe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773936"/>
            <a:ext cx="50292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141732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1463040"/>
            <a:ext cx="151790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IRQ/CSR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773936"/>
            <a:ext cx="50292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4080" y="1417320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088" y="1463040"/>
            <a:ext cx="142646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Ethernet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320040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0815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v001 결론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114800" y="3063240"/>
            <a:ext cx="676656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1376" y="3081528"/>
            <a:ext cx="6693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914400" y="35204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5387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분석 시작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114800" y="3520440"/>
            <a:ext cx="6766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3538728"/>
            <a:ext cx="6693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14400" y="39776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9959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검증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4114800" y="3977640"/>
            <a:ext cx="6766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51376" y="3995928"/>
            <a:ext cx="6693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914400" y="4434840"/>
            <a:ext cx="320040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4453128"/>
            <a:ext cx="3127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4114800" y="4434840"/>
            <a:ext cx="6766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51376" y="4453128"/>
            <a:ext cx="6693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Review v001 + VB-C06 검증 계획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C06_Control_Status_Integration_260511161310_Analysis_v001.md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운용 기준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single은 IrFlag 후 EF를 확인하고 IFIFO를 read한 뒤 reset/rearm하는 흐름이다.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374904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61288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근거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649224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1416" y="1161288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적용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85800" y="1618488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636776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p25 2.3 I-Mode Basics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434840" y="1618488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636776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stop channels against 1 start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85800" y="2093976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112264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p25 Single Start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434840" y="2093976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112264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StartTimer=0, continuous 제외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2569464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587752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p27 2.4 Data structure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434840" y="2569464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1416" y="2587752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ChaCode/Start#/Slope/Hit[16:0]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85800" y="3044952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063240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p20 1.7.2 Read registers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34840" y="3044952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1416" y="3063240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Reg8/9 IFIFO hit data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85800" y="3520440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3538728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p27 IFIFO/data bus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434840" y="3520440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538728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40MHz transfer, empty read 금지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85800" y="3995928"/>
            <a:ext cx="37490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4014216"/>
            <a:ext cx="36758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p29 2.11.1 Single measurement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4434840" y="3995928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1416" y="4014216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-&gt; EF check -&gt; IFIFO read -&gt; reset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기준: Doc/TDC-GPX-Datasheet.pdf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상태 관계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face_seq state는 3개지만, 운용 stage는 packet/start/drain/status로 확장해서 봐야 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63040"/>
            <a:ext cx="101498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ST_IDLE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41732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463040"/>
            <a:ext cx="138074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ST_WAIT_SHOT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691640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463040"/>
            <a:ext cx="138074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packet_start_r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691640"/>
            <a:ext cx="45720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463040"/>
            <a:ext cx="124358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ST_IN_FACE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691640"/>
            <a:ext cx="45720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141732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463040"/>
            <a:ext cx="156362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029968"/>
            <a:ext cx="-6309360" cy="713232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97280" y="3337560"/>
            <a:ext cx="365760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3355848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 boundary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62179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355848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1097280" y="3776472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3794760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packet_start_r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754880" y="3776472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794760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tdc_gpx_face_seq.vhd:526-535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97280" y="4215384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" y="4233672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frame_done_both_r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4754880" y="4215384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4233672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tdc_gpx_face_seq.vhd:400-424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1097280" y="4654296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3856" y="4672584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face_closing_r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4754880" y="4654296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4672584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tdc_gpx_face_seq.vhd:431-469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97280" y="5093208"/>
            <a:ext cx="36576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33856" y="5111496"/>
            <a:ext cx="35844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sticky/counter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754880" y="5093208"/>
            <a:ext cx="62179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5111496"/>
            <a:ext cx="61447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tdc_gpx_status_agg.vhd:110-156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근거: tdc_gpx_face_seq.vhd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/ Control / Status 분리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payload 재설계가 아니라 시작, 종료, backpressure, 관측성을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846320" cy="841248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80160"/>
            <a:ext cx="471830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IFIFO -&gt; C01 -&gt; C02 -&gt; C03 -&gt; C04 -&gt; AXIS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4846320" cy="841248"/>
          </a:xfrm>
          <a:prstGeom prst="roundRect">
            <a:avLst>
              <a:gd name="adj" fmla="val 652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60320"/>
            <a:ext cx="471830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 -&gt; packet_start -&gt; shot_start_gated -&gt; frame_done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794760"/>
            <a:ext cx="4846320" cy="841248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840480"/>
            <a:ext cx="471830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fault -&gt; status_agg/top -&gt; CSR/IRQ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28600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52728"/>
            <a:ext cx="2212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질문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503920" y="1234440"/>
            <a:ext cx="31089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252728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217920" y="1709928"/>
            <a:ext cx="22860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728216"/>
            <a:ext cx="2212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 정책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503920" y="1709928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1728216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II와 drop/defer 결정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17920" y="2185416"/>
            <a:ext cx="22860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203704"/>
            <a:ext cx="2212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stall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503920" y="2185416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2203704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timing PASS 조건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17920" y="2660904"/>
            <a:ext cx="22860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679192"/>
            <a:ext cx="2212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status/IRQ 의미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503920" y="2660904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679192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추적성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217920" y="3136392"/>
            <a:ext cx="228600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154680"/>
            <a:ext cx="221284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503920" y="3136392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0496" y="3154680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throughput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경계: tdc_gpx_top.vhd + face_seq + status_agg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Timing Block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cycle은 xsim marker로 닫고, v001에서는 관측 지점을 확정한다.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114300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6128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828800" y="1143000"/>
            <a:ext cx="384048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16128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후보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512064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116128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57276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828800" y="155448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157276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i_shot_start_raw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669280" y="155448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5856" y="157276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 입력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8424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828800" y="196596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5376" y="198424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o_packet_start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669280" y="196596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198424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 수락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39572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828800" y="237744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239572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o_shot_start_gated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669280" y="237744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05856" y="239572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lower cluster enable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278892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80720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828800" y="278892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5376" y="280720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 first beat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669280" y="278892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280720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첫 payload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85800" y="320040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21868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1828800" y="320040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65376" y="321868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 tlast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669280" y="320040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5856" y="321868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output 완료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85800" y="361188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63016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1828800" y="361188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65376" y="363016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o_frame_done_both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669280" y="361188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363016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종료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85800" y="4023360"/>
            <a:ext cx="1143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4041648"/>
            <a:ext cx="10698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1828800" y="4023360"/>
            <a:ext cx="38404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65376" y="4041648"/>
            <a:ext cx="37673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packet_start/drop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669280" y="4023360"/>
            <a:ext cx="5120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05856" y="4041648"/>
            <a:ext cx="5047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판단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868680" y="4663440"/>
            <a:ext cx="10241280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4709160"/>
            <a:ext cx="1011326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판독: packet_start는 register되고, shot_start_gated는 shot_pending path를 거쳐 나온다. T0-&gt;T2는 zero-cycle이 아니다.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필요: VB-C06-01 marker log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 정책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RTL은 1-deep defer + 추가 start drop 구조로 읽힌다.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133502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start edge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70078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4173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463040"/>
            <a:ext cx="138074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00784"/>
            <a:ext cx="45720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63040"/>
            <a:ext cx="138074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blocked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s_deferred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700784"/>
            <a:ext cx="45720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41732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463040"/>
            <a:ext cx="160934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already deferred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 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3017520"/>
            <a:ext cx="420624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035808"/>
            <a:ext cx="41330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66360" y="3017520"/>
            <a:ext cx="576072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2936" y="3035808"/>
            <a:ext cx="56875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60120" y="3474720"/>
            <a:ext cx="42062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493008"/>
            <a:ext cx="41330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tdc_gpx_face_seq.vhd:616-627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166360" y="3474720"/>
            <a:ext cx="576072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2936" y="3493008"/>
            <a:ext cx="56875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수락 불가 start를 deferred latch로 보존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0120" y="3931920"/>
            <a:ext cx="42062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3950208"/>
            <a:ext cx="41330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tdc_gpx_face_seq.vhd:629-640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166360" y="3931920"/>
            <a:ext cx="576072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2936" y="3950208"/>
            <a:ext cx="56875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start는 drop count 가능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60120" y="4389120"/>
            <a:ext cx="42062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407408"/>
            <a:ext cx="41330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tdc_gpx_face_seq.vhd:674-693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166360" y="4389120"/>
            <a:ext cx="576072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2936" y="4407408"/>
            <a:ext cx="56875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face_closing/abort/stop이 shot_start gate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필요: VB-C06-02 drain 중 next start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Preliminary Findings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단계에서 다음 code review와 검증으로 넘길 항목이다.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1417320" cy="42976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61288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103120" y="1143000"/>
            <a:ext cx="1005840" cy="42976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1161288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108960" y="1143000"/>
            <a:ext cx="7863840" cy="42976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1161288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85800" y="1572768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591056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F-C06-A01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103120" y="1572768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1591056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108960" y="1572768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591056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II 미검증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" y="2002536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020824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F-C06-A02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103120" y="2002536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9696" y="2020824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108960" y="2002536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2020824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timing PASS는 ready-high 조건부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85800" y="2432304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450592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F-C06-A03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2103120" y="2432304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9696" y="2450592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108960" y="2432304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2450592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 / o_irq_pipe SW 의미 분리 필요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85800" y="2862072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880360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F-C06-A04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2103120" y="2862072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880360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3108960" y="2862072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2880360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source/clear bit map 필요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85800" y="3291840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310128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F-C06-A05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103120" y="3291840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3310128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3108960" y="3291840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5536" y="3310128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concurrent path review 필요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85800" y="3721608"/>
            <a:ext cx="14173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739896"/>
            <a:ext cx="134416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F-C06-A06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2103120" y="3721608"/>
            <a:ext cx="1005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39696" y="3739896"/>
            <a:ext cx="932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3108960" y="3721608"/>
            <a:ext cx="786384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5536" y="3739896"/>
            <a:ext cx="7790688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Reg12 clear와 RTL sticky 의미 분리 필요</a:t>
            </a:r>
            <a:endParaRPr lang="en-US" sz="940" dirty="0"/>
          </a:p>
        </p:txBody>
      </p:sp>
      <p:sp>
        <p:nvSpPr>
          <p:cNvPr id="47" name="Text 4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C06 Code Review v001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 v001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VB-C06-01..10을 순차 실행해 control/status closure를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141732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11556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365760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1115568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5120640" cy="39319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7296" y="1115568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관측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5800" y="1490472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50876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103120" y="1490472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1508760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정상 sequence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760720" y="1490472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1508760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T0..T6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85800" y="1883664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0195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VB-C06-02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103120" y="1883664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9696" y="1901952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중 next start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760720" y="1883664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1901952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defer/drop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85800" y="2276856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295144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VB-C06-03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103120" y="2276856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9696" y="2295144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완료 불균형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0" y="2276856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7296" y="2295144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85800" y="2670048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688336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VB-C06-04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103120" y="2670048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2688336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tready stall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760720" y="2670048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2688336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overrun/status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85800" y="3063240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081528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VB-C06-05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103120" y="3063240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3081528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760720" y="3063240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3081528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85800" y="3456432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474720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VB-C06-06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103120" y="3456432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39696" y="3474720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 snapshot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760720" y="3456432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97296" y="3474720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s_cfg_face_r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85800" y="3849624"/>
            <a:ext cx="1417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" y="3867912"/>
            <a:ext cx="134416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VB-C06-09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103120" y="3849624"/>
            <a:ext cx="36576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39696" y="3867912"/>
            <a:ext cx="358444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policy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760720" y="3849624"/>
            <a:ext cx="51206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97296" y="3867912"/>
            <a:ext cx="5047488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o_irq/o_irq_pipe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68680" y="5303520"/>
            <a:ext cx="1014984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5349240"/>
            <a:ext cx="1002182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AXI4-Lite CSR TB는 px_utility_pkg.vhd의 px_axi_lite_writer/reader 사용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Analysis v001 -&gt; Code Review v001 -&gt; Verify v001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Control Status Integration Analysis v001</dc:title>
  <dc:subject>C06 Control Status Integration Analysis v001</dc:subject>
  <dc:creator>Codex</dc:creator>
  <cp:lastModifiedBy>Codex</cp:lastModifiedBy>
  <cp:revision>1</cp:revision>
  <dcterms:created xsi:type="dcterms:W3CDTF">2026-05-11T07:16:48Z</dcterms:created>
  <dcterms:modified xsi:type="dcterms:W3CDTF">2026-05-11T07:16:48Z</dcterms:modified>
</cp:coreProperties>
</file>