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804672"/>
            <a:ext cx="89611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C06 -&gt; C07 Handoff v002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4944" y="1481328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GO_WITH_HARDENED_CONTRACT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3429000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3483864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closed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control/status/recovery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11880" y="3429000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3483864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must close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timing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55080" y="3429000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3483864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must accept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hit slot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98280" y="3429000"/>
            <a:ext cx="2377440" cy="868680"/>
          </a:xfrm>
          <a:prstGeom prst="roundRect">
            <a:avLst>
              <a:gd name="adj" fmla="val 4211"/>
            </a:avLst>
          </a:prstGeom>
          <a:solidFill>
            <a:srgbClr val="7F1D1D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71432" y="3483864"/>
            <a:ext cx="22311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Board must close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 / reserve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sim_results/vivado_xsim/sessions/260514144755_c06_v006_hardening/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Closed Contracts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단계가 그대로 받아야 하는 닫힌 계약입니다.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25880"/>
            <a:ext cx="9144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441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536192" y="1325880"/>
            <a:ext cx="484632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81912" y="13441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382512" y="1325880"/>
            <a:ext cx="466344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3441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21792" y="17830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8013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H2-03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536192" y="17830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18013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width 32/64/128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382512" y="17830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8013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PASS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21792" y="22402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2585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H2-04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1536192" y="22402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81912" y="22585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recovery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6382512" y="22402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2585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recovery PASS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26974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7157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H2-05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536192" y="26974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1912" y="27157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backpressure width sweep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382512" y="26974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27157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143/145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621792" y="31546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1729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H2-06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1536192" y="31546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81912" y="31729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rise-only/fall-only output stall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382512" y="31546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1729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lane PASS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21792" y="36118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6301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H2-07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1536192" y="36118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81912" y="36301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final stream 폐기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382512" y="36118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6301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parser contract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21792" y="4069080"/>
            <a:ext cx="9144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" y="4087368"/>
            <a:ext cx="822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H2-08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536192" y="4069080"/>
            <a:ext cx="48463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81912" y="4087368"/>
            <a:ext cx="47548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 clear map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6382512" y="4069080"/>
            <a:ext cx="46634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8232" y="4087368"/>
            <a:ext cx="45720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soft_clear vs reset-only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C06_Control_Status_Integration_260514144755_C07_Handoff_v002.md section 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System Items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xsim PASS가 시스템 release PASS는 아닙니다.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46304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ID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148840" y="1325880"/>
            <a:ext cx="384048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344168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5989320" y="1325880"/>
            <a:ext cx="507492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344168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85800" y="1837944"/>
            <a:ext cx="14630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56232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SYS-01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148840" y="1837944"/>
            <a:ext cx="38404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856232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VDMA/PS/Ethernet reserve 실측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989320" y="1837944"/>
            <a:ext cx="50749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856232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us는 가정값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685800" y="2350008"/>
            <a:ext cx="14630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68296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SYS-02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2148840" y="2350008"/>
            <a:ext cx="38404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368296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최종 거리표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989320" y="2350008"/>
            <a:ext cx="50749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68296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 m @ 8 us margin 부족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685800" y="2862072"/>
            <a:ext cx="14630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880360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SYS-03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148840" y="2862072"/>
            <a:ext cx="38404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2880360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parser 16-bit hit slot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989320" y="2862072"/>
            <a:ext cx="50749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880360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폐기 수락 필요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85800" y="3374136"/>
            <a:ext cx="14630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392424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SYS-04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2148840" y="3374136"/>
            <a:ext cx="38404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3392424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board STA / constraints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989320" y="3374136"/>
            <a:ext cx="50749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392424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범위 밖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85800" y="3886200"/>
            <a:ext cx="146304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04488"/>
            <a:ext cx="1371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SYS-05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148840" y="3886200"/>
            <a:ext cx="384048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3904488"/>
            <a:ext cx="37490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output stall policy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989320" y="3886200"/>
            <a:ext cx="507492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904488"/>
            <a:ext cx="4983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stall만 검증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권고: 다음 Cluster는 C07_System_Integration 또는 C07_Release_Readiness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/ Timing Handoff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C06은 final AXIS와 status를 시스템 소비자에게 넘깁니다.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83664"/>
            <a:ext cx="159105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RTL/xsim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624328" y="2258568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82880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1883664"/>
            <a:ext cx="159105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818888" y="2258568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182880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3832" y="1883664"/>
            <a:ext cx="159105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parser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hit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196328" y="2258568"/>
            <a:ext cx="54864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1828800"/>
            <a:ext cx="173736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883664"/>
            <a:ext cx="159105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timing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reserve/STA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60120" y="3703320"/>
            <a:ext cx="283464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21608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94760" y="3703320"/>
            <a:ext cx="713232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3721608"/>
            <a:ext cx="7040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인계값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" y="4142232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CDC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794760" y="4142232"/>
            <a:ext cx="7132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4160520"/>
            <a:ext cx="7040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clk / 20 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" y="4581144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599432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94760" y="4581144"/>
            <a:ext cx="7132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599432"/>
            <a:ext cx="7040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32:72, 64:44, 128:38 beats/run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0120" y="5020056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038344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conservative T2-&gt;T5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94760" y="5020056"/>
            <a:ext cx="7132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5038344"/>
            <a:ext cx="7040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32:0.540 us, 64/128:0.500 us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60120" y="5458968"/>
            <a:ext cx="28346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477256"/>
            <a:ext cx="27432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794760" y="5458968"/>
            <a:ext cx="71323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5477256"/>
            <a:ext cx="7040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bp_gap=17 pass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C07은 시스템 소비자 관점에서 reserve와 parser를 닫음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to C07 Handoff v002</dc:title>
  <dc:subject>C06 to C07 Handoff v002</dc:subject>
  <dc:creator>Codex</dc:creator>
  <cp:lastModifiedBy>Codex</cp:lastModifiedBy>
  <cp:revision>1</cp:revision>
  <dcterms:created xsi:type="dcterms:W3CDTF">2026-05-14T06:03:29Z</dcterms:created>
  <dcterms:modified xsi:type="dcterms:W3CDTF">2026-05-14T06:03:29Z</dcterms:modified>
</cp:coreProperties>
</file>