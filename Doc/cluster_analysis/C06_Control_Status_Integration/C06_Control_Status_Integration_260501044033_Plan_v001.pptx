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분석 목적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C01~C04 데이터 경로를 top-level control, status, IRQ, recovery 계약으로 닫는다.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1508760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463040"/>
            <a:ext cx="138074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start_tdc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CSR/reset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755648"/>
            <a:ext cx="50292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0" y="1417320"/>
            <a:ext cx="1508760" cy="685800"/>
          </a:xfrm>
          <a:prstGeom prst="roundRect">
            <a:avLst>
              <a:gd name="adj" fmla="val 800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07208" y="1463040"/>
            <a:ext cx="138074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shot/face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755648"/>
            <a:ext cx="502920" cy="0"/>
          </a:xfrm>
          <a:prstGeom prst="line">
            <a:avLst/>
          </a:prstGeom>
          <a:noFill/>
          <a:ln w="1778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46320" y="1417320"/>
            <a:ext cx="1508760" cy="6858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463040"/>
            <a:ext cx="138074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C01~C04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pipe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755648"/>
            <a:ext cx="50292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49440" y="141732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13448" y="1463040"/>
            <a:ext cx="147218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VDMA/PS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Ethernet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95360" y="1755648"/>
            <a:ext cx="502920" cy="0"/>
          </a:xfrm>
          <a:prstGeom prst="line">
            <a:avLst/>
          </a:prstGeom>
          <a:noFill/>
          <a:ln w="1778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0" y="141732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08008" y="1463040"/>
            <a:ext cx="160934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status/IRQ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063240"/>
            <a:ext cx="3931920" cy="43891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3081528"/>
            <a:ext cx="38587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846320" y="3063240"/>
            <a:ext cx="6217920" cy="43891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3081528"/>
            <a:ext cx="61447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914400" y="3502152"/>
            <a:ext cx="39319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3520440"/>
            <a:ext cx="38587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start_tdc 허용 조건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846320" y="3502152"/>
            <a:ext cx="62179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3520440"/>
            <a:ext cx="61447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face_closing, frame_done_both, output drain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914400" y="3941064"/>
            <a:ext cx="39319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" y="3959352"/>
            <a:ext cx="38587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fault/status 추적성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4846320" y="3941064"/>
            <a:ext cx="62179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3959352"/>
            <a:ext cx="61447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sticky/counter/IRQ/clear semantic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914400" y="4379976"/>
            <a:ext cx="39319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" y="4398264"/>
            <a:ext cx="38587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width/cfg 적용 시점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4846320" y="4379976"/>
            <a:ext cx="62179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82896" y="4398264"/>
            <a:ext cx="61447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face/shot 시작 전 snapshot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914400" y="4818888"/>
            <a:ext cx="39319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" y="4837176"/>
            <a:ext cx="38587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8us reserve 유지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4846320" y="4818888"/>
            <a:ext cx="62179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4837176"/>
            <a:ext cx="61447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VDMA/PS/Ethernet ready와 stall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C06_Control_Status_Integration_260501044033_Plan_v001.md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분석 범위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integration, face sequencer, status aggregation, downstream 계약을 동시에 본다.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2377440" cy="45720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252728"/>
            <a:ext cx="23042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2971800" y="1234440"/>
            <a:ext cx="3200400" cy="45720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08376" y="1252728"/>
            <a:ext cx="3127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172200" y="1234440"/>
            <a:ext cx="4937760" cy="45720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08776" y="1252728"/>
            <a:ext cx="48646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594360" y="1691640"/>
            <a:ext cx="237744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1709928"/>
            <a:ext cx="23042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tdc_gpx_top.vhd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2971800" y="1691640"/>
            <a:ext cx="320040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08376" y="1709928"/>
            <a:ext cx="3127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연결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172200" y="1691640"/>
            <a:ext cx="493776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709928"/>
            <a:ext cx="48646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lines 16-17, 853, 917, 962+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594360" y="2148840"/>
            <a:ext cx="237744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2167128"/>
            <a:ext cx="23042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tdc_gpx_face_seq.vhd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2971800" y="2148840"/>
            <a:ext cx="320040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08376" y="2167128"/>
            <a:ext cx="3127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shot/face sequence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6172200" y="2148840"/>
            <a:ext cx="493776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2167128"/>
            <a:ext cx="48646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lines 31, 59, 75-93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594360" y="2606040"/>
            <a:ext cx="237744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2624328"/>
            <a:ext cx="23042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tdc_gpx_status_agg.vhd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2971800" y="2606040"/>
            <a:ext cx="320040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08376" y="2624328"/>
            <a:ext cx="3127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status/timestamp/overrun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6172200" y="2606040"/>
            <a:ext cx="493776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08776" y="2624328"/>
            <a:ext cx="48646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lines 32, 94, 161-179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594360" y="3063240"/>
            <a:ext cx="237744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3081528"/>
            <a:ext cx="23042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CSR/config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2971800" y="3063240"/>
            <a:ext cx="320040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08376" y="3081528"/>
            <a:ext cx="3127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width, max_hits_cfg, clear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6172200" y="3063240"/>
            <a:ext cx="493776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08776" y="3081528"/>
            <a:ext cx="48646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C06에서 line 확정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594360" y="3520440"/>
            <a:ext cx="237744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" y="3538728"/>
            <a:ext cx="23042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VDMA/PS/Ethernet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2971800" y="3520440"/>
            <a:ext cx="320040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08376" y="3538728"/>
            <a:ext cx="3127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8us reserve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6172200" y="3520440"/>
            <a:ext cx="493776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08776" y="3538728"/>
            <a:ext cx="48646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polygon budget 인계</a:t>
            </a:r>
            <a:endParaRPr lang="en-US" sz="940" dirty="0"/>
          </a:p>
        </p:txBody>
      </p:sp>
      <p:sp>
        <p:nvSpPr>
          <p:cNvPr id="41" name="Text 39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기준: Doc/TDC-GPX-Datasheet.pdf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관계도 초안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첫 분석 문서는 실제 RTL line 근거로 이 상태 관계를 검증한다.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83210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81328" y="1572768"/>
            <a:ext cx="438912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965960" y="132588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1371600"/>
            <a:ext cx="101498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ArmFace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27248" y="1572768"/>
            <a:ext cx="438912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11880" y="132588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371600"/>
            <a:ext cx="110642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ShotOpen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64608" y="1572768"/>
            <a:ext cx="438912" cy="0"/>
          </a:xfrm>
          <a:prstGeom prst="line">
            <a:avLst/>
          </a:prstGeom>
          <a:noFill/>
          <a:ln w="1778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49240" y="132588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3248" y="1371600"/>
            <a:ext cx="110642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GPXBusy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01968" y="1572768"/>
            <a:ext cx="438912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086600" y="13258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1371600"/>
            <a:ext cx="128930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OutputDrain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22208" y="1572768"/>
            <a:ext cx="438912" cy="0"/>
          </a:xfrm>
          <a:prstGeom prst="line">
            <a:avLst/>
          </a:prstGeom>
          <a:noFill/>
          <a:ln w="1778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06840" y="132588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70848" y="1371600"/>
            <a:ext cx="138074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StatusUpdate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38360" y="1920240"/>
            <a:ext cx="-8732520" cy="914400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206240" y="306324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0248" y="3108960"/>
            <a:ext cx="188366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FaultHold / Recovery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51960" y="1874520"/>
            <a:ext cx="594360" cy="114300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943600" y="1874520"/>
            <a:ext cx="-457200" cy="114300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772400" y="1874520"/>
            <a:ext cx="-1737360" cy="114300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14400" y="4617720"/>
            <a:ext cx="4023360" cy="43891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" y="4636008"/>
            <a:ext cx="3950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포인트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4937760" y="4617720"/>
            <a:ext cx="6217920" cy="43891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4636008"/>
            <a:ext cx="61447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914400" y="5056632"/>
            <a:ext cx="402336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" y="5074920"/>
            <a:ext cx="3950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face_closing registered boundary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4937760" y="5056632"/>
            <a:ext cx="62179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4336" y="5074920"/>
            <a:ext cx="61447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 depth와 timing 분석성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914400" y="5495544"/>
            <a:ext cx="402336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0976" y="5513832"/>
            <a:ext cx="3950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frame_done_both 의미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4937760" y="5495544"/>
            <a:ext cx="62179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74336" y="5513832"/>
            <a:ext cx="61447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rise/fall lane 모두 종료 확인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914400" y="5934456"/>
            <a:ext cx="402336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0976" y="5952744"/>
            <a:ext cx="3950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start gating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4937760" y="5934456"/>
            <a:ext cx="62179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74336" y="5952744"/>
            <a:ext cx="61447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drain 중 shot 충돌 방지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상태명은 분석 초안이며 C06 Analysis v001에서 RTL 기준으로 확정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Flow와 Control Flow 분리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C06은 데이터 beat 자체보다 제어와 status 경계가 닫혔는지 판단한다.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371600"/>
            <a:ext cx="453542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Flow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 read -&gt; C02 raw -&gt; C03 cell -&gt; C04 AXIS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132588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6248" y="1371600"/>
            <a:ext cx="453542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Control/Status Flow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start_tdc -&gt; face_seq -&gt; busy/closing/status/IRQ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219456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3035808"/>
            <a:ext cx="21214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108960" y="3017520"/>
            <a:ext cx="804672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5536" y="3035808"/>
            <a:ext cx="79735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판단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14400" y="3493008"/>
            <a:ext cx="21945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511296"/>
            <a:ext cx="21214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3108960" y="3493008"/>
            <a:ext cx="80467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45536" y="3511296"/>
            <a:ext cx="79735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end-to-end boundary, tready stall, final packet map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14400" y="3968496"/>
            <a:ext cx="21945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986784"/>
            <a:ext cx="21214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3108960" y="3968496"/>
            <a:ext cx="80467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45536" y="3986784"/>
            <a:ext cx="79735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 accept, defer/drop/overrun, face close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914400" y="4443984"/>
            <a:ext cx="21945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4462272"/>
            <a:ext cx="21214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3108960" y="4443984"/>
            <a:ext cx="80467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45536" y="4462272"/>
            <a:ext cx="79735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 propagation, sticky clear, IRQ, counter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914400" y="4919472"/>
            <a:ext cx="21945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4937760"/>
            <a:ext cx="21214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3108960" y="4919472"/>
            <a:ext cx="804672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5536" y="4937760"/>
            <a:ext cx="79735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8us reserve, VDMA/PS/Ethernet timing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C06에서는 data/control/status를 같은 그림에 섞지 않고 구분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/ Pipeline / II 계획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T0-&gt;T6 marker로 전체 운용을 하나의 timing block diagram으로 닫는다.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97280"/>
            <a:ext cx="1097280" cy="38404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115568"/>
            <a:ext cx="102412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Marker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1783080" y="1097280"/>
            <a:ext cx="5486400" cy="38404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19656" y="1115568"/>
            <a:ext cx="54132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85800" y="1481328"/>
            <a:ext cx="1097280" cy="38404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1499616"/>
            <a:ext cx="102412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1783080" y="1481328"/>
            <a:ext cx="5486400" cy="38404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9656" y="1499616"/>
            <a:ext cx="54132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 start_tdc 또는 shot request accepted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85800" y="1865376"/>
            <a:ext cx="1097280" cy="38404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1883664"/>
            <a:ext cx="102412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1783080" y="1865376"/>
            <a:ext cx="5486400" cy="38404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19656" y="1883664"/>
            <a:ext cx="54132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 shot accept / lower cluster enable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85800" y="2249424"/>
            <a:ext cx="1097280" cy="38404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2267712"/>
            <a:ext cx="102412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1783080" y="2249424"/>
            <a:ext cx="5486400" cy="38404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19656" y="2267712"/>
            <a:ext cx="54132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stop/read/drain 완료 전파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685800" y="2633472"/>
            <a:ext cx="1097280" cy="38404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2651760"/>
            <a:ext cx="102412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1783080" y="2633472"/>
            <a:ext cx="5486400" cy="38404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19656" y="2651760"/>
            <a:ext cx="54132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final AXIS first beat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685800" y="3017520"/>
            <a:ext cx="1097280" cy="38404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" y="3035808"/>
            <a:ext cx="102412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1783080" y="3017520"/>
            <a:ext cx="5486400" cy="38404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19656" y="3035808"/>
            <a:ext cx="54132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final AXIS tlast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685800" y="3401568"/>
            <a:ext cx="1097280" cy="38404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" y="3419856"/>
            <a:ext cx="102412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T5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1783080" y="3401568"/>
            <a:ext cx="5486400" cy="38404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19656" y="3419856"/>
            <a:ext cx="54132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frame_done_both / status update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685800" y="3785616"/>
            <a:ext cx="1097280" cy="38404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" y="3803904"/>
            <a:ext cx="102412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T6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1783080" y="3785616"/>
            <a:ext cx="5486400" cy="38404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19656" y="3803904"/>
            <a:ext cx="54132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start_tdc 허용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7360920" y="1097280"/>
            <a:ext cx="1280160" cy="45720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97496" y="1115568"/>
            <a:ext cx="1207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8641080" y="1097280"/>
            <a:ext cx="2743200" cy="45720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77656" y="1115568"/>
            <a:ext cx="26700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산출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7360920" y="1554480"/>
            <a:ext cx="128016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97496" y="1572768"/>
            <a:ext cx="1207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8641080" y="1554480"/>
            <a:ext cx="274320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77656" y="1572768"/>
            <a:ext cx="26700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T0-&gt;T6 구간 분해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7360920" y="2011680"/>
            <a:ext cx="128016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97496" y="2029968"/>
            <a:ext cx="1207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8641080" y="2011680"/>
            <a:ext cx="274320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77656" y="2029968"/>
            <a:ext cx="26700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13.888889us point interval 만족 여부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7360920" y="2468880"/>
            <a:ext cx="128016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97496" y="2487168"/>
            <a:ext cx="1207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8641080" y="2468880"/>
            <a:ext cx="274320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77656" y="2487168"/>
            <a:ext cx="26700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registered/FIFO/CDC stage 표시</a:t>
            </a:r>
            <a:endParaRPr lang="en-US" sz="940" dirty="0"/>
          </a:p>
        </p:txBody>
      </p:sp>
      <p:sp>
        <p:nvSpPr>
          <p:cNvPr id="53" name="Shape 51"/>
          <p:cNvSpPr/>
          <p:nvPr/>
        </p:nvSpPr>
        <p:spPr>
          <a:xfrm>
            <a:off x="7360920" y="2926080"/>
            <a:ext cx="128016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97496" y="2944368"/>
            <a:ext cx="1207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940" dirty="0"/>
          </a:p>
        </p:txBody>
      </p:sp>
      <p:sp>
        <p:nvSpPr>
          <p:cNvPr id="55" name="Shape 53"/>
          <p:cNvSpPr/>
          <p:nvPr/>
        </p:nvSpPr>
        <p:spPr>
          <a:xfrm>
            <a:off x="8641080" y="2926080"/>
            <a:ext cx="274320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77656" y="2944368"/>
            <a:ext cx="26700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shot 시작 최소 간격</a:t>
            </a:r>
            <a:endParaRPr lang="en-US" sz="940" dirty="0"/>
          </a:p>
        </p:txBody>
      </p:sp>
      <p:sp>
        <p:nvSpPr>
          <p:cNvPr id="57" name="Text 55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인계: 32 cfg7 710m, 64 cfg7 780m, 128 cfg7 810m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Matrix 초안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검증은 정상 sequence와 backpressure/fault negative test를 함께 닫는다.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1417320" cy="39319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161288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011680" y="1143000"/>
            <a:ext cx="3931920" cy="39319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48256" y="1161288"/>
            <a:ext cx="3858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항목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5943600" y="1143000"/>
            <a:ext cx="4754880" cy="39319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0176" y="1161288"/>
            <a:ext cx="46817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594360" y="1536192"/>
            <a:ext cx="14173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1554480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VB-C06-01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011680" y="1536192"/>
            <a:ext cx="39319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1554480"/>
            <a:ext cx="3858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 single 정상 sequence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943600" y="1536192"/>
            <a:ext cx="475488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0176" y="1554480"/>
            <a:ext cx="46817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운용 close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94360" y="1929384"/>
            <a:ext cx="14173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1947672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VB-C06-02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011680" y="1929384"/>
            <a:ext cx="39319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48256" y="1947672"/>
            <a:ext cx="3858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drain 중 next start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943600" y="1929384"/>
            <a:ext cx="475488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0176" y="1947672"/>
            <a:ext cx="46817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defer/drop/overrun 정책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594360" y="2322576"/>
            <a:ext cx="14173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2340864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VB-C06-03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011680" y="2322576"/>
            <a:ext cx="39319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48256" y="2340864"/>
            <a:ext cx="3858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rise/fall lane 완료 불균형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943600" y="2322576"/>
            <a:ext cx="475488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0176" y="2340864"/>
            <a:ext cx="46817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frame_done_both 확인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94360" y="2715768"/>
            <a:ext cx="14173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2734056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VB-C06-04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2011680" y="2715768"/>
            <a:ext cx="39319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8256" y="2734056"/>
            <a:ext cx="3858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tready stall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943600" y="2715768"/>
            <a:ext cx="475488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0176" y="2734056"/>
            <a:ext cx="46817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II=1 가정 붕괴 확인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94360" y="3108960"/>
            <a:ext cx="14173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" y="3127248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VB-C06-05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2011680" y="3108960"/>
            <a:ext cx="39319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48256" y="3127248"/>
            <a:ext cx="3858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 clear / IRQ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943600" y="3108960"/>
            <a:ext cx="475488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0176" y="3127248"/>
            <a:ext cx="46817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 추적성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94360" y="3502152"/>
            <a:ext cx="14173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" y="3520440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VB-C06-06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2011680" y="3502152"/>
            <a:ext cx="39319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48256" y="3520440"/>
            <a:ext cx="3858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max_hits_cfg snapshot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943600" y="3502152"/>
            <a:ext cx="475488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80176" y="3520440"/>
            <a:ext cx="46817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 이득 적용 시점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594360" y="3895344"/>
            <a:ext cx="14173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" y="3913632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VB-C06-07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2011680" y="3895344"/>
            <a:ext cx="39319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48256" y="3913632"/>
            <a:ext cx="38587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width sweep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5943600" y="3895344"/>
            <a:ext cx="475488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80176" y="3913632"/>
            <a:ext cx="46817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system-visible 계약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AXI4-Lite TB helper는 px_utility_pkg.vhd 사용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C06 Control Status Integration Plan v001</dc:title>
  <dc:subject>C06 Control Status Integration Plan v001</dc:subject>
  <dc:creator>Codex</dc:creator>
  <cp:lastModifiedBy>Codex</cp:lastModifiedBy>
  <cp:revision>1</cp:revision>
  <dcterms:created xsi:type="dcterms:W3CDTF">2026-04-30T19:45:16Z</dcterms:created>
  <dcterms:modified xsi:type="dcterms:W3CDTF">2026-04-30T19:45:16Z</dcterms:modified>
</cp:coreProperties>
</file>