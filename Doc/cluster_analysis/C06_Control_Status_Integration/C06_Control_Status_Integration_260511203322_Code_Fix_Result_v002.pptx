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4124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/ Status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4944" y="1572768"/>
            <a:ext cx="4572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Result v002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267712"/>
            <a:ext cx="98755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xsim 회귀 기준: 32/64/128-bit width, T0~T6 marker, bounded tready stall, rise/fall imbalance 검증 PASS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86384" y="338328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438144"/>
            <a:ext cx="18653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338328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343814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marker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338328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7C2D12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343814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3383280"/>
            <a:ext cx="2240280" cy="868680"/>
          </a:xfrm>
          <a:prstGeom prst="roundRect">
            <a:avLst>
              <a:gd name="adj" fmla="val 4211"/>
            </a:avLst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3438144"/>
            <a:ext cx="20939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v003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Result v002 | 생성 2026-05-11 20:33:22 KST | 실행 stamp 260511203055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FP2-C06-01~07은 닫혔고, FP2-C06-08만 v003으로 승계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280160"/>
            <a:ext cx="214884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52344" y="1280160"/>
            <a:ext cx="265176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2984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04104" y="1280160"/>
            <a:ext cx="585216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2984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" y="17373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556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 / elab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52344" y="17373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7556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+ 환경 예외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04104" y="17373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7556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sync_fifo 포함 direct compile/elab PASS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" y="21945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2128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output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52344" y="21945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2128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04104" y="21945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2128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expected_beats=72, tlast PASS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" y="26517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6700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output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52344" y="26517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6700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04104" y="26517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6700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expected_beats=44, tlast 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" y="31089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1272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output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52344" y="31089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1272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04104" y="31089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1272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expected_beats=38, tlast 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" y="35661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5844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52344" y="35661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35844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04104" y="35661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35844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bp_gap=17, stall=906clk, beat/tlast 보존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3504" y="40233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0416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fall-only abort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52344" y="40233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8920" y="40416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04104" y="40233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0680" y="40416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F 포함 A~F PASS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3504" y="44805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988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IRQ/status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52344" y="44805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88920" y="44988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+ accepted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04104" y="44805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44988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o_irq=0, o_irq_pipe=0, STAT5/6/7 사용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3504" y="4937760"/>
            <a:ext cx="21488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956048"/>
            <a:ext cx="20756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52344" y="4937760"/>
            <a:ext cx="26517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88920" y="4956048"/>
            <a:ext cx="2578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04104" y="4937760"/>
            <a:ext cx="5852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0680" y="4956048"/>
            <a:ext cx="5779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soft_reset/force_reinit CSR 회귀 v003 승계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xsim_c06_v002_*_260511203055.log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T3는 실제 output 완료가 아니라 TB drain wait 종료 marker로 해석해야 한다.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1975104" y="2286000"/>
            <a:ext cx="310896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FIRST_BEAT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+7clk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593592" y="2286000"/>
            <a:ext cx="42976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6908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FIRE_FINAL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+11clk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330952" y="2286000"/>
            <a:ext cx="42976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0644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+92clk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068312" y="2286000"/>
            <a:ext cx="42976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+189~200clk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805672" y="2286000"/>
            <a:ext cx="6126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DRAIN_WAIT_END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+1092clk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22960" y="3886200"/>
            <a:ext cx="101498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결과: output은 T0+7clk에 시작되고, TLAST는 32-bit에서 더 늦다. TB의 T3 drain wait는 보수적 대기 종료 시점이므로 output 완료와 동일시하면 안 된다.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top_int width별 C06_MARKER T0~T6 로그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II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기준 1 clock = 5 ns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371600"/>
            <a:ext cx="9144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89888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91056" y="1371600"/>
            <a:ext cx="18288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389888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19856" y="1371600"/>
            <a:ext cx="18288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389888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48656" y="1371600"/>
            <a:ext cx="192024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389888"/>
            <a:ext cx="1847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68896" y="1371600"/>
            <a:ext cx="100584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1389888"/>
            <a:ext cx="932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74736" y="1371600"/>
            <a:ext cx="36576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389888"/>
            <a:ext cx="3584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" y="1938528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1956816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91056" y="1938528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1956816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7clk / 35ns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19856" y="1938528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956816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92clk / 460ns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48656" y="193852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56816"/>
            <a:ext cx="1847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197~200clk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68896" y="1938528"/>
            <a:ext cx="1005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956816"/>
            <a:ext cx="932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74736" y="1938528"/>
            <a:ext cx="3657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1956816"/>
            <a:ext cx="3584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" y="2505456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523744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591056" y="2505456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27632" y="2523744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7clk / 35ns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19856" y="2505456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2523744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92clk / 460ns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48656" y="2505456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2523744"/>
            <a:ext cx="1847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189~192clk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68896" y="2505456"/>
            <a:ext cx="1005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5472" y="2523744"/>
            <a:ext cx="932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74736" y="2505456"/>
            <a:ext cx="3657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1312" y="2523744"/>
            <a:ext cx="3584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감소 PASS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6656" y="3072384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090672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591056" y="3072384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7632" y="3090672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7clk / 35ns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419856" y="3072384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3090672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92clk / 460ns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248656" y="307238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85232" y="3090672"/>
            <a:ext cx="1847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189~192clk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68896" y="3072384"/>
            <a:ext cx="1005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3090672"/>
            <a:ext cx="932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74736" y="3072384"/>
            <a:ext cx="3657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1312" y="3090672"/>
            <a:ext cx="3584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감소, TLAST plateau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6656" y="3639312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3657600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BP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591056" y="3639312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27632" y="3657600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7clk / 35ns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419856" y="3639312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56432" y="3657600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92clk / 460ns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248656" y="3639312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85232" y="3657600"/>
            <a:ext cx="1847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191~192clk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168896" y="3639312"/>
            <a:ext cx="1005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3657600"/>
            <a:ext cx="932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74736" y="3639312"/>
            <a:ext cx="3657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11312" y="3657600"/>
            <a:ext cx="3584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 906clk에도 보존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13232" y="4736592"/>
            <a:ext cx="10607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해석: TB의 shot-to-shot T0 간격은 2107clk(10.535us)로, 설계 최소 II가 아니라 시나리오 간격이다. C06 v002는 first beat, TLAST, stall 보존을 검증한다.</a:t>
            </a:r>
            <a:endParaRPr lang="en-US" sz="1120" dirty="0"/>
          </a:p>
        </p:txBody>
      </p:sp>
      <p:sp>
        <p:nvSpPr>
          <p:cNvPr id="66" name="Text 64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Result v002 section 6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/ IRQ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fault observability는 STAT5/6/7 polling 기준, o_irq_pipe는 reserved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2926080" cy="100584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9344"/>
            <a:ext cx="277977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 / overrun / fatal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/ drain / seq mask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2926080" cy="100584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609344"/>
            <a:ext cx="277977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timeout / flush / overrun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 collision / drain complete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0" y="1554480"/>
            <a:ext cx="2926080" cy="1005840"/>
          </a:xfrm>
          <a:prstGeom prst="roundRect">
            <a:avLst>
              <a:gd name="adj" fmla="val 3636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609344"/>
            <a:ext cx="277977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 timeout / stop 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timeout / quarantine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3703320"/>
            <a:ext cx="3291840" cy="804672"/>
          </a:xfrm>
          <a:prstGeom prst="roundRect">
            <a:avLst>
              <a:gd name="adj" fmla="val 4545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3758184"/>
            <a:ext cx="3145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 = reserved / tie-off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run o_irq=0, o_irq_pipe=0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4105656"/>
            <a:ext cx="141732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3703320"/>
            <a:ext cx="3291840" cy="804672"/>
          </a:xfrm>
          <a:prstGeom prst="roundRect">
            <a:avLst>
              <a:gd name="adj" fmla="val 454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3758184"/>
            <a:ext cx="3145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dedicated IRQ 필요 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v003에서 별도 요구사항 정의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tdc_gpx_csr_pipeline.vhd:345-349, Result v002 section 7~8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 승계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handoff 전 마지막 확인은 CSR 기반 recovery closure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81328"/>
            <a:ext cx="1417320" cy="6583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99616"/>
            <a:ext cx="13441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 ID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148840" y="1481328"/>
            <a:ext cx="4023360" cy="6583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5416" y="1499616"/>
            <a:ext cx="395020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172200" y="1481328"/>
            <a:ext cx="5303520" cy="6583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776" y="1499616"/>
            <a:ext cx="52303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731520" y="2139696"/>
            <a:ext cx="14173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57984"/>
            <a:ext cx="13441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FP3-C06-01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148840" y="2139696"/>
            <a:ext cx="402336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2157984"/>
            <a:ext cx="395020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soft_reset/force_reinit top recovery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172200" y="2139696"/>
            <a:ext cx="53035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2157984"/>
            <a:ext cx="52303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px_utility_pkg AXI4-Lite helper로 run-&gt;recovery-&gt;run 검증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31520" y="2798064"/>
            <a:ext cx="14173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816352"/>
            <a:ext cx="13441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FP3-C06-02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2148840" y="2798064"/>
            <a:ext cx="402336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85416" y="2816352"/>
            <a:ext cx="395020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syntax policy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172200" y="2798064"/>
            <a:ext cx="53035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816352"/>
            <a:ext cx="52303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compile/elab를 표준 증거로 둘지 .xpr를 갱신할지 결정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31520" y="3456432"/>
            <a:ext cx="14173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474720"/>
            <a:ext cx="13441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FP3-C06-03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2148840" y="3456432"/>
            <a:ext cx="402336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5416" y="3474720"/>
            <a:ext cx="395020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IRQ policy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172200" y="3456432"/>
            <a:ext cx="53035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474720"/>
            <a:ext cx="52303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reserved 유지, 필요 시 dedicated IRQ 요구사항 분리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777240" y="4480560"/>
            <a:ext cx="9875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v002 실행은 완료. v003 recovery만 닫히면 C06 handoff 판단 가능.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산출물: Code_Fix_Result_v003 + C06 handoff 판단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Result v002</dc:title>
  <dc:subject>C06 Code Fix Result v002</dc:subject>
  <dc:creator>Codex</dc:creator>
  <cp:lastModifiedBy>Codex</cp:lastModifiedBy>
  <cp:revision>1</cp:revision>
  <dcterms:created xsi:type="dcterms:W3CDTF">2026-05-11T11:42:10Z</dcterms:created>
  <dcterms:modified xsi:type="dcterms:W3CDTF">2026-05-11T11:42:10Z</dcterms:modified>
</cp:coreProperties>
</file>