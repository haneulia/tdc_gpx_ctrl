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12064"/>
            <a:ext cx="1143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9418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/ Status Integration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94944" y="1591056"/>
            <a:ext cx="42062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Fix Result v004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212848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soft_reset과 force_reinit recovery가 모두 실제 TDC 도메인까지 도달하고, run-to-run output stream을 보존했습니다.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" y="3291840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14532D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3346704"/>
            <a:ext cx="20025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force_reinit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01568" y="3291840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14532D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3346704"/>
            <a:ext cx="20025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16752" y="3291840"/>
            <a:ext cx="2468880" cy="868680"/>
          </a:xfrm>
          <a:prstGeom prst="roundRect">
            <a:avLst>
              <a:gd name="adj" fmla="val 4211"/>
            </a:avLst>
          </a:prstGeom>
          <a:solidFill>
            <a:srgbClr val="1E3A8A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9904" y="3346704"/>
            <a:ext cx="232257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baseline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887968" y="3291840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713F12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3346704"/>
            <a:ext cx="20025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 갱신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Code Fix Result v004 | 생성/수정 2026-05-14 11:50 KST | 실행 stamp 260514115000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원인과 보완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soft reset 대기가 아니라, recovery pulse 보존과 recovery boundary가 핵심이었습니다.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1417320" cy="960120"/>
          </a:xfrm>
          <a:prstGeom prst="roundRect">
            <a:avLst>
              <a:gd name="adj" fmla="val 3810"/>
            </a:avLst>
          </a:prstGeom>
          <a:solidFill>
            <a:srgbClr val="FFEDD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83664"/>
            <a:ext cx="127101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 1-cycle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148840" y="2304288"/>
            <a:ext cx="70408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828800"/>
            <a:ext cx="1417320" cy="960120"/>
          </a:xfrm>
          <a:prstGeom prst="roundRect">
            <a:avLst>
              <a:gd name="adj" fmla="val 3810"/>
            </a:avLst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883664"/>
            <a:ext cx="127101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pulse CDC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가능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89120" y="2304288"/>
            <a:ext cx="70408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66360" y="1828800"/>
            <a:ext cx="1417320" cy="960120"/>
          </a:xfrm>
          <a:prstGeom prst="roundRect">
            <a:avLst>
              <a:gd name="adj" fmla="val 381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9512" y="1883664"/>
            <a:ext cx="127101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toggle CDC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보존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629400" y="2304288"/>
            <a:ext cx="70408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1828800"/>
            <a:ext cx="1417320" cy="960120"/>
          </a:xfrm>
          <a:prstGeom prst="roundRect">
            <a:avLst>
              <a:gd name="adj" fmla="val 3810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1883664"/>
            <a:ext cx="127101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chip/face/status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boundary reset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869680" y="2304288"/>
            <a:ext cx="70408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46920" y="1828800"/>
            <a:ext cx="1417320" cy="960120"/>
          </a:xfrm>
          <a:prstGeom prst="roundRect">
            <a:avLst>
              <a:gd name="adj" fmla="val 3810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0072" y="1883664"/>
            <a:ext cx="127101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run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 PASS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58368" y="3694176"/>
            <a:ext cx="132588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712464"/>
            <a:ext cx="1234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1984248" y="3694176"/>
            <a:ext cx="470916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29968" y="3712464"/>
            <a:ext cx="4617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v004 보완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6693408" y="3694176"/>
            <a:ext cx="443484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39128" y="3712464"/>
            <a:ext cx="4343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근거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658368" y="4206240"/>
            <a:ext cx="13258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4224528"/>
            <a:ext cx="1234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pulse는 보였지만 TDC pulse가 누락될 수 있음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1984248" y="4206240"/>
            <a:ext cx="47091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29968" y="4224528"/>
            <a:ext cx="4617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soft/force command를 toggle CDC로 변경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6693408" y="4206240"/>
            <a:ext cx="443484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4224528"/>
            <a:ext cx="4343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tdc_gpx_config_ctrl.vhd:1172, :1189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658368" y="4718304"/>
            <a:ext cx="13258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" y="4736592"/>
            <a:ext cx="1234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force_reinit이 sub-FSM/face state를 완전히 닫지 못함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1984248" y="4718304"/>
            <a:ext cx="47091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9968" y="4736592"/>
            <a:ext cx="4617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 reset 및 top recovery reset 추가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6693408" y="4718304"/>
            <a:ext cx="443484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736592"/>
            <a:ext cx="4343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tdc_gpx_chip_ctrl.vhd:490, tdc_gpx_top.vhd:416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658368" y="5230368"/>
            <a:ext cx="13258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" y="5248656"/>
            <a:ext cx="1234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 후 다음 run 계약이 닫히지 않음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1984248" y="5230368"/>
            <a:ext cx="47091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9968" y="5248656"/>
            <a:ext cx="4617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PH_RESP_DRAIN 후 PH_INIT 재진입 검증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693408" y="5230368"/>
            <a:ext cx="443484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39128" y="5248656"/>
            <a:ext cx="43434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 log :148, :156, :244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기준 GPX bus timing은 변경하지 않고, C06 내부 control/status recovery boundary만 보완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Timing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MHz 기준 source pulse에서 TDC pulse까지 20 ns, 4 clk로 관측되었습니다.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1417320" cy="868680"/>
          </a:xfrm>
          <a:prstGeom prst="roundRect">
            <a:avLst>
              <a:gd name="adj" fmla="val 4211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29384"/>
            <a:ext cx="12710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T8 marker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43.5875 us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2240280" y="2313432"/>
            <a:ext cx="52120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874520"/>
            <a:ext cx="1417320" cy="868680"/>
          </a:xfrm>
          <a:prstGeom prst="roundRect">
            <a:avLst>
              <a:gd name="adj" fmla="val 4211"/>
            </a:avLst>
          </a:prstGeom>
          <a:solidFill>
            <a:srgbClr val="FFEDD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929384"/>
            <a:ext cx="12710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pulse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43.6575 us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4297680" y="2313432"/>
            <a:ext cx="52120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92040" y="1874520"/>
            <a:ext cx="1417320" cy="86868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929384"/>
            <a:ext cx="12710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 pulse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43.6775 us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6355080" y="2313432"/>
            <a:ext cx="52120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1874520"/>
            <a:ext cx="1417320" cy="86868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22592" y="1929384"/>
            <a:ext cx="12710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action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43.6775 us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8412480" y="2313432"/>
            <a:ext cx="52120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06840" y="1874520"/>
            <a:ext cx="1417320" cy="86868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9992" y="1929384"/>
            <a:ext cx="12710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#2 PASS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3337560" y="3063240"/>
            <a:ext cx="2331720" cy="329184"/>
          </a:xfrm>
          <a:prstGeom prst="roundRect">
            <a:avLst>
              <a:gd name="adj" fmla="val 19444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3099816"/>
            <a:ext cx="22585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-&gt; TDC = 20 ns / 4 clk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5989320" y="3063240"/>
            <a:ext cx="2788920" cy="329184"/>
          </a:xfrm>
          <a:prstGeom prst="roundRect">
            <a:avLst>
              <a:gd name="adj" fmla="val 19444"/>
            </a:avLst>
          </a:prstGeom>
          <a:solidFill>
            <a:srgbClr val="EDE9FE"/>
          </a:solidFill>
          <a:ln w="1016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25896" y="3099816"/>
            <a:ext cx="27157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soft: TDC -&gt; PH_INIT = 20 ns / 4 clk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94944" y="3886200"/>
            <a:ext cx="1417320" cy="38404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" y="3904488"/>
            <a:ext cx="1325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112264" y="3886200"/>
            <a:ext cx="2103120" cy="38404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57984" y="3904488"/>
            <a:ext cx="2011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force_reinit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215384" y="3886200"/>
            <a:ext cx="2103120" cy="38404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61104" y="3904488"/>
            <a:ext cx="2011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318504" y="3886200"/>
            <a:ext cx="4800600" cy="38404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4224" y="3904488"/>
            <a:ext cx="4709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94944" y="4270248"/>
            <a:ext cx="14173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" y="4288536"/>
            <a:ext cx="1325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T8 marker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112264" y="4270248"/>
            <a:ext cx="21031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57984" y="4288536"/>
            <a:ext cx="2011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43.5875 us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215384" y="4270248"/>
            <a:ext cx="21031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61104" y="4288536"/>
            <a:ext cx="2011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43.5875 us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318504" y="4270248"/>
            <a:ext cx="48006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4288536"/>
            <a:ext cx="4709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write 시작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94944" y="4654296"/>
            <a:ext cx="14173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" y="4672584"/>
            <a:ext cx="1325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pulse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112264" y="4654296"/>
            <a:ext cx="21031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57984" y="4672584"/>
            <a:ext cx="2011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43.6575 us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215384" y="4654296"/>
            <a:ext cx="21031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61104" y="4672584"/>
            <a:ext cx="2011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43.6575 us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318504" y="4654296"/>
            <a:ext cx="48006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4672584"/>
            <a:ext cx="4709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AXI-domain pulse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94944" y="5038344"/>
            <a:ext cx="14173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" y="5056632"/>
            <a:ext cx="1325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 pulse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112264" y="5038344"/>
            <a:ext cx="21031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57984" y="5056632"/>
            <a:ext cx="2011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43.6775 us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215384" y="5038344"/>
            <a:ext cx="21031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61104" y="5056632"/>
            <a:ext cx="2011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43.6775 us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318504" y="5038344"/>
            <a:ext cx="48006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64224" y="5056632"/>
            <a:ext cx="4709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보존 확인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94944" y="5422392"/>
            <a:ext cx="14173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0664" y="5440680"/>
            <a:ext cx="1325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action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112264" y="5422392"/>
            <a:ext cx="21031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57984" y="5440680"/>
            <a:ext cx="2011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43.6775 us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215384" y="5422392"/>
            <a:ext cx="21031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61104" y="5440680"/>
            <a:ext cx="2011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43.6775 us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318504" y="5422392"/>
            <a:ext cx="48006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64224" y="5440680"/>
            <a:ext cx="4709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edge에서 phase 전이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xsim_c06_v004_top_int_force/soft_260514115000.log :142~:156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/ State 관계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Recovery는 run 내부 pipeline이 아니라 run-to-run control boundary에만 영향을 줍니다.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1325880" cy="868680"/>
          </a:xfrm>
          <a:prstGeom prst="roundRect">
            <a:avLst>
              <a:gd name="adj" fmla="val 4211"/>
            </a:avLst>
          </a:prstGeom>
          <a:solidFill>
            <a:srgbClr val="FFEDD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46504"/>
            <a:ext cx="117957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 CSR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993392" y="2130552"/>
            <a:ext cx="29260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31720" y="1691640"/>
            <a:ext cx="1325880" cy="86868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1746504"/>
            <a:ext cx="117957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config_ctrl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toggle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3685032" y="2130552"/>
            <a:ext cx="52120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51960" y="1691640"/>
            <a:ext cx="1325880" cy="86868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1746504"/>
            <a:ext cx="117957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3-stage sync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 pulse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605272" y="2130552"/>
            <a:ext cx="52120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72200" y="1691640"/>
            <a:ext cx="1325880" cy="86868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746504"/>
            <a:ext cx="117957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PH_INIT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525512" y="2130552"/>
            <a:ext cx="52120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92440" y="1691640"/>
            <a:ext cx="1325880" cy="868680"/>
          </a:xfrm>
          <a:prstGeom prst="roundRect">
            <a:avLst>
              <a:gd name="adj" fmla="val 4211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1746504"/>
            <a:ext cx="117957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face/status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445752" y="2130552"/>
            <a:ext cx="521208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12680" y="1691640"/>
            <a:ext cx="1325880" cy="86868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85832" y="1746504"/>
            <a:ext cx="117957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START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accepted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31520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Boundary 원칙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493008"/>
            <a:ext cx="10424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register, chip phase register, top-level recovery reset으로 경계를 닫아 조합 path를 길게 만들지 않습니다.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" y="4297680"/>
            <a:ext cx="150876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4315968"/>
            <a:ext cx="1417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58568" y="4297680"/>
            <a:ext cx="370332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04288" y="4315968"/>
            <a:ext cx="3611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61888" y="4297680"/>
            <a:ext cx="516636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07608" y="4315968"/>
            <a:ext cx="50749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49808" y="4736592"/>
            <a:ext cx="15087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" y="4754880"/>
            <a:ext cx="1417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58568" y="4736592"/>
            <a:ext cx="37033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04288" y="4754880"/>
            <a:ext cx="3611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T0-&gt;T1/T2/T5/T3 동일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61888" y="4736592"/>
            <a:ext cx="5166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07608" y="4754880"/>
            <a:ext cx="50749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steady-state shot pipeline 보존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49808" y="5175504"/>
            <a:ext cx="15087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5193792"/>
            <a:ext cx="1417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58568" y="5175504"/>
            <a:ext cx="37033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04288" y="5193792"/>
            <a:ext cx="3611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beats/run, 88 beats total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61888" y="5175504"/>
            <a:ext cx="5166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07608" y="5193792"/>
            <a:ext cx="50749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후 stream 총량 보존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49808" y="5614416"/>
            <a:ext cx="15087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" y="5632704"/>
            <a:ext cx="14173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58568" y="5614416"/>
            <a:ext cx="37033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04288" y="5632704"/>
            <a:ext cx="3611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shot-to-shot 2107 clk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61888" y="5614416"/>
            <a:ext cx="5166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07608" y="5632704"/>
            <a:ext cx="50749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shot period 기준, recovery 영향 없음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수정은 GPX external timing이 아니라 control/status recovery pipeline을 보완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Throughput / II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TB marker 기준이며, 순수 RTL 최소 지연과 TB sequence 지연을 분리해서 봅니다.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306324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71600"/>
            <a:ext cx="2971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3721608" y="1353312"/>
            <a:ext cx="278892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7328" y="1371600"/>
            <a:ext cx="2697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510528" y="1353312"/>
            <a:ext cx="457200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371600"/>
            <a:ext cx="4480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58368" y="1828800"/>
            <a:ext cx="30632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847088"/>
            <a:ext cx="2971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T0 -&gt; T1 fire_count final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721608" y="1828800"/>
            <a:ext cx="27889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1847088"/>
            <a:ext cx="2697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clk / 55 ns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510528" y="1828800"/>
            <a:ext cx="45720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1847088"/>
            <a:ext cx="4480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전후 동일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58368" y="2304288"/>
            <a:ext cx="30632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2322576"/>
            <a:ext cx="2971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T0 -&gt; T2 IrFlag assert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721608" y="2304288"/>
            <a:ext cx="27889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2322576"/>
            <a:ext cx="2697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 clk / 460 ns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510528" y="2304288"/>
            <a:ext cx="45720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2322576"/>
            <a:ext cx="4480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 TB timing 동일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58368" y="2779776"/>
            <a:ext cx="30632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2798064"/>
            <a:ext cx="2971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T0 -&gt; T5 TLAST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721608" y="2779776"/>
            <a:ext cx="27889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2798064"/>
            <a:ext cx="2697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192 또는 189 clk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510528" y="2779776"/>
            <a:ext cx="45720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6248" y="2798064"/>
            <a:ext cx="4480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 drain latency 보존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58368" y="3255264"/>
            <a:ext cx="30632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3273552"/>
            <a:ext cx="2971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T0 -&gt; T3 drain wait end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721608" y="3255264"/>
            <a:ext cx="27889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3273552"/>
            <a:ext cx="2697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1092 clk / 5.460 us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510528" y="3255264"/>
            <a:ext cx="45720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6248" y="3273552"/>
            <a:ext cx="4480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 window 보존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58368" y="3730752"/>
            <a:ext cx="30632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" y="3749040"/>
            <a:ext cx="2971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shot-to-shot II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3721608" y="3730752"/>
            <a:ext cx="27889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67328" y="3749040"/>
            <a:ext cx="2697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2107 clk / 10.535 us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6510528" y="3730752"/>
            <a:ext cx="45720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3749040"/>
            <a:ext cx="4480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shot period 기준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58368" y="4206240"/>
            <a:ext cx="30632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" y="4224528"/>
            <a:ext cx="2971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 T8 -&gt; next T0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3721608" y="4206240"/>
            <a:ext cx="27889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67328" y="4224528"/>
            <a:ext cx="2697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2993 clk / 14.965 us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510528" y="4206240"/>
            <a:ext cx="45720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56248" y="4224528"/>
            <a:ext cx="4480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status/read/reinit 포함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658368" y="4681728"/>
            <a:ext cx="30632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" y="4700016"/>
            <a:ext cx="2971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 T8 -&gt; next T0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3721608" y="4681728"/>
            <a:ext cx="27889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67328" y="4700016"/>
            <a:ext cx="2697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14913 clk / 74.565 us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6510528" y="4681728"/>
            <a:ext cx="457200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56248" y="4700016"/>
            <a:ext cx="4480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12000 clk 대기 포함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877824" y="5650992"/>
            <a:ext cx="2606040" cy="329184"/>
          </a:xfrm>
          <a:prstGeom prst="roundRect">
            <a:avLst>
              <a:gd name="adj" fmla="val 19444"/>
            </a:avLst>
          </a:prstGeom>
          <a:solidFill>
            <a:srgbClr val="DCFCE7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5687568"/>
            <a:ext cx="253288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steady-state pipeline unchanged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3703320" y="5650992"/>
            <a:ext cx="2971800" cy="329184"/>
          </a:xfrm>
          <a:prstGeom prst="roundRect">
            <a:avLst>
              <a:gd name="adj" fmla="val 19444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39896" y="5687568"/>
            <a:ext cx="289864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affects run-to-run interval only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6903720" y="5650992"/>
            <a:ext cx="2788920" cy="329184"/>
          </a:xfrm>
          <a:prstGeom prst="roundRect">
            <a:avLst>
              <a:gd name="adj" fmla="val 19444"/>
            </a:avLst>
          </a:prstGeom>
          <a:solidFill>
            <a:srgbClr val="FFEDD5"/>
          </a:solidFill>
          <a:ln w="10160">
            <a:solidFill>
              <a:srgbClr val="C2410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0296" y="5687568"/>
            <a:ext cx="27157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GPX timing unchanged</a:t>
            </a:r>
            <a:endParaRPr lang="en-US" sz="860" dirty="0"/>
          </a:p>
        </p:txBody>
      </p:sp>
      <p:sp>
        <p:nvSpPr>
          <p:cNvPr id="59" name="Text 57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C06_MARKER T0/T1/T2/T3/T5/T8 in xsim_c06_v004_top_int_*_260514115000.log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완료와 다음 단계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recovery는 닫혔고, 다음은 handoff 문서 갱신과 release 전 로그 정책 결정입니다.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301752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44168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75888" y="1325880"/>
            <a:ext cx="141732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1608" y="1344168"/>
            <a:ext cx="1325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93208" y="1325880"/>
            <a:ext cx="553212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38928" y="1344168"/>
            <a:ext cx="5440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" y="1801368"/>
            <a:ext cx="30175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819656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face_seq/status_agg baseline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75888" y="1801368"/>
            <a:ext cx="14173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21608" y="1819656"/>
            <a:ext cx="1325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93208" y="1801368"/>
            <a:ext cx="55321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819656"/>
            <a:ext cx="5440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v002 face/status logs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8368" y="2276856"/>
            <a:ext cx="30175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2295144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width 32/64/128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75888" y="2276856"/>
            <a:ext cx="14173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2295144"/>
            <a:ext cx="1325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93208" y="2276856"/>
            <a:ext cx="55321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2295144"/>
            <a:ext cx="5440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v002 top_int_w32/w64/w128 logs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8368" y="2752344"/>
            <a:ext cx="30175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2770632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backpressure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75888" y="2752344"/>
            <a:ext cx="14173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1608" y="2770632"/>
            <a:ext cx="1325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93208" y="2752344"/>
            <a:ext cx="55321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2770632"/>
            <a:ext cx="5440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v002 top_int_w64_bp log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3227832"/>
            <a:ext cx="30175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3246120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force_reinit recovery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75888" y="3227832"/>
            <a:ext cx="14173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21608" y="3246120"/>
            <a:ext cx="1325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93208" y="3227832"/>
            <a:ext cx="55321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3246120"/>
            <a:ext cx="5440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v004 force log :236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8368" y="3703320"/>
            <a:ext cx="30175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" y="3721608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 recovery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75888" y="3703320"/>
            <a:ext cx="14173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21608" y="3721608"/>
            <a:ext cx="13258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93208" y="3703320"/>
            <a:ext cx="553212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38928" y="3721608"/>
            <a:ext cx="5440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v004 soft log :244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68680" y="4956048"/>
            <a:ext cx="2240280" cy="329184"/>
          </a:xfrm>
          <a:prstGeom prst="roundRect">
            <a:avLst>
              <a:gd name="adj" fmla="val 19444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" y="4992624"/>
            <a:ext cx="216712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C06 handoff 갱신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3566160" y="4956048"/>
            <a:ext cx="2240280" cy="329184"/>
          </a:xfrm>
          <a:prstGeom prst="roundRect">
            <a:avLst>
              <a:gd name="adj" fmla="val 19444"/>
            </a:avLst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02736" y="4992624"/>
            <a:ext cx="216712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v004 script 공식 regression 지정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6263640" y="4956048"/>
            <a:ext cx="2240280" cy="329184"/>
          </a:xfrm>
          <a:prstGeom prst="roundRect">
            <a:avLst>
              <a:gd name="adj" fmla="val 19444"/>
            </a:avLst>
          </a:prstGeom>
          <a:solidFill>
            <a:srgbClr val="FFEDD5"/>
          </a:solidFill>
          <a:ln w="10160">
            <a:solidFill>
              <a:srgbClr val="C241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0216" y="4992624"/>
            <a:ext cx="216712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simulation-only report 유지 정책 결정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8961120" y="4956048"/>
            <a:ext cx="2240280" cy="329184"/>
          </a:xfrm>
          <a:prstGeom prst="roundRect">
            <a:avLst>
              <a:gd name="adj" fmla="val 19444"/>
            </a:avLst>
          </a:prstGeom>
          <a:solidFill>
            <a:srgbClr val="FFEDD5"/>
          </a:solidFill>
          <a:ln w="10160">
            <a:solidFill>
              <a:srgbClr val="C2410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97696" y="4992624"/>
            <a:ext cx="216712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다음 cluster 진입 판단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Code_Fix_Result_v004.md / Code_Fix_Plan_v005.md / scripts/run_c06_v004_recovery.ps1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Code Fix Result v004</dc:title>
  <dc:subject>C06 Code Fix Result v004</dc:subject>
  <dc:creator>Codex</dc:creator>
  <cp:lastModifiedBy>Codex</cp:lastModifiedBy>
  <cp:revision>1</cp:revision>
  <dcterms:created xsi:type="dcterms:W3CDTF">2026-05-14T02:20:54Z</dcterms:created>
  <dcterms:modified xsi:type="dcterms:W3CDTF">2026-05-14T02:20:54Z</dcterms:modified>
</cp:coreProperties>
</file>