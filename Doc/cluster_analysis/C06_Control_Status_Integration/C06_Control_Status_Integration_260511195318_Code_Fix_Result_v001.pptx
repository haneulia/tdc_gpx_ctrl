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280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80467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/ Status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1627632"/>
            <a:ext cx="4572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Result v001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3182112"/>
            <a:ext cx="2148840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27832"/>
            <a:ext cx="200253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보완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A~D 반영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3182112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227832"/>
            <a:ext cx="23682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focused + top64 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3182112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27832"/>
            <a:ext cx="30998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compile-order warning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기준은 I-Mode single 흐름과 IFIFO data 구조를 유지하는 것이다. 이번 수정은 bus timing/payload 의미를 바꾸지 않고 control/status 경계를 닫는다.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C06_Control_Status_Integration_260511195318_Code_Fix_Result_v001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Phase별 반영 구조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boundary를 줄이고 status recovery 계약을 명시했다.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3619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81912"/>
            <a:ext cx="14813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busy/overrun FF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322576" y="2011680"/>
            <a:ext cx="4846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98648" y="153619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581912"/>
            <a:ext cx="14813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output FF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62856" y="2011680"/>
            <a:ext cx="4846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38928" y="153619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581912"/>
            <a:ext cx="14813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sticky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03136" y="2011680"/>
            <a:ext cx="4846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79208" y="153619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581912"/>
            <a:ext cx="14813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 계약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043416" y="2011680"/>
            <a:ext cx="4846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19488" y="153619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581912"/>
            <a:ext cx="14813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TB/xsim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기록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3154680"/>
            <a:ext cx="100584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172968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783080" y="3154680"/>
            <a:ext cx="306324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9656" y="3172968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846320" y="3154680"/>
            <a:ext cx="626364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3172968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3547872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3566160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783080" y="3547872"/>
            <a:ext cx="3063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9656" y="3566160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tdc_gpx_status_agg.vhd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846320" y="3547872"/>
            <a:ext cx="6263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566160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fan-in status를 register boundary로 닫음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7240" y="3941064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" y="3959352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783080" y="3941064"/>
            <a:ext cx="3063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9656" y="3959352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846320" y="3941064"/>
            <a:ext cx="6263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959352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start_comb와 output_start_r 분리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77240" y="4334256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4352544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783080" y="4334256"/>
            <a:ext cx="3063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9656" y="4352544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tdc_gpx_top.vhd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846320" y="4334256"/>
            <a:ext cx="6263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4352544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frame/row/run timeout sticky를 soft_clear 대상화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77240" y="4727448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" y="4745736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1783080" y="4727448"/>
            <a:ext cx="3063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9656" y="4745736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/ csr_pipeline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846320" y="4727448"/>
            <a:ext cx="6263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4745736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o_irq_pipe는 reserved/tied-off로 명시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77240" y="5120640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" y="5138928"/>
            <a:ext cx="9326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783080" y="5120640"/>
            <a:ext cx="3063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19656" y="5138928"/>
            <a:ext cx="29900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+ TCL probe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846320" y="5120640"/>
            <a:ext cx="6263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5138928"/>
            <a:ext cx="6190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status, face_seq, mask sweep, top64, sticky probe PASS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RTL line trace 및 xsim_c06_fix_*_260511194330.log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Timing: face_seq start boundary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start marker는 +1 clock 이동하지만 pulse width와 nominal II는 유지된다.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280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113385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edge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84832" y="2121408"/>
            <a:ext cx="84124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783080"/>
            <a:ext cx="1828800" cy="676656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28800"/>
            <a:ext cx="16824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packet_start_r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shot_pending_r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800600" y="2121408"/>
            <a:ext cx="7315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1783080"/>
            <a:ext cx="1828800" cy="676656"/>
          </a:xfrm>
          <a:prstGeom prst="roundRect">
            <a:avLst>
              <a:gd name="adj" fmla="val 810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1828800"/>
            <a:ext cx="16824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start_comb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decision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406640" y="2121408"/>
            <a:ext cx="7315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1783080"/>
            <a:ext cx="1828800" cy="676656"/>
          </a:xfrm>
          <a:prstGeom prst="roundRect">
            <a:avLst>
              <a:gd name="adj" fmla="val 810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828800"/>
            <a:ext cx="16824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start_output_reg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clk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0012680" y="2121408"/>
            <a:ext cx="7315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49840" y="265176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22992" y="2697480"/>
            <a:ext cx="131673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chip/C04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3703320"/>
            <a:ext cx="11064240" cy="3703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54680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1500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comb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45552" y="4133088"/>
            <a:ext cx="1463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axis clock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4617720"/>
            <a:ext cx="182880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636008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670048" y="4617720"/>
            <a:ext cx="832104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4636008"/>
            <a:ext cx="8247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41248" y="494690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4965192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670048" y="4946904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6624" y="4965192"/>
            <a:ext cx="8247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start 관측 기준 +1 clock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41248" y="52760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294376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670048" y="5276088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06624" y="5294376"/>
            <a:ext cx="8247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edge별 1 shot 유지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41248" y="560527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623560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670048" y="5605272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06624" y="5623560"/>
            <a:ext cx="8247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decision -&gt; output FF -&gt; downstream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41248" y="593445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5952744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670048" y="5934456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06624" y="5952744"/>
            <a:ext cx="8247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간격에서는 증가 없음. marker만 1 clock 이동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tdc_gpx_face_seq.vhd:678-719, xsim_c06_fix_face_seq_260511194330.log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/ Sticky Pipeline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fault는 soft_clear 대상, hard quarantine은 reset-only 예외로 분리했다.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168249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status fan-in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8686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15087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554480"/>
            <a:ext cx="168249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p_live_status 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8686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15087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554480"/>
            <a:ext cx="168249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 packing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389888"/>
            <a:ext cx="2011680" cy="877824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435608"/>
            <a:ext cx="186537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clk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sampling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06324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108960"/>
            <a:ext cx="20939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frame/row/run fault pulse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310128" y="3401568"/>
            <a:ext cx="850392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60520" y="306324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3108960"/>
            <a:ext cx="12710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FF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401568"/>
            <a:ext cx="9144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30632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3108960"/>
            <a:ext cx="11795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 read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30632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05672" y="3108960"/>
            <a:ext cx="16367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err_soft_clear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466344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4709160"/>
            <a:ext cx="268833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quarantine_escape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reset-only 유지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5623560"/>
            <a:ext cx="10241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sticky probe 결과: frame=0, row=0, run=0000, quarantine=0010 after soft_clear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tdc_gpx_top.vhd:1071-1127, xsim_c06_fix_top_sticky_probe_260511194330.log:95-117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 Matrix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source compile 기반으로 C06 핵심 경계를 확인했다.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7432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3560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128016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143560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676656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43560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3852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syntax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93852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93852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vivado.log:83-84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44144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focused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474720" y="2423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244144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44144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xsim_c06_fix_face_seq...:30-50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1520" y="29260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294436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 sweep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474720" y="29260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94436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94436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xsim_c06_fix_mask_sweep...:30-54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1520" y="34290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44728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focused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474720" y="34290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344728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754880" y="342900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44728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xsim_c06_fix_status_agg...:28-35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31520" y="39319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395020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64-bit integration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474720" y="39319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395020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395020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xsim_c06_fix_top_int64...:80-93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31520" y="44348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4453128"/>
            <a:ext cx="26700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sticky probe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3474720" y="44348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445312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4754880" y="4434840"/>
            <a:ext cx="6766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4453128"/>
            <a:ext cx="66934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xsim_c06_fix_top_sticky_probe...:95-117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841248" y="5349240"/>
            <a:ext cx="104241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project syntax에는 tdc_gpx_sync_fifo compile-order critical warning이 남아 있다. 직접 compile/elab에서는 해당 파일을 포함해 mask sweep/top elaboration이 성공했다.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로그: xsim_c06_fix_*_260511194330.log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Close / Next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blocker는 없고, project compile-order warning 정리가 후속 권장 항목이다.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45920"/>
            <a:ext cx="23682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 boundary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03320" y="1600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6472" y="1645920"/>
            <a:ext cx="20939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policy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645920"/>
            <a:ext cx="227685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reserved contract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06840" y="160020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79992" y="1645920"/>
            <a:ext cx="227685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compile-order warning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3246120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3264408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3246120"/>
            <a:ext cx="804672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3264408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3685032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3703320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완료도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368503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3703320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RTL 보완과 핵심 검증 PASS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0120" y="4123944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142232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4123944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91256" y="4142232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output +1 clock, status +1 clock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4562856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4581144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/ II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4562856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1256" y="4581144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운용 기준 변화 없음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0120" y="5001768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5020056"/>
            <a:ext cx="2121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54680" y="5001768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91256" y="5020056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source list 정리 후 다음 Cluster 진입 가능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Result v001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v001</dc:title>
  <dc:subject>C06 Code Fix Result v001</dc:subject>
  <dc:creator>Codex</dc:creator>
  <cp:lastModifiedBy>Codex</cp:lastModifiedBy>
  <cp:revision>1</cp:revision>
  <dcterms:created xsi:type="dcterms:W3CDTF">2026-05-11T10:56:00Z</dcterms:created>
  <dcterms:modified xsi:type="dcterms:W3CDTF">2026-05-11T10:56:00Z</dcterms:modified>
</cp:coreProperties>
</file>