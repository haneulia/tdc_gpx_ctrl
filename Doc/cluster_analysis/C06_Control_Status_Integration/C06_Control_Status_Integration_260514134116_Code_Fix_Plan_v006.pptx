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7680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Plan v006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4944" y="1444752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Review-driven release hardening plan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recovery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844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 sweep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76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7F1D1D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708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 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2026-05-14 13:41:16 KST | 선행: C06 Review v001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작업 항목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v005에서 남은 계약 위험을 검증 가능한 Plan ID로 분리합니다.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43584"/>
            <a:ext cx="114300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61872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ID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1709928" y="1243584"/>
            <a:ext cx="384048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5648" y="1261872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675" dirty="0"/>
          </a:p>
        </p:txBody>
      </p:sp>
      <p:sp>
        <p:nvSpPr>
          <p:cNvPr id="9" name="Shape 7"/>
          <p:cNvSpPr/>
          <p:nvPr/>
        </p:nvSpPr>
        <p:spPr>
          <a:xfrm>
            <a:off x="5550408" y="1243584"/>
            <a:ext cx="548640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261872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566928" y="1636776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655064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FP6-01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1709928" y="1636776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1655064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width sweep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5550408" y="1636776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1655064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 fresh logs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566928" y="2029968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048256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FP6-02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1709928" y="2029968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2048256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backpressure + width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5550408" y="2029968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2048256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 stall 후 beats/tlast 보존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566928" y="2423160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441448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FP6-03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1709928" y="2423160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55648" y="2441448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reserve sweep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5550408" y="2423160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2441448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baseline + 보수 reserve pass/fail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566928" y="2816352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2834640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FP6-04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1709928" y="2816352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55648" y="2834640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marker audit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5550408" y="2816352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2834640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source/destination/effect 재분류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566928" y="3209544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3227832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FP6-05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1709928" y="3209544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55648" y="3227832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SW/range contract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5550408" y="3209544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3227832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range와 810 m 위험 명시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566928" y="3602736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621024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FP6-06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1709928" y="3602736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55648" y="3621024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policy map</a:t>
            </a:r>
            <a:endParaRPr lang="en-US" sz="675" dirty="0"/>
          </a:p>
        </p:txBody>
      </p:sp>
      <p:sp>
        <p:nvSpPr>
          <p:cNvPr id="45" name="Shape 43"/>
          <p:cNvSpPr/>
          <p:nvPr/>
        </p:nvSpPr>
        <p:spPr>
          <a:xfrm>
            <a:off x="5550408" y="3602736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3621024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soft-clear/reset-only table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566928" y="3995928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4014216"/>
            <a:ext cx="10515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FP6-07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1709928" y="3995928"/>
            <a:ext cx="3840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55648" y="4014216"/>
            <a:ext cx="37490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imbalance + stall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5550408" y="3995928"/>
            <a:ext cx="54864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6128" y="4014216"/>
            <a:ext cx="539496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frame_done/face_closing/tlast 보존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C06_Control_Status_Integration_260514134116_Code_Fix_Plan_v006.md section 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width, recovery, backpressure, polygon budget을 분리해서 닫습니다.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25880"/>
            <a:ext cx="10972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441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1664208" y="1325880"/>
            <a:ext cx="20116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9928" y="13441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3675888" y="1325880"/>
            <a:ext cx="283464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3441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6510528" y="1325880"/>
            <a:ext cx="457200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3441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566928" y="1783080"/>
            <a:ext cx="10972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8013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VB6-01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1664208" y="17830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9928" y="18013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3675888" y="1783080"/>
            <a:ext cx="28346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18013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 recovery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510528" y="1783080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18013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source, TDC, PH_INIT, beats/tlast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566928" y="2240280"/>
            <a:ext cx="10972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2585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VB6-02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1664208" y="22402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9928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3675888" y="2240280"/>
            <a:ext cx="28346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22585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recovery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6510528" y="2240280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22585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source, TDC, PH_RESP_DRAIN, PH_INIT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66928" y="2697480"/>
            <a:ext cx="10972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27157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VB6-03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1664208" y="26974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9928" y="27157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3675888" y="2697480"/>
            <a:ext cx="28346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21608" y="27157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backpressure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6510528" y="2697480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7157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loss, no duplicate tlast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566928" y="3154680"/>
            <a:ext cx="10972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1729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VB6-04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1664208" y="31546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09928" y="31729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3675888" y="3154680"/>
            <a:ext cx="28346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21608" y="31729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reserve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6510528" y="3154680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31729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processing &lt;= window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566928" y="3611880"/>
            <a:ext cx="10972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36301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VB6-05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1664208" y="36118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09928" y="36301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3675888" y="3611880"/>
            <a:ext cx="28346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1608" y="36301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imbalance + stall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6510528" y="3611880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36301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frame_done_both, next shot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566928" y="4069080"/>
            <a:ext cx="10972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" y="4087368"/>
            <a:ext cx="1005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VB6-06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1664208" y="40690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09928" y="40873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N/A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3675888" y="4069080"/>
            <a:ext cx="28346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21608" y="4087368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6510528" y="4069080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56248" y="4087368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readback map</a:t>
            </a:r>
            <a:endParaRPr lang="en-US" sz="710" dirty="0"/>
          </a:p>
        </p:txBody>
      </p:sp>
      <p:sp>
        <p:nvSpPr>
          <p:cNvPr id="61" name="Text 5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marker는 source/destination/effect 분리 원칙을 따름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/ Timing Marker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결과는 T0~T7 marker를 같은 이름으로 기록합니다.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83664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source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130552" y="2221992"/>
            <a:ext cx="40233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78608" y="1828800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883664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dest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931920" y="2221992"/>
            <a:ext cx="52120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98848" y="1828800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83664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 effect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852160" y="2221992"/>
            <a:ext cx="61264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10528" y="1828800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83664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face/status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sticky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863840" y="2221992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1828800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1883664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 TLAST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902952" y="2221992"/>
            <a:ext cx="3383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87000" y="1828800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E2E8F0"/>
          </a:solidFill>
          <a:ln w="1143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0152" y="1883664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shot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II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914400" y="3429000"/>
            <a:ext cx="20116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44728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26080" y="3429000"/>
            <a:ext cx="804672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44728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방법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4400" y="388620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90448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26080" y="388620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390448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source, T4 dest, T5 effect 분리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434340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36168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26080" y="434340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436168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beats/run, total beats, tlast count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4400" y="480060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81888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26080" y="480060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481888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-&gt; CDC -&gt; chip -&gt; face/status -&gt; output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0" y="525780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27608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26080" y="525780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527608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T0/T7 accepted/deferred/dropped 분리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I-Mode single sequence 기준 marker와 RTL marker를 분리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Sweep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reserve는 실측값이 아니므로 sweep 또는 board measurement로 닫습니다.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81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36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 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interval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481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536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round trip time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1481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536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reserve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41080" y="1481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14232" y="1536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&gt;=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processing 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1560" y="3246120"/>
            <a:ext cx="20116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6440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063240" y="3246120"/>
            <a:ext cx="768096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264408"/>
            <a:ext cx="75895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51560" y="370332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72160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us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063240" y="3703320"/>
            <a:ext cx="76809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721608"/>
            <a:ext cx="75895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optimistic margin 확인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51560" y="416052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17880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063240" y="4160520"/>
            <a:ext cx="76809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178808"/>
            <a:ext cx="75895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baseline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51560" y="461772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3600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us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063240" y="4617720"/>
            <a:ext cx="76809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4636008"/>
            <a:ext cx="75895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 case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051560" y="507492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09320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measured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063240" y="5074920"/>
            <a:ext cx="76809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5093208"/>
            <a:ext cx="75895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board/system 기준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PASS: processing_time + stall_penalty &lt;= 13.888889 us - round_trip - reserve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계획을 fresh xsim evidence와 system 계약으로 연결합니다.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91440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4416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828800" y="1325880"/>
            <a:ext cx="914400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34416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4708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828800" y="182880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84708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run_c06_v004_recovery.ps1 기준으로 width sweep 명령 구성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14400" y="233172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35000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828800" y="233172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35000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 recovery fresh stamp 실행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85292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828800" y="283464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285292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 stress를 width별로 확장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14400" y="333756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5584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828800" y="333756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35584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reserve sweep 결과 문서화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384048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85876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828800" y="384048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385876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Hit[16], sticky clear, lane imbalance 계약 보완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14400" y="434340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36168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828800" y="434340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436168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marker audit 결과 기록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14400" y="4846320"/>
            <a:ext cx="9144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864608"/>
            <a:ext cx="8229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1828800" y="4846320"/>
            <a:ext cx="9144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4864608"/>
            <a:ext cx="9052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Result에서 Plan ID별 close/partial/open 판정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산출물: Code_Fix_Result_v006 + 필요한 xsim session archive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Plan v006</dc:title>
  <dc:subject>C06 Code Fix Plan v006</dc:subject>
  <dc:creator>Codex</dc:creator>
  <cp:lastModifiedBy>Codex</cp:lastModifiedBy>
  <cp:revision>1</cp:revision>
  <dcterms:created xsi:type="dcterms:W3CDTF">2026-05-14T04:48:56Z</dcterms:created>
  <dcterms:modified xsi:type="dcterms:W3CDTF">2026-05-14T04:48:56Z</dcterms:modified>
</cp:coreProperties>
</file>