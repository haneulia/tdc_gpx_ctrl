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4124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/ Status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4944" y="1572768"/>
            <a:ext cx="4572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Plan v002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286000"/>
            <a:ext cx="8961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v001 이후 남은 검증 계약을 실제 xsim 회귀로 닫고, 남은 항목은 v003으로 추적 승계한다.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310128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3364992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3310128"/>
            <a:ext cx="228600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3364992"/>
            <a:ext cx="213969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marker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Latency/II 계측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3310128"/>
            <a:ext cx="2286000" cy="868680"/>
          </a:xfrm>
          <a:prstGeom prst="roundRect">
            <a:avLst>
              <a:gd name="adj" fmla="val 4211"/>
            </a:avLst>
          </a:prstGeom>
          <a:solidFill>
            <a:srgbClr val="7C2D12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3364992"/>
            <a:ext cx="213969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fresh xsim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310128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581C87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31352" y="3364992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v002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Open은 v003 승계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Plan v002 | 생성 2026-05-11 20:06:55 KST | 수정 2026-05-11 20:33:22 KST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작업 항목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P1은 직접 xsim closure, P2는 운영 계약과 status/IRQ 추적성 closure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35024"/>
            <a:ext cx="96012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353312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54480" y="1335024"/>
            <a:ext cx="489204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1353312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46520" y="1335024"/>
            <a:ext cx="516636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1353312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1773936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1792224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54480" y="1773936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1792224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 FIFO compile-order가 안전한가?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46520" y="1773936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792224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compile/elab PASS 또는 환경 예외 문서화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4360" y="2212848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231136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54480" y="2212848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2231136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width가 모두 동작하는가?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46520" y="2212848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231136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beats/tlast PASS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2651760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2670048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554480" y="2651760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91056" y="2670048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T0~T6로 latency/II를 계측하는가?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46520" y="2651760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096" y="2670048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cycle/time marker 로그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" y="3090672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108960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554480" y="3090672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91056" y="3108960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tready stall에서 보존되는가?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46520" y="3090672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3108960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 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" y="3529584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" y="3547872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554480" y="3529584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91056" y="3547872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fall-only abort가 rise를 죽이지 않는가?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46520" y="3529584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83096" y="3547872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F PASS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4360" y="3968496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" y="3986784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554480" y="3968496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91056" y="3986784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o_irq/o_irq_pipe 계약이 명확한가?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46520" y="3968496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83096" y="3986784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no-spurious + reserved 정책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4360" y="4407408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" y="4425696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FP2-07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554480" y="4407408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91056" y="4425696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STAT5/6/7 source/clear 추적 가능한가?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46520" y="4407408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3096" y="4425696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map 작성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4360" y="4846320"/>
            <a:ext cx="960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" y="4864608"/>
            <a:ext cx="886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FP2-08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554480" y="4846320"/>
            <a:ext cx="48920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91056" y="4864608"/>
            <a:ext cx="48188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soft_reset/force_reinit recovery가 닫혔는가?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46520" y="4846320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83096" y="4864608"/>
            <a:ext cx="5093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deadlock 없음 또는 v003 승계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Code_Fix_Plan_v002.md section 5, 8, 9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계획은 Result v002로 닫고, 남은 Open/Partial만 Plan v003으로 승계한다.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48840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03704"/>
            <a:ext cx="11795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정리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39112" y="2523744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2148840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2203704"/>
            <a:ext cx="11795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22192" y="2523744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148840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2203704"/>
            <a:ext cx="11795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05272" y="2523744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2148840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2203704"/>
            <a:ext cx="11795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88352" y="2523744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2148840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1272" y="2203704"/>
            <a:ext cx="11795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IRQ/status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71432" y="2523744"/>
            <a:ext cx="38404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2148840"/>
            <a:ext cx="1325880" cy="749808"/>
          </a:xfrm>
          <a:prstGeom prst="roundRect">
            <a:avLst>
              <a:gd name="adj" fmla="val 4878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2203704"/>
            <a:ext cx="117957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730752"/>
            <a:ext cx="22860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프로토콜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160520"/>
            <a:ext cx="99669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 Plan vN -&gt; Result vN -&gt; Plan vN에 실행 결과 역기록 -&gt; Open/Partial/New 항목을 Fix Plan vN+1로 승계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cluster_analysis operating protocol + Plan v002 section 2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C06는 payload 의미를 바꾸지 않고 I-Mode single의 control/status 관측을 검증한다.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54480"/>
            <a:ext cx="22860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72768"/>
            <a:ext cx="2212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999232" y="1554480"/>
            <a:ext cx="256032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572768"/>
            <a:ext cx="24871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559552" y="1554480"/>
            <a:ext cx="59436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572768"/>
            <a:ext cx="5870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적용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13232" y="2121408"/>
            <a:ext cx="2286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39696"/>
            <a:ext cx="2212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999232" y="2121408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139696"/>
            <a:ext cx="24871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p25 section 2.3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559552" y="2121408"/>
            <a:ext cx="5943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2139696"/>
            <a:ext cx="5870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start와 stop/drain/output marker만 관측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13232" y="2688336"/>
            <a:ext cx="2286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06624"/>
            <a:ext cx="2212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measurement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2999232" y="2688336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2706624"/>
            <a:ext cx="24871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p29 section 2.11.1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559552" y="2688336"/>
            <a:ext cx="5943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2706624"/>
            <a:ext cx="5870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IrFlag, EF/IFIFO read, reset 흐름을 marker로 분해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13232" y="3255264"/>
            <a:ext cx="2286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273552"/>
            <a:ext cx="2212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data structure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2999232" y="3255264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273552"/>
            <a:ext cx="24871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p27 section 2.4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5559552" y="3255264"/>
            <a:ext cx="5943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3273552"/>
            <a:ext cx="5870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 의미는 C02/C03/C04 계약 유지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13232" y="3822192"/>
            <a:ext cx="22860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840480"/>
            <a:ext cx="22128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empty FIFO read 금지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2999232" y="3822192"/>
            <a:ext cx="25603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35808" y="3840480"/>
            <a:ext cx="248716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p27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559552" y="3822192"/>
            <a:ext cx="59436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3840480"/>
            <a:ext cx="58704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backpressure에서도 beat 보존과 status 추적 분리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기준: Doc/TDC-GPX-Datasheet.pdf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실행 후 판정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닫혔고, recovery closure만 v003으로 넘긴다.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56032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35608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310896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435608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4754880" cy="585216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435608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731520" y="2002536"/>
            <a:ext cx="256032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020824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compile/direct xsim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3291840" y="2002536"/>
            <a:ext cx="31089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020824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400800" y="2002536"/>
            <a:ext cx="47548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020824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증거로 유지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731520" y="2587752"/>
            <a:ext cx="256032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606040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291840" y="2587752"/>
            <a:ext cx="31089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2606040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00800" y="2587752"/>
            <a:ext cx="47548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606040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수정 없음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31520" y="3172968"/>
            <a:ext cx="256032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191256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T0~T6/Backpressure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3291840" y="3172968"/>
            <a:ext cx="31089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3191256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400800" y="3172968"/>
            <a:ext cx="47548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191256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v002에 수치 기록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31520" y="3758184"/>
            <a:ext cx="256032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776472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 imbalance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291840" y="3758184"/>
            <a:ext cx="31089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776472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6400800" y="3758184"/>
            <a:ext cx="47548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3776472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F 유지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731520" y="4343400"/>
            <a:ext cx="256032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4361688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IRQ/status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3291840" y="4343400"/>
            <a:ext cx="31089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4361688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+ Accepted Exception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6400800" y="4343400"/>
            <a:ext cx="47548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4361688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reserved 유지 여부 v003에서 명시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731520" y="4928616"/>
            <a:ext cx="256032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" y="4946904"/>
            <a:ext cx="248716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soft_reset/force_reinit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3291840" y="4928616"/>
            <a:ext cx="310896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28416" y="4946904"/>
            <a:ext cx="303580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/ Open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400800" y="4928616"/>
            <a:ext cx="4754880" cy="585216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4946904"/>
            <a:ext cx="468172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FP3-C06-01로 승계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Plan v002 section 9, Result v002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Plan v002</dc:title>
  <dc:subject>C06 Code Fix Plan v002</dc:subject>
  <dc:creator>Codex</dc:creator>
  <cp:lastModifiedBy>Codex</cp:lastModifiedBy>
  <cp:revision>1</cp:revision>
  <dcterms:created xsi:type="dcterms:W3CDTF">2026-05-11T11:42:10Z</dcterms:created>
  <dcterms:modified xsi:type="dcterms:W3CDTF">2026-05-11T11:42:10Z</dcterms:modified>
</cp:coreProperties>
</file>