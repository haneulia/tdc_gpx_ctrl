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768096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C06 Code Fix Plan v002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13232" y="1389888"/>
            <a:ext cx="987552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Plan v001 실행 결과에서 닫히지 않은 검증/계약 항목을 v002 추적 ID로 승계한다.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68680" y="2761488"/>
            <a:ext cx="2148840" cy="841248"/>
          </a:xfrm>
          <a:prstGeom prst="roundRect">
            <a:avLst>
              <a:gd name="adj" fmla="val 652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" y="2807208"/>
            <a:ext cx="2002536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Plan v001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계약</a:t>
            </a:r>
            <a:endParaRPr lang="en-US" sz="940" dirty="0"/>
          </a:p>
        </p:txBody>
      </p:sp>
      <p:sp>
        <p:nvSpPr>
          <p:cNvPr id="6" name="Shape 4"/>
          <p:cNvSpPr/>
          <p:nvPr/>
        </p:nvSpPr>
        <p:spPr>
          <a:xfrm>
            <a:off x="3127248" y="3182112"/>
            <a:ext cx="758952" cy="0"/>
          </a:xfrm>
          <a:prstGeom prst="line">
            <a:avLst/>
          </a:prstGeom>
          <a:noFill/>
          <a:ln w="1714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886200" y="2761488"/>
            <a:ext cx="2148840" cy="841248"/>
          </a:xfrm>
          <a:prstGeom prst="roundRect">
            <a:avLst>
              <a:gd name="adj" fmla="val 6522"/>
            </a:avLst>
          </a:prstGeom>
          <a:solidFill>
            <a:srgbClr val="ECFDF5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59352" y="2807208"/>
            <a:ext cx="2002536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v001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6199632" y="3182112"/>
            <a:ext cx="768096" cy="0"/>
          </a:xfrm>
          <a:prstGeom prst="line">
            <a:avLst/>
          </a:prstGeom>
          <a:noFill/>
          <a:ln w="1714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967728" y="2761488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0" y="2807208"/>
            <a:ext cx="2185416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Plan v001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 위치 기록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9400032" y="3182112"/>
            <a:ext cx="704088" cy="0"/>
          </a:xfrm>
          <a:prstGeom prst="line">
            <a:avLst/>
          </a:prstGeom>
          <a:noFill/>
          <a:ln w="1714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0104120" y="2761488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77272" y="2807208"/>
            <a:ext cx="1545336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Plan v002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승계 관리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640080" y="6400800"/>
            <a:ext cx="10881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C06_Control_Status_Integration_260511200655_Code_Fix_Plan_v002</a:t>
            </a:r>
            <a:endParaRPr lang="en-US" sz="7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19456"/>
            <a:ext cx="111556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문서 업데이트 반영</a:t>
            </a:r>
            <a:endParaRPr lang="en-US" sz="205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09728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v001 실행 결과를 C06 분석 문서와 v002 계획 문서에 연결했다.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530352" y="1024128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261872"/>
            <a:ext cx="2148840" cy="502920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280160"/>
            <a:ext cx="207568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807208" y="1261872"/>
            <a:ext cx="8915400" cy="502920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43784" y="1280160"/>
            <a:ext cx="884224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 내용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58368" y="1764792"/>
            <a:ext cx="2148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" y="1783080"/>
            <a:ext cx="207568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Progress Check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807208" y="1764792"/>
            <a:ext cx="8915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43784" y="1783080"/>
            <a:ext cx="884224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v001 실행 뒤 C06 진행도와 남은 검증 항목을 v002로 승계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58368" y="2267712"/>
            <a:ext cx="2148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2286000"/>
            <a:ext cx="207568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807208" y="2267712"/>
            <a:ext cx="8915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43784" y="2286000"/>
            <a:ext cx="884224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finding F-C06-A01..A06의 현재 상태와 v002 추적 ID 기록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58368" y="2770632"/>
            <a:ext cx="2148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" y="2788920"/>
            <a:ext cx="207568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 Review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807208" y="2770632"/>
            <a:ext cx="8915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43784" y="2788920"/>
            <a:ext cx="884224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F-C06-CR-01..07을 Verified/Partial/Open으로 재분류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58368" y="3273552"/>
            <a:ext cx="2148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944" y="3291840"/>
            <a:ext cx="207568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 Baseline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807208" y="3273552"/>
            <a:ext cx="8915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43784" y="3291840"/>
            <a:ext cx="884224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VB-C06-01..10의 baseline 대비 Result v001 이후 상태 기록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58368" y="3776472"/>
            <a:ext cx="2148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944" y="3794760"/>
            <a:ext cx="207568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Plan v001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807208" y="3776472"/>
            <a:ext cx="8915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43784" y="3794760"/>
            <a:ext cx="884224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결과와 v002 승계 여부를 원 계획에 역기록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58368" y="4279392"/>
            <a:ext cx="2148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" y="4297680"/>
            <a:ext cx="207568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v001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807208" y="4279392"/>
            <a:ext cx="8915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43784" y="4297680"/>
            <a:ext cx="8842248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FP2-C06-01..08 승계 근거 기록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0080" y="6400800"/>
            <a:ext cx="10881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Code_Fix_Plan_v002 section 3</a:t>
            </a:r>
            <a:endParaRPr lang="en-US" sz="7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19456"/>
            <a:ext cx="111556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v001 실행 결과 요약</a:t>
            </a:r>
            <a:endParaRPr lang="en-US" sz="205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09728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닫힌 항목과 다음 계획으로 넘어갈 항목을 분리한다.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530352" y="1024128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17320"/>
            <a:ext cx="2743200" cy="475488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35608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en-US" sz="840" dirty="0"/>
          </a:p>
        </p:txBody>
      </p:sp>
      <p:sp>
        <p:nvSpPr>
          <p:cNvPr id="7" name="Shape 5"/>
          <p:cNvSpPr/>
          <p:nvPr/>
        </p:nvSpPr>
        <p:spPr>
          <a:xfrm>
            <a:off x="3474720" y="1417320"/>
            <a:ext cx="2743200" cy="475488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11296" y="1435608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v001 상태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4937760" cy="475488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54496" y="1435608"/>
            <a:ext cx="486460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v002 처리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31520" y="1892808"/>
            <a:ext cx="2743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1911096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status_agg register</a:t>
            </a:r>
            <a:endParaRPr lang="en-US" sz="840" dirty="0"/>
          </a:p>
        </p:txBody>
      </p:sp>
      <p:sp>
        <p:nvSpPr>
          <p:cNvPr id="13" name="Shape 11"/>
          <p:cNvSpPr/>
          <p:nvPr/>
        </p:nvSpPr>
        <p:spPr>
          <a:xfrm>
            <a:off x="3474720" y="1892808"/>
            <a:ext cx="2743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11296" y="1911096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Fixed + Verified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6217920" y="1892808"/>
            <a:ext cx="49377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54496" y="1911096"/>
            <a:ext cx="486460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731520" y="2368296"/>
            <a:ext cx="2743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2386584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face_seq output register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3474720" y="2368296"/>
            <a:ext cx="2743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11296" y="2386584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Fixed + Verified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6217920" y="2368296"/>
            <a:ext cx="49377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54496" y="2386584"/>
            <a:ext cx="486460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T0~T6 영향 계측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731520" y="2843784"/>
            <a:ext cx="2743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8096" y="2862072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sticky soft_clear</a:t>
            </a:r>
            <a:endParaRPr lang="en-US" sz="840" dirty="0"/>
          </a:p>
        </p:txBody>
      </p:sp>
      <p:sp>
        <p:nvSpPr>
          <p:cNvPr id="25" name="Shape 23"/>
          <p:cNvSpPr/>
          <p:nvPr/>
        </p:nvSpPr>
        <p:spPr>
          <a:xfrm>
            <a:off x="3474720" y="2843784"/>
            <a:ext cx="2743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11296" y="2862072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Fixed + Verified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6217920" y="2843784"/>
            <a:ext cx="49377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54496" y="2862072"/>
            <a:ext cx="486460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 map 상세 승계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731520" y="3319272"/>
            <a:ext cx="2743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3337560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o_irq_pipe reserved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3474720" y="3319272"/>
            <a:ext cx="2743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11296" y="3337560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Accepted Exception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6217920" y="3319272"/>
            <a:ext cx="49377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54496" y="3337560"/>
            <a:ext cx="486460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o_irq 실제 계약 확인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731520" y="3794760"/>
            <a:ext cx="2743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3813048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E 검증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3474720" y="3794760"/>
            <a:ext cx="2743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11296" y="3813048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217920" y="3794760"/>
            <a:ext cx="49377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54496" y="3813048"/>
            <a:ext cx="486460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v002 핵심 작업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731520" y="4270248"/>
            <a:ext cx="2743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8096" y="4288536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sync_fifo warning</a:t>
            </a:r>
            <a:endParaRPr lang="en-US" sz="840" dirty="0"/>
          </a:p>
        </p:txBody>
      </p:sp>
      <p:sp>
        <p:nvSpPr>
          <p:cNvPr id="43" name="Shape 41"/>
          <p:cNvSpPr/>
          <p:nvPr/>
        </p:nvSpPr>
        <p:spPr>
          <a:xfrm>
            <a:off x="3474720" y="4270248"/>
            <a:ext cx="27432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11296" y="4288536"/>
            <a:ext cx="26700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Open</a:t>
            </a:r>
            <a:endParaRPr lang="en-US" sz="840" dirty="0"/>
          </a:p>
        </p:txBody>
      </p:sp>
      <p:sp>
        <p:nvSpPr>
          <p:cNvPr id="45" name="Shape 43"/>
          <p:cNvSpPr/>
          <p:nvPr/>
        </p:nvSpPr>
        <p:spPr>
          <a:xfrm>
            <a:off x="6217920" y="4270248"/>
            <a:ext cx="49377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54496" y="4288536"/>
            <a:ext cx="486460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compile-order 정리</a:t>
            </a:r>
            <a:endParaRPr lang="en-US" sz="840" dirty="0"/>
          </a:p>
        </p:txBody>
      </p:sp>
      <p:sp>
        <p:nvSpPr>
          <p:cNvPr id="47" name="Text 45"/>
          <p:cNvSpPr/>
          <p:nvPr/>
        </p:nvSpPr>
        <p:spPr>
          <a:xfrm>
            <a:off x="640080" y="6400800"/>
            <a:ext cx="10881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Code_Fix_Result_v001 section 5~8</a:t>
            </a:r>
            <a:endParaRPr lang="en-US" sz="7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19456"/>
            <a:ext cx="111556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v002 작업 항목</a:t>
            </a:r>
            <a:endParaRPr lang="en-US" sz="205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09728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FP2-C06-01..08로 남은 검증과 계약을 추적한다.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530352" y="1024128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298448"/>
            <a:ext cx="960120" cy="393192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316736"/>
            <a:ext cx="88696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790" dirty="0"/>
          </a:p>
        </p:txBody>
      </p:sp>
      <p:sp>
        <p:nvSpPr>
          <p:cNvPr id="7" name="Shape 5"/>
          <p:cNvSpPr/>
          <p:nvPr/>
        </p:nvSpPr>
        <p:spPr>
          <a:xfrm>
            <a:off x="1618488" y="1298448"/>
            <a:ext cx="3657600" cy="393192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55064" y="1316736"/>
            <a:ext cx="358444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5276088" y="1298448"/>
            <a:ext cx="5669280" cy="393192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12664" y="1316736"/>
            <a:ext cx="559612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기준</a:t>
            </a:r>
            <a:endParaRPr lang="en-US" sz="790" dirty="0"/>
          </a:p>
        </p:txBody>
      </p:sp>
      <p:sp>
        <p:nvSpPr>
          <p:cNvPr id="11" name="Shape 9"/>
          <p:cNvSpPr/>
          <p:nvPr/>
        </p:nvSpPr>
        <p:spPr>
          <a:xfrm>
            <a:off x="658368" y="1691640"/>
            <a:ext cx="9601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" y="1709928"/>
            <a:ext cx="88696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790" dirty="0"/>
          </a:p>
        </p:txBody>
      </p:sp>
      <p:sp>
        <p:nvSpPr>
          <p:cNvPr id="13" name="Shape 11"/>
          <p:cNvSpPr/>
          <p:nvPr/>
        </p:nvSpPr>
        <p:spPr>
          <a:xfrm>
            <a:off x="1618488" y="1691640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55064" y="1709928"/>
            <a:ext cx="358444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sync_fifo compile-order</a:t>
            </a:r>
            <a:endParaRPr lang="en-US" sz="790" dirty="0"/>
          </a:p>
        </p:txBody>
      </p:sp>
      <p:sp>
        <p:nvSpPr>
          <p:cNvPr id="15" name="Shape 13"/>
          <p:cNvSpPr/>
          <p:nvPr/>
        </p:nvSpPr>
        <p:spPr>
          <a:xfrm>
            <a:off x="5276088" y="1691640"/>
            <a:ext cx="56692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12664" y="1709928"/>
            <a:ext cx="559612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syntax warning 제거 또는 예외 근거</a:t>
            </a:r>
            <a:endParaRPr lang="en-US" sz="790" dirty="0"/>
          </a:p>
        </p:txBody>
      </p:sp>
      <p:sp>
        <p:nvSpPr>
          <p:cNvPr id="17" name="Shape 15"/>
          <p:cNvSpPr/>
          <p:nvPr/>
        </p:nvSpPr>
        <p:spPr>
          <a:xfrm>
            <a:off x="658368" y="2084832"/>
            <a:ext cx="9601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" y="2103120"/>
            <a:ext cx="88696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790" dirty="0"/>
          </a:p>
        </p:txBody>
      </p:sp>
      <p:sp>
        <p:nvSpPr>
          <p:cNvPr id="19" name="Shape 17"/>
          <p:cNvSpPr/>
          <p:nvPr/>
        </p:nvSpPr>
        <p:spPr>
          <a:xfrm>
            <a:off x="1618488" y="2084832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55064" y="2103120"/>
            <a:ext cx="358444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32/64/128 fresh xsim</a:t>
            </a:r>
            <a:endParaRPr lang="en-US" sz="790" dirty="0"/>
          </a:p>
        </p:txBody>
      </p:sp>
      <p:sp>
        <p:nvSpPr>
          <p:cNvPr id="21" name="Shape 19"/>
          <p:cNvSpPr/>
          <p:nvPr/>
        </p:nvSpPr>
        <p:spPr>
          <a:xfrm>
            <a:off x="5276088" y="2084832"/>
            <a:ext cx="56692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12664" y="2103120"/>
            <a:ext cx="559612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width별 beat/tlast PASS</a:t>
            </a:r>
            <a:endParaRPr lang="en-US" sz="790" dirty="0"/>
          </a:p>
        </p:txBody>
      </p:sp>
      <p:sp>
        <p:nvSpPr>
          <p:cNvPr id="23" name="Shape 21"/>
          <p:cNvSpPr/>
          <p:nvPr/>
        </p:nvSpPr>
        <p:spPr>
          <a:xfrm>
            <a:off x="658368" y="2478024"/>
            <a:ext cx="9601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44" y="2496312"/>
            <a:ext cx="88696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790" dirty="0"/>
          </a:p>
        </p:txBody>
      </p:sp>
      <p:sp>
        <p:nvSpPr>
          <p:cNvPr id="25" name="Shape 23"/>
          <p:cNvSpPr/>
          <p:nvPr/>
        </p:nvSpPr>
        <p:spPr>
          <a:xfrm>
            <a:off x="1618488" y="2478024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55064" y="2496312"/>
            <a:ext cx="358444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T0~T6 marker</a:t>
            </a:r>
            <a:endParaRPr lang="en-US" sz="790" dirty="0"/>
          </a:p>
        </p:txBody>
      </p:sp>
      <p:sp>
        <p:nvSpPr>
          <p:cNvPr id="27" name="Shape 25"/>
          <p:cNvSpPr/>
          <p:nvPr/>
        </p:nvSpPr>
        <p:spPr>
          <a:xfrm>
            <a:off x="5276088" y="2478024"/>
            <a:ext cx="56692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12664" y="2496312"/>
            <a:ext cx="559612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cycle/time 표 생성</a:t>
            </a:r>
            <a:endParaRPr lang="en-US" sz="790" dirty="0"/>
          </a:p>
        </p:txBody>
      </p:sp>
      <p:sp>
        <p:nvSpPr>
          <p:cNvPr id="29" name="Shape 27"/>
          <p:cNvSpPr/>
          <p:nvPr/>
        </p:nvSpPr>
        <p:spPr>
          <a:xfrm>
            <a:off x="658368" y="2871216"/>
            <a:ext cx="9601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" y="2889504"/>
            <a:ext cx="88696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790" dirty="0"/>
          </a:p>
        </p:txBody>
      </p:sp>
      <p:sp>
        <p:nvSpPr>
          <p:cNvPr id="31" name="Shape 29"/>
          <p:cNvSpPr/>
          <p:nvPr/>
        </p:nvSpPr>
        <p:spPr>
          <a:xfrm>
            <a:off x="1618488" y="2871216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55064" y="2889504"/>
            <a:ext cx="358444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tready backpressure</a:t>
            </a:r>
            <a:endParaRPr lang="en-US" sz="790" dirty="0"/>
          </a:p>
        </p:txBody>
      </p:sp>
      <p:sp>
        <p:nvSpPr>
          <p:cNvPr id="33" name="Shape 31"/>
          <p:cNvSpPr/>
          <p:nvPr/>
        </p:nvSpPr>
        <p:spPr>
          <a:xfrm>
            <a:off x="5276088" y="2871216"/>
            <a:ext cx="56692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12664" y="2889504"/>
            <a:ext cx="559612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bounded stall PASS/FAIL</a:t>
            </a:r>
            <a:endParaRPr lang="en-US" sz="790" dirty="0"/>
          </a:p>
        </p:txBody>
      </p:sp>
      <p:sp>
        <p:nvSpPr>
          <p:cNvPr id="35" name="Shape 33"/>
          <p:cNvSpPr/>
          <p:nvPr/>
        </p:nvSpPr>
        <p:spPr>
          <a:xfrm>
            <a:off x="658368" y="3264408"/>
            <a:ext cx="9601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4944" y="3282696"/>
            <a:ext cx="88696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790" dirty="0"/>
          </a:p>
        </p:txBody>
      </p:sp>
      <p:sp>
        <p:nvSpPr>
          <p:cNvPr id="37" name="Shape 35"/>
          <p:cNvSpPr/>
          <p:nvPr/>
        </p:nvSpPr>
        <p:spPr>
          <a:xfrm>
            <a:off x="1618488" y="3264408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55064" y="3282696"/>
            <a:ext cx="358444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rise/fall imbalance</a:t>
            </a:r>
            <a:endParaRPr lang="en-US" sz="790" dirty="0"/>
          </a:p>
        </p:txBody>
      </p:sp>
      <p:sp>
        <p:nvSpPr>
          <p:cNvPr id="39" name="Shape 37"/>
          <p:cNvSpPr/>
          <p:nvPr/>
        </p:nvSpPr>
        <p:spPr>
          <a:xfrm>
            <a:off x="5276088" y="3264408"/>
            <a:ext cx="56692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12664" y="3282696"/>
            <a:ext cx="559612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 또는 Accepted Exception</a:t>
            </a:r>
            <a:endParaRPr lang="en-US" sz="790" dirty="0"/>
          </a:p>
        </p:txBody>
      </p:sp>
      <p:sp>
        <p:nvSpPr>
          <p:cNvPr id="41" name="Shape 39"/>
          <p:cNvSpPr/>
          <p:nvPr/>
        </p:nvSpPr>
        <p:spPr>
          <a:xfrm>
            <a:off x="658368" y="3657600"/>
            <a:ext cx="9601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" y="3675888"/>
            <a:ext cx="88696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790" dirty="0"/>
          </a:p>
        </p:txBody>
      </p:sp>
      <p:sp>
        <p:nvSpPr>
          <p:cNvPr id="43" name="Shape 41"/>
          <p:cNvSpPr/>
          <p:nvPr/>
        </p:nvSpPr>
        <p:spPr>
          <a:xfrm>
            <a:off x="1618488" y="3657600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655064" y="3675888"/>
            <a:ext cx="358444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o_irq 계약</a:t>
            </a:r>
            <a:endParaRPr lang="en-US" sz="790" dirty="0"/>
          </a:p>
        </p:txBody>
      </p:sp>
      <p:sp>
        <p:nvSpPr>
          <p:cNvPr id="45" name="Shape 43"/>
          <p:cNvSpPr/>
          <p:nvPr/>
        </p:nvSpPr>
        <p:spPr>
          <a:xfrm>
            <a:off x="5276088" y="3657600"/>
            <a:ext cx="56692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12664" y="3675888"/>
            <a:ext cx="559612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source/read/clear 검증</a:t>
            </a:r>
            <a:endParaRPr lang="en-US" sz="790" dirty="0"/>
          </a:p>
        </p:txBody>
      </p:sp>
      <p:sp>
        <p:nvSpPr>
          <p:cNvPr id="47" name="Shape 45"/>
          <p:cNvSpPr/>
          <p:nvPr/>
        </p:nvSpPr>
        <p:spPr>
          <a:xfrm>
            <a:off x="658368" y="4050792"/>
            <a:ext cx="9601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" y="4069080"/>
            <a:ext cx="88696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790" dirty="0"/>
          </a:p>
        </p:txBody>
      </p:sp>
      <p:sp>
        <p:nvSpPr>
          <p:cNvPr id="49" name="Shape 47"/>
          <p:cNvSpPr/>
          <p:nvPr/>
        </p:nvSpPr>
        <p:spPr>
          <a:xfrm>
            <a:off x="1618488" y="4050792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55064" y="4069080"/>
            <a:ext cx="358444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 map</a:t>
            </a:r>
            <a:endParaRPr lang="en-US" sz="790" dirty="0"/>
          </a:p>
        </p:txBody>
      </p:sp>
      <p:sp>
        <p:nvSpPr>
          <p:cNvPr id="51" name="Shape 49"/>
          <p:cNvSpPr/>
          <p:nvPr/>
        </p:nvSpPr>
        <p:spPr>
          <a:xfrm>
            <a:off x="5276088" y="4050792"/>
            <a:ext cx="56692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12664" y="4069080"/>
            <a:ext cx="559612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field/source/clear/domain 표</a:t>
            </a:r>
            <a:endParaRPr lang="en-US" sz="790" dirty="0"/>
          </a:p>
        </p:txBody>
      </p:sp>
      <p:sp>
        <p:nvSpPr>
          <p:cNvPr id="53" name="Shape 51"/>
          <p:cNvSpPr/>
          <p:nvPr/>
        </p:nvSpPr>
        <p:spPr>
          <a:xfrm>
            <a:off x="658368" y="4443984"/>
            <a:ext cx="9601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94944" y="4462272"/>
            <a:ext cx="88696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790" dirty="0"/>
          </a:p>
        </p:txBody>
      </p:sp>
      <p:sp>
        <p:nvSpPr>
          <p:cNvPr id="55" name="Shape 53"/>
          <p:cNvSpPr/>
          <p:nvPr/>
        </p:nvSpPr>
        <p:spPr>
          <a:xfrm>
            <a:off x="1618488" y="4443984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655064" y="4462272"/>
            <a:ext cx="358444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recovery</a:t>
            </a:r>
            <a:endParaRPr lang="en-US" sz="790" dirty="0"/>
          </a:p>
        </p:txBody>
      </p:sp>
      <p:sp>
        <p:nvSpPr>
          <p:cNvPr id="57" name="Shape 55"/>
          <p:cNvSpPr/>
          <p:nvPr/>
        </p:nvSpPr>
        <p:spPr>
          <a:xfrm>
            <a:off x="5276088" y="4443984"/>
            <a:ext cx="56692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312664" y="4462272"/>
            <a:ext cx="5596128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79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deadlock 없음 또는 인계 예외</a:t>
            </a:r>
            <a:endParaRPr lang="en-US" sz="790" dirty="0"/>
          </a:p>
        </p:txBody>
      </p:sp>
      <p:sp>
        <p:nvSpPr>
          <p:cNvPr id="59" name="Text 57"/>
          <p:cNvSpPr/>
          <p:nvPr/>
        </p:nvSpPr>
        <p:spPr>
          <a:xfrm>
            <a:off x="640080" y="6400800"/>
            <a:ext cx="10881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Fix Plan v002 section 6, 9</a:t>
            </a:r>
            <a:endParaRPr lang="en-US" sz="7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19456"/>
            <a:ext cx="111556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Timing / Latency / Throughput / Pipeline / II</a:t>
            </a:r>
            <a:endParaRPr lang="en-US" sz="205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09728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v002는 +1 clock 예측을 실제 T0~T6와 backpressure II로 닫는다.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530352" y="1024128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91640"/>
            <a:ext cx="123444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737360"/>
            <a:ext cx="108813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start_tdc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2011680" y="1984248"/>
            <a:ext cx="731520" cy="0"/>
          </a:xfrm>
          <a:prstGeom prst="line">
            <a:avLst/>
          </a:prstGeom>
          <a:noFill/>
          <a:ln w="1714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743200" y="1691640"/>
            <a:ext cx="1600200" cy="594360"/>
          </a:xfrm>
          <a:prstGeom prst="roundRect">
            <a:avLst>
              <a:gd name="adj" fmla="val 9231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737360"/>
            <a:ext cx="14538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packet/start accept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4389120" y="1984248"/>
            <a:ext cx="731520" cy="0"/>
          </a:xfrm>
          <a:prstGeom prst="line">
            <a:avLst/>
          </a:prstGeom>
          <a:noFill/>
          <a:ln w="1714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20640" y="1691640"/>
            <a:ext cx="1600200" cy="594360"/>
          </a:xfrm>
          <a:prstGeom prst="roundRect">
            <a:avLst>
              <a:gd name="adj" fmla="val 9231"/>
            </a:avLst>
          </a:prstGeom>
          <a:solidFill>
            <a:srgbClr val="ECFDF5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93792" y="1737360"/>
            <a:ext cx="14538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registered start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6766560" y="1984248"/>
            <a:ext cx="731520" cy="0"/>
          </a:xfrm>
          <a:prstGeom prst="line">
            <a:avLst/>
          </a:prstGeom>
          <a:noFill/>
          <a:ln w="1714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498080" y="1691640"/>
            <a:ext cx="1737360" cy="594360"/>
          </a:xfrm>
          <a:prstGeom prst="roundRect">
            <a:avLst>
              <a:gd name="adj" fmla="val 923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71232" y="1737360"/>
            <a:ext cx="159105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T3~T5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GPX/C02~C04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9281160" y="1984248"/>
            <a:ext cx="731520" cy="0"/>
          </a:xfrm>
          <a:prstGeom prst="line">
            <a:avLst/>
          </a:prstGeom>
          <a:noFill/>
          <a:ln w="1714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0012680" y="1691640"/>
            <a:ext cx="1600200" cy="594360"/>
          </a:xfrm>
          <a:prstGeom prst="roundRect">
            <a:avLst>
              <a:gd name="adj" fmla="val 9231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85832" y="1737360"/>
            <a:ext cx="14538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T6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start allowed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960120" y="3749040"/>
            <a:ext cx="2011680" cy="411480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6696" y="3767328"/>
            <a:ext cx="1938528" cy="374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971800" y="3749040"/>
            <a:ext cx="8229600" cy="411480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08376" y="3767328"/>
            <a:ext cx="8156448" cy="374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v002 보완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60120" y="416052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6696" y="4178808"/>
            <a:ext cx="1938528" cy="374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Latency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71800" y="4160520"/>
            <a:ext cx="8229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08376" y="4178808"/>
            <a:ext cx="8156448" cy="374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T0~T6 cycle/time 실측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60120" y="457200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96696" y="4590288"/>
            <a:ext cx="1938528" cy="374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Throughput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971800" y="4572000"/>
            <a:ext cx="8229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08376" y="4590288"/>
            <a:ext cx="8156448" cy="374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32/64/128 + stall 조건 반영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60120" y="498348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6696" y="5001768"/>
            <a:ext cx="1938528" cy="374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971800" y="4983480"/>
            <a:ext cx="8229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08376" y="5001768"/>
            <a:ext cx="8156448" cy="374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FF, status FF, output drain stage 표시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960120" y="5394960"/>
            <a:ext cx="20116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6696" y="5413248"/>
            <a:ext cx="1938528" cy="374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971800" y="5394960"/>
            <a:ext cx="82296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08376" y="5413248"/>
            <a:ext cx="8156448" cy="374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ready-high와 bounded stall 조건을 분리 산출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40080" y="6400800"/>
            <a:ext cx="10881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Fix Plan v002 section 8~9</a:t>
            </a:r>
            <a:endParaRPr lang="en-US" sz="7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19456"/>
            <a:ext cx="111556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규칙 반영</a:t>
            </a:r>
            <a:endParaRPr lang="en-US" sz="205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09728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 Plan, Result, 다음 Plan 승계를 문서 자체에 남긴다.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530352" y="1024128"/>
            <a:ext cx="11155680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554480"/>
            <a:ext cx="1828800" cy="713232"/>
          </a:xfrm>
          <a:prstGeom prst="roundRect">
            <a:avLst>
              <a:gd name="adj" fmla="val 769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600200"/>
            <a:ext cx="1682496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vN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계약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2834640" y="1901952"/>
            <a:ext cx="914400" cy="0"/>
          </a:xfrm>
          <a:prstGeom prst="line">
            <a:avLst/>
          </a:prstGeom>
          <a:noFill/>
          <a:ln w="1714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749040" y="1554480"/>
            <a:ext cx="1828800" cy="713232"/>
          </a:xfrm>
          <a:prstGeom prst="roundRect">
            <a:avLst>
              <a:gd name="adj" fmla="val 7692"/>
            </a:avLst>
          </a:prstGeom>
          <a:solidFill>
            <a:srgbClr val="ECFDF5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22192" y="1600200"/>
            <a:ext cx="1682496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vN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5669280" y="1901952"/>
            <a:ext cx="914400" cy="0"/>
          </a:xfrm>
          <a:prstGeom prst="line">
            <a:avLst/>
          </a:prstGeom>
          <a:noFill/>
          <a:ln w="1714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583680" y="1554480"/>
            <a:ext cx="1828800" cy="713232"/>
          </a:xfrm>
          <a:prstGeom prst="roundRect">
            <a:avLst>
              <a:gd name="adj" fmla="val 769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56832" y="1600200"/>
            <a:ext cx="1682496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vN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forward trace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8503920" y="1901952"/>
            <a:ext cx="914400" cy="0"/>
          </a:xfrm>
          <a:prstGeom prst="line">
            <a:avLst/>
          </a:prstGeom>
          <a:noFill/>
          <a:ln w="1714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418320" y="1554480"/>
            <a:ext cx="1828800" cy="713232"/>
          </a:xfrm>
          <a:prstGeom prst="roundRect">
            <a:avLst>
              <a:gd name="adj" fmla="val 7692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91472" y="1600200"/>
            <a:ext cx="1682496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vN+1</a:t>
            </a:r>
            <a:endParaRPr lang="en-US" sz="940" dirty="0"/>
          </a:p>
          <a:p>
            <a:pPr algn="ctr" indent="0" marL="0">
              <a:buNone/>
            </a:pPr>
            <a:r>
              <a:rPr lang="en-US" sz="94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carry-over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960120" y="3337560"/>
            <a:ext cx="2926080" cy="429768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6696" y="3355848"/>
            <a:ext cx="2852928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886200" y="3337560"/>
            <a:ext cx="7315200" cy="429768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22776" y="3355848"/>
            <a:ext cx="7242048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60120" y="3767328"/>
            <a:ext cx="292608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6696" y="3785616"/>
            <a:ext cx="2852928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operating_protocol_v012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886200" y="3767328"/>
            <a:ext cx="731520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22776" y="3785616"/>
            <a:ext cx="7242048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Plan 실행/승계 사이클 규칙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60120" y="4197096"/>
            <a:ext cx="292608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6696" y="4215384"/>
            <a:ext cx="2852928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communication_plan_v002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886200" y="4197096"/>
            <a:ext cx="731520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22776" y="4215384"/>
            <a:ext cx="7242048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Cluster별 Plan-Result-Rollover 소통 절차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60120" y="4626864"/>
            <a:ext cx="292608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6696" y="4645152"/>
            <a:ext cx="2852928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Plan v001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886200" y="4626864"/>
            <a:ext cx="731520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22776" y="4645152"/>
            <a:ext cx="7242048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 및 v002 승계 기록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60120" y="5056632"/>
            <a:ext cx="292608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6696" y="5074920"/>
            <a:ext cx="2852928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v001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886200" y="5056632"/>
            <a:ext cx="731520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22776" y="5074920"/>
            <a:ext cx="7242048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Result에서 Fix Plan v002로 넘기는 근거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40080" y="6400800"/>
            <a:ext cx="10881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v002 이후에도 같은 패턴 반복</a:t>
            </a:r>
            <a:endParaRPr lang="en-US" sz="7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C06 Code Fix Plan v002</dc:title>
  <dc:subject>C06 Code Fix Plan v002</dc:subject>
  <dc:creator>Codex</dc:creator>
  <cp:lastModifiedBy>Codex</cp:lastModifiedBy>
  <cp:revision>1</cp:revision>
  <dcterms:created xsi:type="dcterms:W3CDTF">2026-05-11T11:17:38Z</dcterms:created>
  <dcterms:modified xsi:type="dcterms:W3CDTF">2026-05-11T11:17:38Z</dcterms:modified>
</cp:coreProperties>
</file>