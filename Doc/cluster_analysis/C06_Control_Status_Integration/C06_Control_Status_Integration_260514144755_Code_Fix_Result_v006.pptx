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49808"/>
            <a:ext cx="7132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Result v006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4944" y="1444752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 hardening regression closed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12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recovery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844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backpressure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76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143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lane stall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70848" y="278892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713F12"/>
          </a:solidFill>
          <a:ln w="1143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84378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reserve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4892040"/>
            <a:ext cx="107899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Archive: sim_results/vivado_xsim/sessions/260514144755_c06_v006_hardening/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2026-05-14 14:47:55 KST | artifact count 65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ID Closure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v006 계획을 PASS, contract, document audit으로 분리해 닫았습니다.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43584"/>
            <a:ext cx="105156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261872"/>
            <a:ext cx="960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1618488" y="1243584"/>
            <a:ext cx="393192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64208" y="1261872"/>
            <a:ext cx="38404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550408" y="1243584"/>
            <a:ext cx="539496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96128" y="1261872"/>
            <a:ext cx="5303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566928" y="1636776"/>
            <a:ext cx="10515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655064"/>
            <a:ext cx="960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FP6-01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618488" y="1636776"/>
            <a:ext cx="3931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1655064"/>
            <a:ext cx="38404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width sweep PASS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5550408" y="1636776"/>
            <a:ext cx="5394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1655064"/>
            <a:ext cx="5303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force/soft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566928" y="2029968"/>
            <a:ext cx="10515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048256"/>
            <a:ext cx="960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FP6-02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1618488" y="2029968"/>
            <a:ext cx="3931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2048256"/>
            <a:ext cx="38404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 width PASS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5550408" y="2029968"/>
            <a:ext cx="5394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6128" y="2048256"/>
            <a:ext cx="5303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bp_gap=17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66928" y="2423160"/>
            <a:ext cx="10515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2441448"/>
            <a:ext cx="960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FP6-03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618488" y="2423160"/>
            <a:ext cx="3931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2441448"/>
            <a:ext cx="38404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 sweep 계산 완료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5550408" y="2423160"/>
            <a:ext cx="5394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2441448"/>
            <a:ext cx="5303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us는 system measurement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566928" y="2816352"/>
            <a:ext cx="10515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2834640"/>
            <a:ext cx="960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FP6-04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1618488" y="2816352"/>
            <a:ext cx="3931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64208" y="2834640"/>
            <a:ext cx="38404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Marker audit 문서화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5550408" y="2816352"/>
            <a:ext cx="5394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2834640"/>
            <a:ext cx="5303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source/dest/effect 기준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66928" y="3209544"/>
            <a:ext cx="10515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3227832"/>
            <a:ext cx="960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FP6-05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1618488" y="3209544"/>
            <a:ext cx="3931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64208" y="3227832"/>
            <a:ext cx="38404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계약화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5550408" y="3209544"/>
            <a:ext cx="5394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96128" y="3227832"/>
            <a:ext cx="5303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16-bit slot / SW parser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66928" y="3602736"/>
            <a:ext cx="10515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3621024"/>
            <a:ext cx="960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FP6-06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1618488" y="3602736"/>
            <a:ext cx="3931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64208" y="3621024"/>
            <a:ext cx="38404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map 확정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5550408" y="3602736"/>
            <a:ext cx="5394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96128" y="3621024"/>
            <a:ext cx="5303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soft_clear vs reset-only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566928" y="3995928"/>
            <a:ext cx="10515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4014216"/>
            <a:ext cx="9601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FP6-07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1618488" y="3995928"/>
            <a:ext cx="3931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64208" y="4014216"/>
            <a:ext cx="38404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Lane stall PASS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5550408" y="3995928"/>
            <a:ext cx="5394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96128" y="4014216"/>
            <a:ext cx="5303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rise-only/fall-only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C06_Control_Status_Integration_260514144755_Code_Fix_Result_v006.md section 4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Width Sweep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width에서 source, destination, effect, output preservation marker를 확인했습니다.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18872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35608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2011680" y="1417320"/>
            <a:ext cx="292608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435608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 beats/tlast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937760" y="1417320"/>
            <a:ext cx="292608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35608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beats/tlast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863840" y="1417320"/>
            <a:ext cx="301752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1435608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marker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22960" y="1929384"/>
            <a:ext cx="11887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947672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011680" y="1929384"/>
            <a:ext cx="29260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1947672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144 / 4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937760" y="1929384"/>
            <a:ext cx="29260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947672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144 / 4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863840" y="1929384"/>
            <a:ext cx="30175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1947672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236/238, 244/246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22960" y="2441448"/>
            <a:ext cx="11887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459736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011680" y="2441448"/>
            <a:ext cx="29260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2459736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4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937760" y="2441448"/>
            <a:ext cx="29260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459736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4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863840" y="2441448"/>
            <a:ext cx="30175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2459736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236/238, 244/246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22960" y="2953512"/>
            <a:ext cx="11887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2971800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011680" y="2953512"/>
            <a:ext cx="29260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2971800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4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937760" y="2953512"/>
            <a:ext cx="29260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971800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4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863840" y="2953512"/>
            <a:ext cx="30175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9560" y="2971800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236/238, 244/246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1097280" y="3840480"/>
            <a:ext cx="1600200" cy="713232"/>
          </a:xfrm>
          <a:prstGeom prst="roundRect">
            <a:avLst>
              <a:gd name="adj" fmla="val 5128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0432" y="3895344"/>
            <a:ext cx="145389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pulse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142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2724912" y="4197096"/>
            <a:ext cx="76809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566160" y="3840480"/>
            <a:ext cx="1600200" cy="713232"/>
          </a:xfrm>
          <a:prstGeom prst="roundRect">
            <a:avLst>
              <a:gd name="adj" fmla="val 512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3895344"/>
            <a:ext cx="145389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 pulse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146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5193792" y="4197096"/>
            <a:ext cx="76809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035040" y="3840480"/>
            <a:ext cx="1600200" cy="713232"/>
          </a:xfrm>
          <a:prstGeom prst="roundRect">
            <a:avLst>
              <a:gd name="adj" fmla="val 5128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3895344"/>
            <a:ext cx="145389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 effect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148/156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7662672" y="4197096"/>
            <a:ext cx="76809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503920" y="3840480"/>
            <a:ext cx="1600200" cy="713232"/>
          </a:xfrm>
          <a:prstGeom prst="roundRect">
            <a:avLst>
              <a:gd name="adj" fmla="val 5128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77072" y="3895344"/>
            <a:ext cx="145389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 PASS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236/244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positive 방지: source + destination + effect + output marker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 / Lane Imbalance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stall과 rise-only/fall-only stall 모두 beat/tlast를 보존했습니다.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228600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2194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</a:t>
            </a:r>
            <a:endParaRPr lang="en-US" sz="740" dirty="0"/>
          </a:p>
        </p:txBody>
      </p:sp>
      <p:sp>
        <p:nvSpPr>
          <p:cNvPr id="7" name="Shape 5"/>
          <p:cNvSpPr/>
          <p:nvPr/>
        </p:nvSpPr>
        <p:spPr>
          <a:xfrm>
            <a:off x="2971800" y="1325880"/>
            <a:ext cx="137160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344168"/>
            <a:ext cx="12801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4343400" y="1325880"/>
            <a:ext cx="201168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3441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Beats/tlast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6355080" y="1325880"/>
            <a:ext cx="466344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3441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685800" y="1783080"/>
            <a:ext cx="2286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801368"/>
            <a:ext cx="2194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both-lane bp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2971800" y="1783080"/>
            <a:ext cx="13716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801368"/>
            <a:ext cx="12801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4343400" y="178308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8013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2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355080" y="1783080"/>
            <a:ext cx="4663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8013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last cycle 5195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85800" y="2240280"/>
            <a:ext cx="2286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258568"/>
            <a:ext cx="2194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both-lane bp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2971800" y="2240280"/>
            <a:ext cx="13716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2258568"/>
            <a:ext cx="12801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4343400" y="224028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22585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2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355080" y="2240280"/>
            <a:ext cx="4663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2585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last cycle 5189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685800" y="2697480"/>
            <a:ext cx="2286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715768"/>
            <a:ext cx="2194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both-lane bp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2971800" y="2697480"/>
            <a:ext cx="13716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2715768"/>
            <a:ext cx="12801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4343400" y="269748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27157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2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6355080" y="2697480"/>
            <a:ext cx="4663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7157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last cycle 5189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685800" y="3154680"/>
            <a:ext cx="2286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172968"/>
            <a:ext cx="2194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rise-only bp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2971800" y="3154680"/>
            <a:ext cx="13716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3172968"/>
            <a:ext cx="12801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4343400" y="315468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31729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2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355080" y="3154680"/>
            <a:ext cx="4663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31729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 last 5189, fall 5187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685800" y="3611880"/>
            <a:ext cx="2286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3630168"/>
            <a:ext cx="2194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fall-only bp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2971800" y="3611880"/>
            <a:ext cx="13716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3630168"/>
            <a:ext cx="12801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4343400" y="3611880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0" y="36301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2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6355080" y="3611880"/>
            <a:ext cx="4663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6301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 last 5187, fall 5189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868680" y="5166360"/>
            <a:ext cx="10241280" cy="594360"/>
          </a:xfrm>
          <a:prstGeom prst="roundRect">
            <a:avLst>
              <a:gd name="adj" fmla="val 6154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1832" y="5221224"/>
            <a:ext cx="1009497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bp_gap=17, 2-cycle stall 반복. 장기/무한 stall은 C07 system fault policy 대상입니다.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xsim_c06_v006_top_int_w*_bp*_260514144755.log line 143/145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Reserve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 reserve 기준 810 m는 C06 보수 worst 계산에서 margin 부족입니다.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123444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35608"/>
            <a:ext cx="11430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84248" y="1417320"/>
            <a:ext cx="196596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9968" y="1435608"/>
            <a:ext cx="18745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T2-&gt;T5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50208" y="1417320"/>
            <a:ext cx="233172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95928" y="1435608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us reserve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81928" y="1417320"/>
            <a:ext cx="233172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435608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 reserve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613648" y="1417320"/>
            <a:ext cx="233172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59368" y="1435608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us reserve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9808" y="1947672"/>
            <a:ext cx="123444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1965960"/>
            <a:ext cx="11430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84248" y="1947672"/>
            <a:ext cx="19659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1965960"/>
            <a:ext cx="18745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0.540 us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50208" y="1947672"/>
            <a:ext cx="23317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95928" y="1965960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1101.6 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81928" y="1947672"/>
            <a:ext cx="23317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1965960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801.8 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613648" y="1947672"/>
            <a:ext cx="23317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9368" y="1965960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502.0 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9808" y="2478024"/>
            <a:ext cx="123444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2496312"/>
            <a:ext cx="11430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984248" y="2478024"/>
            <a:ext cx="19659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29968" y="2496312"/>
            <a:ext cx="18745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 us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950208" y="2478024"/>
            <a:ext cx="23317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95928" y="2496312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1107.6 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81928" y="2478024"/>
            <a:ext cx="23317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496312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807.8 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613648" y="2478024"/>
            <a:ext cx="23317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59368" y="2496312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508.0 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9808" y="3008376"/>
            <a:ext cx="123444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3026664"/>
            <a:ext cx="11430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984248" y="3008376"/>
            <a:ext cx="19659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29968" y="3026664"/>
            <a:ext cx="18745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 us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950208" y="3008376"/>
            <a:ext cx="23317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95928" y="3026664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1107.6 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81928" y="3008376"/>
            <a:ext cx="23317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3026664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807.8 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613648" y="3008376"/>
            <a:ext cx="23317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59368" y="3026664"/>
            <a:ext cx="2240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508.0 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" y="4800600"/>
            <a:ext cx="10287000" cy="6858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" y="4855464"/>
            <a:ext cx="1014069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판단: 8 us는 RTL/xsim 실측값이 아닙니다. C07에서 VDMA/PS/Ethernet 측정값으로 다시 산출해야 합니다.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조건: processing + stall &lt;= 13.888889 us - round_trip - reserve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 Contracts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내부 blocker는 닫혔고, 다음 단계는 system 계약을 닫아야 합니다.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219456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44168"/>
            <a:ext cx="21031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71800" y="1325880"/>
            <a:ext cx="804672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344168"/>
            <a:ext cx="7955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892808"/>
            <a:ext cx="219456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11096"/>
            <a:ext cx="21031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71800" y="1892808"/>
            <a:ext cx="80467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911096"/>
            <a:ext cx="7955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VDMA stream에서는 버림. SW는 16-bit hit slot 수락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7240" y="2459736"/>
            <a:ext cx="219456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478024"/>
            <a:ext cx="21031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71800" y="2459736"/>
            <a:ext cx="80467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478024"/>
            <a:ext cx="7955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sticky는 err_soft_clear. quarantine_escape는 reset-only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7240" y="3026664"/>
            <a:ext cx="219456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044952"/>
            <a:ext cx="21031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971800" y="3026664"/>
            <a:ext cx="80467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3044952"/>
            <a:ext cx="7955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baseline + recovery + bounded backpressure PASS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77240" y="3593592"/>
            <a:ext cx="219456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611880"/>
            <a:ext cx="21031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71800" y="3593592"/>
            <a:ext cx="80467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3611880"/>
            <a:ext cx="7955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 reserve, board STA, 장기 VDMA stall은 C07에서 닫음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017520" y="5074920"/>
            <a:ext cx="6126480" cy="64008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5129784"/>
            <a:ext cx="598017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GO_WITH_HARDENED_CONTRACT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후속: C06_Control_Status_Integration_260514144755_C07_Handoff_v002.md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Code Fix Result v006</dc:title>
  <dc:subject>C06 Code Fix Result v006</dc:subject>
  <dc:creator>Codex</dc:creator>
  <cp:lastModifiedBy>Codex</cp:lastModifiedBy>
  <cp:revision>1</cp:revision>
  <dcterms:created xsi:type="dcterms:W3CDTF">2026-05-14T06:03:29Z</dcterms:created>
  <dcterms:modified xsi:type="dcterms:W3CDTF">2026-05-14T06:03:29Z</dcterms:modified>
</cp:coreProperties>
</file>