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Code Fix Plan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PASS 이후 남은 Open 항목을 작은 RTL 수정과 필수 검증으로 닫는다.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2468880" cy="804672"/>
          </a:xfrm>
          <a:prstGeom prst="roundRect">
            <a:avLst>
              <a:gd name="adj" fmla="val 6818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2340864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가능 판정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data/output baseline 확보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743200" cy="804672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1417320"/>
            <a:ext cx="2615184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control/status/IRQ/backpressure 계약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46520" y="1371600"/>
            <a:ext cx="3931920" cy="804672"/>
          </a:xfrm>
          <a:prstGeom prst="roundRect">
            <a:avLst>
              <a:gd name="adj" fmla="val 6818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417320"/>
            <a:ext cx="3803904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제외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payload 재설계, pipeline IRQ 신규 기능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3108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계획의 기본 결정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246120"/>
            <a:ext cx="2834640" cy="402336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" y="3264408"/>
            <a:ext cx="27614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3611880" y="3246120"/>
            <a:ext cx="6766560" cy="402336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8456" y="3264408"/>
            <a:ext cx="669340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77240" y="3648456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" y="3666744"/>
            <a:ext cx="27614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status_agg busy/overrun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611880" y="3648456"/>
            <a:ext cx="6766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48456" y="3666744"/>
            <a:ext cx="669340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 boundary 추가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777240" y="4050792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4069080"/>
            <a:ext cx="27614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 start outputs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3611880" y="4050792"/>
            <a:ext cx="6766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48456" y="4069080"/>
            <a:ext cx="669340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 boundary 추가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77240" y="4453128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" y="4471416"/>
            <a:ext cx="27614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 sticky clear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3611880" y="4453128"/>
            <a:ext cx="6766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48456" y="4471416"/>
            <a:ext cx="669340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soft_clear 대상 통일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777240" y="4855464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" y="4873752"/>
            <a:ext cx="27614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o_irq_pipe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3611880" y="4855464"/>
            <a:ext cx="6766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48456" y="4873752"/>
            <a:ext cx="669340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reserved/tied-off 유지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777240" y="5257800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" y="5276088"/>
            <a:ext cx="27614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quarantine_escape_mask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3611880" y="5257800"/>
            <a:ext cx="6766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48456" y="5276088"/>
            <a:ext cx="669340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reset-only 예외 유지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594360" y="6382512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C06_Control_Status_Integration_260511192515_Code_Fix_Plan_v001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구조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수정은 timing boundary부터 status recovery, IRQ 계약, 검증 순서로 진행한다.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459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147218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status_agg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busy/overrun register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13432" y="2103120"/>
            <a:ext cx="52120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16459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1691640"/>
            <a:ext cx="147218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 output register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53712" y="2103120"/>
            <a:ext cx="52120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66360" y="16459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0368" y="1691640"/>
            <a:ext cx="147218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sticky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soft_clear policy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93992" y="2103120"/>
            <a:ext cx="52120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6640" y="16459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0648" y="1691640"/>
            <a:ext cx="147218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o_irq_pipe reserved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034272" y="2103120"/>
            <a:ext cx="52120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46920" y="16459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10928" y="1691640"/>
            <a:ext cx="147218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T0~T6 / stall / sticky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" y="3246120"/>
            <a:ext cx="1188720" cy="39319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264408"/>
            <a:ext cx="11155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2011680" y="3246120"/>
            <a:ext cx="3154680" cy="39319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48256" y="3264408"/>
            <a:ext cx="30815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파일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166360" y="3246120"/>
            <a:ext cx="5760720" cy="39319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02936" y="3264408"/>
            <a:ext cx="56875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822960" y="3639312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3657600"/>
            <a:ext cx="11155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2011680" y="3639312"/>
            <a:ext cx="31546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8256" y="3657600"/>
            <a:ext cx="30815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tdc_gpx_status_agg.vhd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166360" y="3639312"/>
            <a:ext cx="5760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02936" y="3657600"/>
            <a:ext cx="56875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STAT5 busy/overrun latency 1clk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22960" y="4032504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4050792"/>
            <a:ext cx="11155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011680" y="4032504"/>
            <a:ext cx="31546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48256" y="4050792"/>
            <a:ext cx="30815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tdc_gpx_face_seq.vhd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5166360" y="4032504"/>
            <a:ext cx="5760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02936" y="4050792"/>
            <a:ext cx="56875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 A~D, top width sweep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822960" y="442569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" y="4443984"/>
            <a:ext cx="11155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2011680" y="4425696"/>
            <a:ext cx="31546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48256" y="4443984"/>
            <a:ext cx="30815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tdc_gpx_top.vhd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166360" y="4425696"/>
            <a:ext cx="5760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02936" y="4443984"/>
            <a:ext cx="56875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err_soft_clear 전/후 status readback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822960" y="4818888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" y="4837176"/>
            <a:ext cx="11155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2011680" y="4818888"/>
            <a:ext cx="31546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48256" y="4837176"/>
            <a:ext cx="30815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tdc_gpx_top/csr_pipeline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5166360" y="4818888"/>
            <a:ext cx="5760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02936" y="4837176"/>
            <a:ext cx="56875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o_irq_pipe=0 reserved 계약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822960" y="521208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9536" y="5230368"/>
            <a:ext cx="11155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2011680" y="5212080"/>
            <a:ext cx="31546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48256" y="5230368"/>
            <a:ext cx="308152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files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5166360" y="5212080"/>
            <a:ext cx="5760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02936" y="5230368"/>
            <a:ext cx="56875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VB-C06-01/03/04/05/09/10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594360" y="6382512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A~E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영향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수정은 대부분 data throughput을 바꾸지 않고, boundary latency만 명확히 한다.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2651760" cy="512064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252728"/>
            <a:ext cx="257860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3246120" y="1234440"/>
            <a:ext cx="2331720" cy="512064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82696" y="1252728"/>
            <a:ext cx="225856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577840" y="1234440"/>
            <a:ext cx="2971800" cy="512064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14416" y="1252728"/>
            <a:ext cx="289864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8549640" y="1234440"/>
            <a:ext cx="2834640" cy="512064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86216" y="1252728"/>
            <a:ext cx="276148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94360" y="1746504"/>
            <a:ext cx="26517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1764792"/>
            <a:ext cx="257860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register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246120" y="1746504"/>
            <a:ext cx="2331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1764792"/>
            <a:ext cx="225856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+1clk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577840" y="1746504"/>
            <a:ext cx="2971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14416" y="1764792"/>
            <a:ext cx="289864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영향 없음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549640" y="1746504"/>
            <a:ext cx="2834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86216" y="1764792"/>
            <a:ext cx="276148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영향 없음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594360" y="2258568"/>
            <a:ext cx="26517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2276856"/>
            <a:ext cx="257860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 start register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3246120" y="2258568"/>
            <a:ext cx="2331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2276856"/>
            <a:ext cx="225856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 +1clk 가능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577840" y="2258568"/>
            <a:ext cx="2971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14416" y="2276856"/>
            <a:ext cx="289864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 rate 영향 없음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8549640" y="2258568"/>
            <a:ext cx="2834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86216" y="2276856"/>
            <a:ext cx="276148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II +1clk 가능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94360" y="2770632"/>
            <a:ext cx="26517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2788920"/>
            <a:ext cx="257860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 clear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246120" y="2770632"/>
            <a:ext cx="2331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82696" y="2788920"/>
            <a:ext cx="225856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 관측 +0~1clk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577840" y="2770632"/>
            <a:ext cx="2971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14416" y="2788920"/>
            <a:ext cx="289864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영향 없음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8549640" y="2770632"/>
            <a:ext cx="2834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86216" y="2788920"/>
            <a:ext cx="276148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판단 안정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94360" y="3282696"/>
            <a:ext cx="26517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" y="3300984"/>
            <a:ext cx="257860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o_irq_pipe reserved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3246120" y="3282696"/>
            <a:ext cx="2331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82696" y="3300984"/>
            <a:ext cx="225856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IRQ 기능 추가 없음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577840" y="3282696"/>
            <a:ext cx="2971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14416" y="3300984"/>
            <a:ext cx="289864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영향 없음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8549640" y="3282696"/>
            <a:ext cx="2834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86216" y="3300984"/>
            <a:ext cx="276148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영향 없음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94360" y="3794760"/>
            <a:ext cx="26517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" y="3813048"/>
            <a:ext cx="257860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tready stall 검증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3246120" y="3794760"/>
            <a:ext cx="2331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82696" y="3813048"/>
            <a:ext cx="225856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stall만큼 T3~T6 증가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5577840" y="3794760"/>
            <a:ext cx="2971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14416" y="3813048"/>
            <a:ext cx="289864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stall만큼 감소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8549640" y="3794760"/>
            <a:ext cx="2834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86216" y="3813048"/>
            <a:ext cx="276148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T6 기준 증가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822960" y="5166360"/>
            <a:ext cx="10241280" cy="594360"/>
          </a:xfrm>
          <a:prstGeom prst="roundRect">
            <a:avLst>
              <a:gd name="adj" fmla="val 9231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6968" y="5212080"/>
            <a:ext cx="1011326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 boundary는 timing closure를 좋게 만들지만, T0~T6 marker와 기존 baseline을 기준으로 +1 clock 영향까지 문서화해야 한다.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94360" y="6382512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Throughput / Pipeline / II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IRQ 계약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C06에서는 pipeline IRQ를 새로 만들지 않고 reserved/tied-off로 명확히 한다.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0020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645920"/>
            <a:ext cx="2157984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config_ctrl IRQ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유지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2011680"/>
            <a:ext cx="73152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77640" y="160020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41648" y="1645920"/>
            <a:ext cx="2249424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config/control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interrupt path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24612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291840"/>
            <a:ext cx="2157984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csr_pipeline IRQ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o_irq_pipe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source=0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3657600"/>
            <a:ext cx="731520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77640" y="324612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41648" y="3291840"/>
            <a:ext cx="2249424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reserved/tied-off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세대 계약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19202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76288" y="1965960"/>
            <a:ext cx="3758184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STAT5/6/7 sticky OR를 IRQ로 만들려면 mask/clear/pulse-level 정책이 새로 필요하다. C06 안정화 범위를 넘으므로 다음 generation 후보로 남긴다.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6382512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IRQ source/clear contract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Matrix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후 C06 완료 판정에 필요한 항목만 필수로 묶는다.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1417320" cy="39319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161288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1920240" y="1143000"/>
            <a:ext cx="1691640" cy="39319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56816" y="1161288"/>
            <a:ext cx="1618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목표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3611880" y="1143000"/>
            <a:ext cx="8138160" cy="39319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8456" y="1161288"/>
            <a:ext cx="80650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내용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1554480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VB-C06-01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1920240" y="1536192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56816" y="1554480"/>
            <a:ext cx="1618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3611880" y="1536192"/>
            <a:ext cx="8138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8456" y="1554480"/>
            <a:ext cx="80650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 T0~T6 marker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502920" y="1929384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1947672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VB-C06-02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1920240" y="1929384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56816" y="1947672"/>
            <a:ext cx="1618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3611880" y="1929384"/>
            <a:ext cx="8138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48456" y="1947672"/>
            <a:ext cx="80650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 중 next start defer/drop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502920" y="2322576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0864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VB-C06-03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1920240" y="2322576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56816" y="2340864"/>
            <a:ext cx="1618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3611880" y="2322576"/>
            <a:ext cx="8138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2340864"/>
            <a:ext cx="80650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rise/fall imbalance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502920" y="2715768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" y="2734056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VB-C06-04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1920240" y="2715768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56816" y="2734056"/>
            <a:ext cx="1618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3611880" y="2715768"/>
            <a:ext cx="8138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48456" y="2734056"/>
            <a:ext cx="80650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tready stall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502920" y="3108960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" y="3127248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VB-C06-05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1920240" y="3108960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56816" y="3127248"/>
            <a:ext cx="1618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3611880" y="3108960"/>
            <a:ext cx="8138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48456" y="3127248"/>
            <a:ext cx="80650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 clear/readback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502920" y="3502152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" y="3520440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VB-C06-06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1920240" y="3502152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56816" y="3520440"/>
            <a:ext cx="1618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3611880" y="3502152"/>
            <a:ext cx="8138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48456" y="3520440"/>
            <a:ext cx="80650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max_hits_cfg early/late snapshot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502920" y="3895344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" y="3913632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VB-C06-07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1920240" y="3895344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56816" y="3913632"/>
            <a:ext cx="1618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3611880" y="3895344"/>
            <a:ext cx="8138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48456" y="3913632"/>
            <a:ext cx="80650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width sweep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502920" y="4288536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9496" y="4306824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VB-C06-08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1920240" y="4288536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56816" y="4306824"/>
            <a:ext cx="1618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3611880" y="4288536"/>
            <a:ext cx="8138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48456" y="4306824"/>
            <a:ext cx="80650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reset/soft_reset/force_reinit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502920" y="4681728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9496" y="4700016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VB-C06-09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1920240" y="4681728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956816" y="4700016"/>
            <a:ext cx="1618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</a:t>
            </a:r>
            <a:endParaRPr lang="en-US" sz="760" dirty="0"/>
          </a:p>
        </p:txBody>
      </p:sp>
      <p:sp>
        <p:nvSpPr>
          <p:cNvPr id="63" name="Shape 61"/>
          <p:cNvSpPr/>
          <p:nvPr/>
        </p:nvSpPr>
        <p:spPr>
          <a:xfrm>
            <a:off x="3611880" y="4681728"/>
            <a:ext cx="8138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48456" y="4700016"/>
            <a:ext cx="80650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o_irq_pipe reserved</a:t>
            </a:r>
            <a:endParaRPr lang="en-US" sz="760" dirty="0"/>
          </a:p>
        </p:txBody>
      </p:sp>
      <p:sp>
        <p:nvSpPr>
          <p:cNvPr id="65" name="Shape 63"/>
          <p:cNvSpPr/>
          <p:nvPr/>
        </p:nvSpPr>
        <p:spPr>
          <a:xfrm>
            <a:off x="502920" y="5074920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9496" y="5093208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VB-C06-10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1920240" y="5074920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56816" y="5093208"/>
            <a:ext cx="1618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</a:t>
            </a:r>
            <a:endParaRPr lang="en-US" sz="760" dirty="0"/>
          </a:p>
        </p:txBody>
      </p:sp>
      <p:sp>
        <p:nvSpPr>
          <p:cNvPr id="69" name="Shape 67"/>
          <p:cNvSpPr/>
          <p:nvPr/>
        </p:nvSpPr>
        <p:spPr>
          <a:xfrm>
            <a:off x="3611880" y="5074920"/>
            <a:ext cx="8138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48456" y="5093208"/>
            <a:ext cx="806500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budget + stall penalty</a:t>
            </a:r>
            <a:endParaRPr lang="en-US" sz="760" dirty="0"/>
          </a:p>
        </p:txBody>
      </p:sp>
      <p:sp>
        <p:nvSpPr>
          <p:cNvPr id="71" name="Text 69"/>
          <p:cNvSpPr/>
          <p:nvPr/>
        </p:nvSpPr>
        <p:spPr>
          <a:xfrm>
            <a:off x="594360" y="6382512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Fresh xsim required after code changes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실행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109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승인 후 바로 Phase A부터 코드 수정에 들어간다.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00200"/>
            <a:ext cx="183794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status_agg register화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993392"/>
            <a:ext cx="6400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4720" y="155448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1600200"/>
            <a:ext cx="183794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 start FF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993392"/>
            <a:ext cx="6400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72200" y="155448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1600200"/>
            <a:ext cx="183794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C/D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 + IRQ contract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1993392"/>
            <a:ext cx="6400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869680" y="155448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33688" y="1600200"/>
            <a:ext cx="183794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fresh xsim closure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3703320"/>
            <a:ext cx="9692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749040"/>
            <a:ext cx="956462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원칙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가능한 VHDL, module boundary register, 조합 2-depth 규칙, AXI4-Lite TB helper는 px_utility_pkg 사용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4800600"/>
            <a:ext cx="9692640" cy="566928"/>
          </a:xfrm>
          <a:prstGeom prst="roundRect">
            <a:avLst>
              <a:gd name="adj" fmla="val 9677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4846320"/>
            <a:ext cx="956462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산출물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C06_Code_Fix_v001 또는 C06_Verify_v001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6382512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Next: code modification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Code Fix Plan v001</dc:title>
  <dc:subject>C06 Code Fix Plan v001</dc:subject>
  <dc:creator>Codex</dc:creator>
  <cp:lastModifiedBy>Codex</cp:lastModifiedBy>
  <cp:revision>1</cp:revision>
  <dcterms:created xsi:type="dcterms:W3CDTF">2026-05-11T10:28:20Z</dcterms:created>
  <dcterms:modified xsi:type="dcterms:W3CDTF">2026-05-11T10:28:20Z</dcterms:modified>
</cp:coreProperties>
</file>