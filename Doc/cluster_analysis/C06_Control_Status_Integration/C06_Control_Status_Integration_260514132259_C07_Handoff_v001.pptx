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04672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C06 -&gt; 다음 단계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4944" y="1481328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 Integration Handoff v001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GO_WITH_CONTRACT입니다. 다음 단계는 C06 내부 수정이 아니라 시스템 소비자 계약 수락입니다.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2148840" cy="804672"/>
          </a:xfrm>
          <a:prstGeom prst="roundRect">
            <a:avLst>
              <a:gd name="adj" fmla="val 4545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758184"/>
            <a:ext cx="2002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3703320"/>
            <a:ext cx="2148840" cy="804672"/>
          </a:xfrm>
          <a:prstGeom prst="roundRect">
            <a:avLst>
              <a:gd name="adj" fmla="val 4545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3758184"/>
            <a:ext cx="2002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PASS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3703320"/>
            <a:ext cx="2148840" cy="804672"/>
          </a:xfrm>
          <a:prstGeom prst="roundRect">
            <a:avLst>
              <a:gd name="adj" fmla="val 4545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2472" y="3758184"/>
            <a:ext cx="2002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force/soft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PASS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49640" y="3703320"/>
            <a:ext cx="2148840" cy="804672"/>
          </a:xfrm>
          <a:prstGeom prst="roundRect">
            <a:avLst>
              <a:gd name="adj" fmla="val 4545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3758184"/>
            <a:ext cx="2002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 open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sim_results/vivado_xsim/sessions/260514132259_c06_v004_recovery/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인계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아래 계약을 수락한 뒤 시스템 관점 검증으로 확장합니다.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325880"/>
            <a:ext cx="86868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34416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545336" y="1325880"/>
            <a:ext cx="681228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1344168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357616" y="1325880"/>
            <a:ext cx="265176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03336" y="1344168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76656" y="1764792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783080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45336" y="1764792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1783080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범위는 I-Mode single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357616" y="1764792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783080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76656" y="2203704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221992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545336" y="2203704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2221992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timing은 C01/C02 Datasheet 계약 상속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357616" y="2203704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3336" y="2221992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76656" y="2642616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660904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H-03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545336" y="2642616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91056" y="2660904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recovery pulse는 TDC pulse로 보존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357616" y="2642616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2660904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76656" y="3081528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3099816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H-04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545336" y="3081528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91056" y="3099816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 -&gt; PH_INIT -&gt; next run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357616" y="3081528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3099816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76656" y="3520440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53872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545336" y="3520440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91056" y="3538728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-&gt; PH_RESP_DRAIN -&gt; PH_INIT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357616" y="3520440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03336" y="3538728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76656" y="3959352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977640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545336" y="3959352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91056" y="3977640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face/status recovery boundary reset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357616" y="3959352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03336" y="3977640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6656" y="4398264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" y="4416552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H-07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545336" y="4398264"/>
            <a:ext cx="6812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91056" y="4416552"/>
            <a:ext cx="6720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final output 제거 정책 유지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357616" y="4398264"/>
            <a:ext cx="2651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03336" y="4416552"/>
            <a:ext cx="2560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C06_Control_Status_Integration_260514132259_C07_Handoff_v001.md section 3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/ Control / Status 경계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C01~C06 내부를 다시 여는 것이 아니라, final stream과 status 소비 계약을 닫습니다.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1143000" cy="841248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20824"/>
            <a:ext cx="9966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bus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856232" y="2386584"/>
            <a:ext cx="33832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965960"/>
            <a:ext cx="1143000" cy="841248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2020824"/>
            <a:ext cx="9966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410712" y="2386584"/>
            <a:ext cx="33832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1965960"/>
            <a:ext cx="1143000" cy="841248"/>
          </a:xfrm>
          <a:prstGeom prst="roundRect">
            <a:avLst>
              <a:gd name="adj" fmla="val 4348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2020824"/>
            <a:ext cx="9966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pipe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965192" y="2386584"/>
            <a:ext cx="33832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49240" y="1965960"/>
            <a:ext cx="1143000" cy="841248"/>
          </a:xfrm>
          <a:prstGeom prst="roundRect">
            <a:avLst>
              <a:gd name="adj" fmla="val 4348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2020824"/>
            <a:ext cx="9966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519672" y="2386584"/>
            <a:ext cx="52120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86600" y="1965960"/>
            <a:ext cx="1143000" cy="841248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2020824"/>
            <a:ext cx="9966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257032" y="2386584"/>
            <a:ext cx="84124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1965960"/>
            <a:ext cx="1143000" cy="841248"/>
          </a:xfrm>
          <a:prstGeom prst="roundRect">
            <a:avLst>
              <a:gd name="adj" fmla="val 4348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020824"/>
            <a:ext cx="9966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C07/system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3703320"/>
            <a:ext cx="219456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21608"/>
            <a:ext cx="21031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3063240" y="3703320"/>
            <a:ext cx="804672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72160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수락 내용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868680" y="4160520"/>
            <a:ext cx="21945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78808"/>
            <a:ext cx="21031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stream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3063240" y="416052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417880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lane, SOF/tlast, 32/64/128 width parser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868680" y="4617720"/>
            <a:ext cx="21945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636008"/>
            <a:ext cx="21031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3063240" y="461772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463600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STAT5/6/7 polling, o_irq_pipe reserved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868680" y="5074920"/>
            <a:ext cx="21945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093208"/>
            <a:ext cx="21031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3063240" y="507492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509320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II는 TB scenario interval과 RTL latency를 분리해서 해석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868680" y="5532120"/>
            <a:ext cx="21945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550408"/>
            <a:ext cx="21031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budget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3063240" y="5532120"/>
            <a:ext cx="8046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5550408"/>
            <a:ext cx="7955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 8 us reserve는 별도 실측/검증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handoff는 system consumer contract로 확장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II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단계에서 그대로 받아야 하는 C06 관측값입니다.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468880" cy="49377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35608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2743200" cy="49377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35608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5257800" cy="49377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435608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1911096"/>
            <a:ext cx="246888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29384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54680" y="1911096"/>
            <a:ext cx="27432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29384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clk / 55 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97880" y="1911096"/>
            <a:ext cx="5257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929384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 final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2404872"/>
            <a:ext cx="246888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54680" y="2404872"/>
            <a:ext cx="27432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 clk / 460 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97880" y="2404872"/>
            <a:ext cx="5257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423160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TB timing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" y="2898648"/>
            <a:ext cx="246888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916936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TLAST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54680" y="2898648"/>
            <a:ext cx="27432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16936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189~192 clk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97880" y="2898648"/>
            <a:ext cx="5257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916936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small TB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5800" y="3392424"/>
            <a:ext cx="246888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410712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shot-to-shot T0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154680" y="3392424"/>
            <a:ext cx="27432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410712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2107 clk / 10.535 us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97880" y="3392424"/>
            <a:ext cx="5257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410712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interval, 최소 II 아님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" y="3886200"/>
            <a:ext cx="246888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04488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-&gt; TDC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54680" y="3886200"/>
            <a:ext cx="27432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904488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 / 4 clk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97880" y="3886200"/>
            <a:ext cx="5257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904488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CDC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" y="4379976"/>
            <a:ext cx="246888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398264"/>
            <a:ext cx="2377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throughput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54680" y="4379976"/>
            <a:ext cx="27432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4398264"/>
            <a:ext cx="2651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beats / tlast 4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97880" y="4379976"/>
            <a:ext cx="5257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4398264"/>
            <a:ext cx="5166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force/soft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68680" y="5166360"/>
            <a:ext cx="10287000" cy="59436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" y="5221224"/>
            <a:ext cx="101406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C06 recovery는 steady-state shot pipeline을 악화시키지 않고, run-to-run recovery boundary만 닫습니다.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 Result v005 section 5, official xsim logs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선택지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계획은 C06까지 정의되어 있으므로 C07은 목적을 먼저 정해야 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256032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35608"/>
            <a:ext cx="24688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18688" y="1417320"/>
            <a:ext cx="48006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435608"/>
            <a:ext cx="4709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019288" y="1417320"/>
            <a:ext cx="34290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1435608"/>
            <a:ext cx="3337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상황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1984248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002536"/>
            <a:ext cx="24688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C07_System_Integration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18688" y="1984248"/>
            <a:ext cx="4800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002536"/>
            <a:ext cx="4709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VDMA/PS/Ethernet, parser, board reserve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19288" y="1984248"/>
            <a:ext cx="3429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2002536"/>
            <a:ext cx="3337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연결 검증을 계속할 때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2551176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569464"/>
            <a:ext cx="24688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C07_Release_Readiness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18688" y="2551176"/>
            <a:ext cx="4800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2569464"/>
            <a:ext cx="4709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synthesis/STA, sim report, release checklist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19288" y="2551176"/>
            <a:ext cx="3429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2569464"/>
            <a:ext cx="3337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준비 단계일 때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" y="3118104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136392"/>
            <a:ext cx="24688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Report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18688" y="3118104"/>
            <a:ext cx="4800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36392"/>
            <a:ext cx="4709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C01~C06 운용 개념과 검증 패키지 통합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19288" y="3118104"/>
            <a:ext cx="3429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3136392"/>
            <a:ext cx="3337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RTL 분석이 없을 때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68680" y="5166360"/>
            <a:ext cx="10241280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221224"/>
            <a:ext cx="1009497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인계 결론: C06은 GO_WITH_CONTRACT. 다음 단계는 내부 재수정이 아니라 계약 수락과 시스템 검증입니다.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C06 -&gt; C07 Handoff v001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to C07 Handoff v001</dc:title>
  <dc:subject>C06 to C07 Handoff v001</dc:subject>
  <dc:creator>Codex</dc:creator>
  <cp:lastModifiedBy>Codex</cp:lastModifiedBy>
  <cp:revision>1</cp:revision>
  <dcterms:created xsi:type="dcterms:W3CDTF">2026-05-14T04:37:08Z</dcterms:created>
  <dcterms:modified xsi:type="dcterms:W3CDTF">2026-05-14T04:37:08Z</dcterms:modified>
</cp:coreProperties>
</file>