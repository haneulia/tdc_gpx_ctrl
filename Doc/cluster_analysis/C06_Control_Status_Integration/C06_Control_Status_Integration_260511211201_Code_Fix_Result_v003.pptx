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30352"/>
            <a:ext cx="1280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841248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/ Status Integration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572768"/>
            <a:ext cx="45720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Fix Result v003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2267712"/>
            <a:ext cx="98755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recovery는 PASS. soft_reset recovery는 chip_busy/PH_RESP_DRAIN 경계 Open으로 분리.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86384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4532D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1E3A8A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62472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 polling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95360" y="3383280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713F12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68512" y="3438144"/>
            <a:ext cx="2002536" cy="7589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v004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Code Fix Result v003 | 생성 2026-05-11 21:12:01 KST | 실행 stamp 260511212000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 검증 Matrix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v003은 recovery 경로를 force_reinit PASS와 soft_reset Open으로 분리했다.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261872"/>
            <a:ext cx="9144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1517904" y="1261872"/>
            <a:ext cx="29718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280160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489704" y="1261872"/>
            <a:ext cx="15544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280160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044184" y="1261872"/>
            <a:ext cx="548640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280160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03504" y="1792224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10512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V3-01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1517904" y="1792224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1810512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baseline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489704" y="1792224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810512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044184" y="1792224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810512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v003 script 선행 실행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03504" y="2322576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340864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517904" y="2322576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2340864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-&gt; force_reinit -&gt; run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489704" y="2322576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2340864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044184" y="2322576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0760" y="2340864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run, total 88 beats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603504" y="2852928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71216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V3-03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517904" y="2852928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2871216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post-force STAT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4489704" y="2852928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871216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044184" y="2852928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871216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 post-force-reinit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603504" y="3383280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401568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V3-04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517904" y="3383280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3401568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output/IRQ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4489704" y="3383280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26280" y="3401568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6044184" y="3383280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3401568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PASS, IRQ 0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603504" y="3913632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3931920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V3-05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1517904" y="3913632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54480" y="3931920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-&gt; soft_reset -&gt; run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>
            <a:off x="4489704" y="3913632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26280" y="3931920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6044184" y="3913632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3931920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 busy pending 후 IFIFO read=0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603504" y="4443984"/>
            <a:ext cx="914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462272"/>
            <a:ext cx="841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V3-06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1517904" y="4443984"/>
            <a:ext cx="29718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554480" y="4462272"/>
            <a:ext cx="28986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o_irq_pipe policy</a:t>
            </a:r>
            <a:endParaRPr lang="en-US" sz="830" dirty="0"/>
          </a:p>
        </p:txBody>
      </p:sp>
      <p:sp>
        <p:nvSpPr>
          <p:cNvPr id="57" name="Shape 55"/>
          <p:cNvSpPr/>
          <p:nvPr/>
        </p:nvSpPr>
        <p:spPr>
          <a:xfrm>
            <a:off x="4489704" y="4443984"/>
            <a:ext cx="1554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4462272"/>
            <a:ext cx="148132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</a:t>
            </a:r>
            <a:endParaRPr lang="en-US" sz="830" dirty="0"/>
          </a:p>
        </p:txBody>
      </p:sp>
      <p:sp>
        <p:nvSpPr>
          <p:cNvPr id="59" name="Shape 57"/>
          <p:cNvSpPr/>
          <p:nvPr/>
        </p:nvSpPr>
        <p:spPr>
          <a:xfrm>
            <a:off x="6044184" y="4443984"/>
            <a:ext cx="548640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4462272"/>
            <a:ext cx="5413248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reserved/tie-off 유지</a:t>
            </a:r>
            <a:endParaRPr lang="en-US" sz="830" dirty="0"/>
          </a:p>
        </p:txBody>
      </p:sp>
      <p:sp>
        <p:nvSpPr>
          <p:cNvPr id="61" name="Text 59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로그: xsim_c06_v003_top_int_force_260511212000.log / xsim_c06_v003_top_int_soft_260511212000.log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 PASS 흐름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PH_RESP_DRAIN을 우회해 PH_INIT으로 재진입하고 다음 run이 정상 출력된다.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01952" y="2377440"/>
            <a:ext cx="37490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3E8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93592" y="2377440"/>
            <a:ext cx="51206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6052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3367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PH_INIT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re-entry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22392" y="2377440"/>
            <a:ext cx="51206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51192" y="2377440"/>
            <a:ext cx="42062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9983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88552" y="2377440"/>
            <a:ext cx="42062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64040" y="192024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37192" y="197510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05840" y="3913632"/>
            <a:ext cx="192024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3931920"/>
            <a:ext cx="18470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2926080" y="3913632"/>
            <a:ext cx="210312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62656" y="3931920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run1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5029200" y="3913632"/>
            <a:ext cx="210312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3931920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run2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132320" y="3913632"/>
            <a:ext cx="4023360" cy="43891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8896" y="3931920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1005840" y="4352544"/>
            <a:ext cx="19202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4370832"/>
            <a:ext cx="18470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T0-&gt;T1</a:t>
            </a:r>
            <a:endParaRPr lang="en-US" sz="840" dirty="0"/>
          </a:p>
        </p:txBody>
      </p:sp>
      <p:sp>
        <p:nvSpPr>
          <p:cNvPr id="32" name="Shape 30"/>
          <p:cNvSpPr/>
          <p:nvPr/>
        </p:nvSpPr>
        <p:spPr>
          <a:xfrm>
            <a:off x="2926080" y="4352544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62656" y="4370832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11clk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5029200" y="4352544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65776" y="4370832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11clk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7132320" y="4352544"/>
            <a:ext cx="4023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8896" y="4370832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1005840" y="4791456"/>
            <a:ext cx="19202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" y="4809744"/>
            <a:ext cx="18470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T0-&gt;T2</a:t>
            </a:r>
            <a:endParaRPr lang="en-US" sz="840" dirty="0"/>
          </a:p>
        </p:txBody>
      </p:sp>
      <p:sp>
        <p:nvSpPr>
          <p:cNvPr id="40" name="Shape 38"/>
          <p:cNvSpPr/>
          <p:nvPr/>
        </p:nvSpPr>
        <p:spPr>
          <a:xfrm>
            <a:off x="2926080" y="4791456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62656" y="4809744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5029200" y="4791456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65776" y="4809744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92clk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7132320" y="4791456"/>
            <a:ext cx="4023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8896" y="4809744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1005840" y="5230368"/>
            <a:ext cx="192024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2416" y="5248656"/>
            <a:ext cx="184708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T0-&gt;T5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2926080" y="5230368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62656" y="5248656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192/189clk</a:t>
            </a:r>
            <a:endParaRPr lang="en-US" sz="840" dirty="0"/>
          </a:p>
        </p:txBody>
      </p:sp>
      <p:sp>
        <p:nvSpPr>
          <p:cNvPr id="50" name="Shape 48"/>
          <p:cNvSpPr/>
          <p:nvPr/>
        </p:nvSpPr>
        <p:spPr>
          <a:xfrm>
            <a:off x="5029200" y="5230368"/>
            <a:ext cx="210312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5776" y="5248656"/>
            <a:ext cx="202996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190/189clk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7132320" y="5230368"/>
            <a:ext cx="4023360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68896" y="5248656"/>
            <a:ext cx="3950208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force log T0/T1/T2/T5 markers, cycle 2891~17465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Open 흐름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read가 가능해도 다음 START accept가 닫히지 않는다.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93392" y="2286000"/>
            <a:ext cx="37490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2316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85032" y="2286000"/>
            <a:ext cx="466344" cy="0"/>
          </a:xfrm>
          <a:prstGeom prst="line">
            <a:avLst/>
          </a:prstGeom>
          <a:noFill/>
          <a:ln w="1651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PH_RESP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68112" y="2286000"/>
            <a:ext cx="466344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#2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51192" y="2286000"/>
            <a:ext cx="466344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34272" y="2286000"/>
            <a:ext cx="466344" cy="0"/>
          </a:xfrm>
          <a:prstGeom prst="line">
            <a:avLst/>
          </a:prstGeom>
          <a:noFill/>
          <a:ln w="1651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55480" y="1828800"/>
            <a:ext cx="1234440" cy="9144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1883664"/>
            <a:ext cx="108813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read=0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103327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 clk 추가 대기 후에도 face_seq는 pipeline busy pending을 반복했다. 따라서 단순 대기값 부족이 아니라 chip_busy/PH_RESP_DRAIN 경계 Open으로 판단한다.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228600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590288"/>
            <a:ext cx="22128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4572000"/>
            <a:ext cx="182880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6976" y="4590288"/>
            <a:ext cx="17556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0" y="4572000"/>
            <a:ext cx="5760720" cy="38404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5776" y="4590288"/>
            <a:ext cx="5687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4400" y="4956048"/>
            <a:ext cx="22860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974336"/>
            <a:ext cx="22128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0" y="4956048"/>
            <a:ext cx="1828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36976" y="4974336"/>
            <a:ext cx="17556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8692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0" y="4956048"/>
            <a:ext cx="57607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4974336"/>
            <a:ext cx="5687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MAIN_CTRL[30]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14400" y="5340096"/>
            <a:ext cx="22860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0976" y="5358384"/>
            <a:ext cx="22128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post-soft status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5340096"/>
            <a:ext cx="1828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36976" y="5358384"/>
            <a:ext cx="17556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11570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5340096"/>
            <a:ext cx="57607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5358384"/>
            <a:ext cx="5687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read 가능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14400" y="5724144"/>
            <a:ext cx="22860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976" y="5742432"/>
            <a:ext cx="22128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 stimulus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0" y="5724144"/>
            <a:ext cx="1828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36976" y="5742432"/>
            <a:ext cx="17556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23605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029200" y="5724144"/>
            <a:ext cx="57607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65776" y="5742432"/>
            <a:ext cx="5687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불가 상태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914400" y="6108192"/>
            <a:ext cx="22860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" y="6126480"/>
            <a:ext cx="22128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failure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0" y="6108192"/>
            <a:ext cx="182880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36976" y="6126480"/>
            <a:ext cx="175564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24697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029200" y="6108192"/>
            <a:ext cx="5760720" cy="38404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65776" y="6126480"/>
            <a:ext cx="5687568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 read=0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soft log T8/T7/pending/Failure markers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v004 수정 방향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soft_reset을 회복 명령으로 보장할지, force_reinit 전용 recovery로 계약화할지 결정한다.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91440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344168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554480" y="1325880"/>
            <a:ext cx="310896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1344168"/>
            <a:ext cx="3035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283464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344168"/>
            <a:ext cx="2761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498080" y="1325880"/>
            <a:ext cx="4206240" cy="566928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34656" y="1344168"/>
            <a:ext cx="4133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40080" y="1892808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1911096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1554480" y="1892808"/>
            <a:ext cx="31089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1911096"/>
            <a:ext cx="3035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soft_reset도 PH_INIT 회복 보장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4663440" y="1892808"/>
            <a:ext cx="28346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911096"/>
            <a:ext cx="2761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단순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498080" y="1892808"/>
            <a:ext cx="4206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911096"/>
            <a:ext cx="4133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response pollution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40080" y="2459736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478024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554480" y="2459736"/>
            <a:ext cx="31089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91056" y="2478024"/>
            <a:ext cx="3035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force_reinit만 recovery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663440" y="2459736"/>
            <a:ext cx="28346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478024"/>
            <a:ext cx="2761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구조와 주석에 부합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498080" y="2459736"/>
            <a:ext cx="4206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4656" y="2478024"/>
            <a:ext cx="4133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 계약 복잡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40080" y="3026664"/>
            <a:ext cx="91440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3044952"/>
            <a:ext cx="84124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1554480" y="3026664"/>
            <a:ext cx="310896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91056" y="3044952"/>
            <a:ext cx="303580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bus_phy/response soft flush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28346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3044952"/>
            <a:ext cx="27614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soft_reset 안전 보장 가능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7498080" y="3026664"/>
            <a:ext cx="420624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34656" y="3044952"/>
            <a:ext cx="4133088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영향 큼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731520" y="4389120"/>
            <a:ext cx="10607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권고: 먼저 focused TB로 i_bus_busy / i_bus_rsp_pending / s_drain_to_init_r를 분리 계측한 뒤 A/B/C 중 하나를 선택한다.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548640" y="6437376"/>
            <a:ext cx="110642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Code Fix Plan v004 -&gt; Result v004 -&gt; C06 handoff 갱신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C06 Code Fix Result v003</dc:title>
  <dc:subject>C06 Code Fix Result v003</dc:subject>
  <dc:creator>Codex</dc:creator>
  <cp:lastModifiedBy>Codex</cp:lastModifiedBy>
  <cp:revision>1</cp:revision>
  <dcterms:created xsi:type="dcterms:W3CDTF">2026-05-11T12:15:09Z</dcterms:created>
  <dcterms:modified xsi:type="dcterms:W3CDTF">2026-05-11T12:15:09Z</dcterms:modified>
</cp:coreProperties>
</file>