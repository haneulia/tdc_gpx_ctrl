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분석 범위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데이터 파이프라인을 top-level 운용 제어와 status/IRQ 계약으로 연결한다.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119786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14173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463040"/>
            <a:ext cx="133502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54864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14173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63040"/>
            <a:ext cx="133502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4864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14173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463040"/>
            <a:ext cx="1380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1737360"/>
            <a:ext cx="54864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14173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1463040"/>
            <a:ext cx="151790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status/IRQ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2971800"/>
            <a:ext cx="310896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990088"/>
            <a:ext cx="30358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2971800"/>
            <a:ext cx="704088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2990088"/>
            <a:ext cx="69677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410712"/>
            <a:ext cx="3108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429000"/>
            <a:ext cx="30358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3410712"/>
            <a:ext cx="70408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3429000"/>
            <a:ext cx="69677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shot/face sequencer, face_closing, frame_done_both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849624"/>
            <a:ext cx="3108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867912"/>
            <a:ext cx="30358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tdc_gpx_status_agg.vhd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3849624"/>
            <a:ext cx="70408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3867912"/>
            <a:ext cx="69677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status, timestamp, overrun aggregation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4288536"/>
            <a:ext cx="3108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306824"/>
            <a:ext cx="30358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tdc_gpx_top.vhd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4288536"/>
            <a:ext cx="70408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9936" y="4306824"/>
            <a:ext cx="69677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C01~C04와 외부 AXIS/IRQ 연결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4727448"/>
            <a:ext cx="3108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4745736"/>
            <a:ext cx="30358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contract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4727448"/>
            <a:ext cx="70408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59936" y="4745736"/>
            <a:ext cx="69677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8us reserve 검증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C05_Top_Sequencer_Status_260501043106_Plan_v001.md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핵심 질문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start_tdc를 언제 받아도 되는지 top-level 기준으로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84048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252728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658368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252728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3840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783080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중 새 start_tdc가 들어오면?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1764792"/>
            <a:ext cx="6583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783080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deferral/drop/overrun 분석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295144"/>
            <a:ext cx="3840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313432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lane이 모두 닫혀야 하는가?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2295144"/>
            <a:ext cx="6583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2313432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frame_done_both와 face_closing timing 확인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825496"/>
            <a:ext cx="3840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843784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status/IRQ가 fault를 추적 가능한가?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2825496"/>
            <a:ext cx="6583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843784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bit map, sticky clear, IRQ 동작 검증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355848"/>
            <a:ext cx="3840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374136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8us reserve가 안전한가?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3355848"/>
            <a:ext cx="6583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62856" y="3374136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ready stall과 PS/Ethernet worst-case 반영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886200"/>
            <a:ext cx="3840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904488"/>
            <a:ext cx="3767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width별 II가 유지되는가?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886200"/>
            <a:ext cx="6583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3904488"/>
            <a:ext cx="6510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backpressure TB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기준은 계속 Doc/TDC-GPX-Datasheet.pdf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분석 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결과에는 latency, throughput, pipeline, II와 timing diagram을 반드시 포함한다.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34440"/>
            <a:ext cx="109728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252728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777240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252728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914400" y="1673352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691640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011680" y="1673352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691640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2112264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130552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011680" y="2112264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130552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shot_start_gated / packet_start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2551176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569464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011680" y="2551176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256" y="2569464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stop_tdc / raw drain 완료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14400" y="2990088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008376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011680" y="2990088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3008376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AXIS first beat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14400" y="3429000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47288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011680" y="3429000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8256" y="3447288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AXIS tlast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14400" y="3867912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3886200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011680" y="3867912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3886200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 / status update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14400" y="4306824"/>
            <a:ext cx="109728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325112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2011680" y="4306824"/>
            <a:ext cx="7772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8256" y="4325112"/>
            <a:ext cx="76992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start_tdc 허용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14400" y="48006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4846320"/>
            <a:ext cx="124358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4736592"/>
            <a:ext cx="7955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 / Timing Diagram / Backpressure negative test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첫 산출물: Analysis v001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C05 Top Sequencer Status Plan v001</dc:title>
  <dc:subject>C05 Top Sequencer Status Plan v001</dc:subject>
  <dc:creator>Codex</dc:creator>
  <cp:lastModifiedBy>Codex</cp:lastModifiedBy>
  <cp:revision>1</cp:revision>
  <dcterms:created xsi:type="dcterms:W3CDTF">2026-04-30T19:34:46Z</dcterms:created>
  <dcterms:modified xsi:type="dcterms:W3CDTF">2026-04-30T19:34:46Z</dcterms:modified>
</cp:coreProperties>
</file>