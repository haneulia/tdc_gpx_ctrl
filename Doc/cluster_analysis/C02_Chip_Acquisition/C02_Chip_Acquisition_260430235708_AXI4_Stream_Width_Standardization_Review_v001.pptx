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AXI4-Stream 폭 표준화 결론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가능. 단, output full-keep 표준화와 partial-keep 완전 유연화를 분리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315468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80744"/>
            <a:ext cx="30083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32/64/128-bit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full-keep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315468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380744"/>
            <a:ext cx="30083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 폭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상수화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21040" y="1325880"/>
            <a:ext cx="315468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380744"/>
            <a:ext cx="300837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256-bit 이상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tkeep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10561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결정: C02에서는 먼저 32/64/128-bit 표준 AXIS를 닫는다. 256-bit 이상은 header 48B 정렬 문제 때문에 partial tkeep 설계가 필요하다.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25196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306824"/>
            <a:ext cx="23225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TDATA: 8의 배수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425196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4306824"/>
            <a:ext cx="23225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TKEEP: TDATA/8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25196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4306824"/>
            <a:ext cx="23225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TSTRB: TDATA/8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4251960"/>
            <a:ext cx="2468880" cy="594360"/>
          </a:xfrm>
          <a:prstGeom prst="roundRect">
            <a:avLst>
              <a:gd name="adj" fmla="val 615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4306824"/>
            <a:ext cx="23225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TUSER: 역할별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 GPX raw word는 28-bit로 고정. Stream 폭 확장은 output drain 효율을 바꾸며 GPX READ II를 바꾸지는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구조의 폭 유연성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output/cell은 일부 generic, raw/event는 고정 폭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59736" y="12344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12893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폭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36592" y="12344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2893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59368" y="12344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2893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16916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17465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9736" y="16916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7465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data / 8 user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16916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7465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28-bit raw 응답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59368" y="16916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17465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+ constant화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1488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2037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59736" y="21488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2888" y="22037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32/8 raw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36592" y="21488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2037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FIFO pack 고정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59368" y="21488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22037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constant화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26060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26609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59736" y="26060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26609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32/8 -&gt; 32/16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36592" y="26060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6609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40/48-bit skid pack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59368" y="26060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26609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constant화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" y="30632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" y="31181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59736" y="30632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32888" y="31181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g_OUTPUT_WIDTH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36592" y="30632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1181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 중심 검증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659368" y="30632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31181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 추가 검증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4360" y="35204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35753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59736" y="35204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32888" y="35753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data/user/last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36592" y="35204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5753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tkeep/tstrb 없음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659368" y="35204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32520" y="35753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수정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4360" y="39776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0325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stop/fire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459736" y="397764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32888" y="4032504"/>
            <a:ext cx="2093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중심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36592" y="3977640"/>
            <a:ext cx="3886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9744" y="4032504"/>
            <a:ext cx="3739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tuser가 data와 결합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659368" y="3977640"/>
            <a:ext cx="30175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32520" y="4032504"/>
            <a:ext cx="28712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B 분리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14400" y="5074920"/>
            <a:ext cx="480060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7552" y="5129784"/>
            <a:ext cx="4654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유연한 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cell/output datapath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400800" y="5074920"/>
            <a:ext cx="4800600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5129784"/>
            <a:ext cx="4654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raw/event/stop sideband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폭별 Header / Cell 영향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48B header와 32B cell이 full-keep 지원 폭을 결정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64592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14996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76856" y="12344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0008" y="12893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Byte/beat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42232" y="12344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15384" y="12893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90488" y="12344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2893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38744" y="1234440"/>
            <a:ext cx="33832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289304"/>
            <a:ext cx="3236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1691640"/>
            <a:ext cx="1645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1746504"/>
            <a:ext cx="14996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76856" y="16916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17465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42232" y="1691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7465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beats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90488" y="1691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7465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beats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38744" y="1691640"/>
            <a:ext cx="3383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11896" y="1746504"/>
            <a:ext cx="3236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2148840"/>
            <a:ext cx="1645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2203704"/>
            <a:ext cx="14996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76856" y="21488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0008" y="22037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42232" y="21488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15384" y="22037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beats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90488" y="21488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2037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beats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38744" y="2148840"/>
            <a:ext cx="3383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1896" y="2203704"/>
            <a:ext cx="3236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2606040"/>
            <a:ext cx="1645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2660904"/>
            <a:ext cx="14996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76856" y="26060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50008" y="26609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42232" y="26060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15384" y="26609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beats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90488" y="26060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26609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beats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38744" y="2606040"/>
            <a:ext cx="3383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11896" y="2660904"/>
            <a:ext cx="3236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가능, 신규 검증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4360" y="3063240"/>
            <a:ext cx="1645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3118104"/>
            <a:ext cx="14996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76856" y="3063240"/>
            <a:ext cx="18288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0008" y="3118104"/>
            <a:ext cx="16824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142232" y="30632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15384" y="31181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beats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90488" y="30632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3118104"/>
            <a:ext cx="18653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beat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38744" y="3063240"/>
            <a:ext cx="3383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11896" y="3118104"/>
            <a:ext cx="3236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tkeep 필요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68680" y="43434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" y="4398264"/>
            <a:ext cx="3054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1072B @32b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268 beats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4069080" y="4709160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617720" y="43434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90872" y="4398264"/>
            <a:ext cx="3054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1072B @64b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134 beats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818120" y="4709160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366760" y="43434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39912" y="4398264"/>
            <a:ext cx="30540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1072B @128b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beats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수정 범위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output을 표준 AXI4-Stream 형태로 닫는 저위험 변경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builder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1828800" y="1847088"/>
            <a:ext cx="5029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474720" y="1847088"/>
            <a:ext cx="5029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7764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079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assembler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20640" y="1847088"/>
            <a:ext cx="5029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2356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671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766560" y="1847088"/>
            <a:ext cx="5029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inserter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8412480" y="1847088"/>
            <a:ext cx="5029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1540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855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10058400" y="1847088"/>
            <a:ext cx="3200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78440" y="1508760"/>
            <a:ext cx="114300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51592" y="1563624"/>
            <a:ext cx="996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68680" y="2971800"/>
            <a:ext cx="3154680" cy="594360"/>
          </a:xfrm>
          <a:prstGeom prst="roundRect">
            <a:avLst>
              <a:gd name="adj" fmla="val 615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026664"/>
            <a:ext cx="30083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추가: tkeep/tstrb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2971800"/>
            <a:ext cx="3154680" cy="59436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3026664"/>
            <a:ext cx="30083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제약: 32/64/128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83880" y="2971800"/>
            <a:ext cx="3154680" cy="594360"/>
          </a:xfrm>
          <a:prstGeom prst="roundRect">
            <a:avLst>
              <a:gd name="adj" fmla="val 6154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57032" y="3026664"/>
            <a:ext cx="30083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정책: full keep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" y="434340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4398264"/>
            <a:ext cx="2688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65576" y="4343400"/>
            <a:ext cx="82296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4398264"/>
            <a:ext cx="8083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수정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80060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4855464"/>
            <a:ext cx="2688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65576" y="4800600"/>
            <a:ext cx="8229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4855464"/>
            <a:ext cx="8083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output에 tkeep/tstrb 포트 추가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525780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5312664"/>
            <a:ext cx="2688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output_stage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65576" y="5257800"/>
            <a:ext cx="8229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5312664"/>
            <a:ext cx="8083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header_inserter의 keep/strb를 top으로 전달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" y="5715000"/>
            <a:ext cx="28346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5769864"/>
            <a:ext cx="2688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65576" y="5715000"/>
            <a:ext cx="82296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38728" y="5769864"/>
            <a:ext cx="80832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keep 생성과 width assert 추가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B 수정 범위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raw/event/stop/fire 폭 의미를 이름 있는 계약으로 관리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80744"/>
            <a:ext cx="2185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691640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132588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1380744"/>
            <a:ext cx="2185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axis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0" y="1325880"/>
            <a:ext cx="233172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380744"/>
            <a:ext cx="21854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axis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32/16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691640"/>
            <a:ext cx="6400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738360" y="1325880"/>
            <a:ext cx="1691640" cy="7315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1512" y="1380744"/>
            <a:ext cx="154533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8346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8895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Constant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39896" y="28346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28895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32918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3467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c_RAW_AXIS_TDATA_WIDTH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39896" y="32918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33467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 raw word carrier, 32-bit 표준 내부 stream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7490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8039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c_RAW_AXIS_TUSER_WIDTH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39896" y="37490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13048" y="38039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IFIFO/control/fault marker, 8-bit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2062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42611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c_EVT_AXIS_TDATA_WIDTH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39896" y="42062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13048" y="42611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decoded hit carrier, 32-bit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" y="46634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47183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c_EVT_AXIS_TUSER_WIDTH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39896" y="46634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47183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slope/chip/stop/shot/hit_seq, 16-bit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5120640"/>
            <a:ext cx="310896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5175504"/>
            <a:ext cx="29626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g_STOP_EVT_TUSER_WIDTH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39896" y="51206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13048" y="51755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 data width와 tuser width 분리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Throughput / II 영향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확장은 output drain을 줄이고 GPX READ II는 유지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74136" y="123444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28930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465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 II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74136" y="169164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74650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없음. Datasheet 기반 40MHz 이하 READ timing 유지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1488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2037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 latency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74136" y="214884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220370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A에서는 변경 없음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6060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6609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latency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74136" y="260604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266090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64/128로 갈수록 row/frame beat 수 감소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0632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1181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beat II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74136" y="306324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311810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stage 1 beat/clk 유지 목표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520440"/>
            <a:ext cx="274320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575304"/>
            <a:ext cx="259689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closure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74136" y="3520440"/>
            <a:ext cx="83210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575304"/>
            <a:ext cx="81747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128-bit부터 header/cell mux timing 재검증 필요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4800600"/>
            <a:ext cx="3154680" cy="658368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855464"/>
            <a:ext cx="30083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병목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6280" y="4800600"/>
            <a:ext cx="3154680" cy="658368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4855464"/>
            <a:ext cx="30083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drain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수 감소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83880" y="4800600"/>
            <a:ext cx="3154680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4855464"/>
            <a:ext cx="30083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II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 유지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Matrix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변경 후 닫아야 하는 기능 경계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893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19656" y="12344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92808" y="12893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811512" y="12344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4664" y="12893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16916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7465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19656" y="16916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2808" y="17465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g_OUTPUT_WIDTH=32 회귀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11512" y="16916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84664" y="17465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1488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2037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19656" y="21488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22037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g_OUTPUT_WIDTH=64 회귀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811512" y="21488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4664" y="22037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6609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19656" y="26060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92808" y="26609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g_OUTPUT_WIDTH=128 신규 sim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811512" y="26060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84664" y="26609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30632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1181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819656" y="30632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92808" y="31181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tkeep/tstrb all ones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11512" y="30632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84664" y="31181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35204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5753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819656" y="35204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92808" y="35753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SOF/EOL 의미 유지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811512" y="35204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84664" y="35753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" y="39776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40325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19656" y="39776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92808" y="40325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 constant화 후 decode PASS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811512" y="39776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84664" y="40325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4360" y="44348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" y="44897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W-07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19656" y="44348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92808" y="44897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 data/user width 분리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811512" y="44348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84664" y="44897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4360" y="4892040"/>
            <a:ext cx="11887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" y="4946904"/>
            <a:ext cx="104241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W-08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819656" y="4892040"/>
            <a:ext cx="79552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92808" y="4946904"/>
            <a:ext cx="78089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tkeep positive/negative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811512" y="4892040"/>
            <a:ext cx="1920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84664" y="4946904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수정 결정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C02에서 지금 선택할 수 있는 합리적인 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306324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72184"/>
            <a:ext cx="29169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진행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06324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472184"/>
            <a:ext cx="29169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PASS 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83880" y="1417320"/>
            <a:ext cx="306324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7032" y="1472184"/>
            <a:ext cx="291693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계약 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10332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표준화는 가능하다. 다만 raw GPX 의미는 28-bit로 고정하고, AXI 폭 유연성은 output/cell 쪽부터 안전하게 확장하는 것이 맞다.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4389120"/>
            <a:ext cx="9921240" cy="749808"/>
          </a:xfrm>
          <a:prstGeom prst="roundRect">
            <a:avLst>
              <a:gd name="adj" fmla="val 4878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443984"/>
            <a:ext cx="97749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코딩 작업 제안: top/output_stage/header_inserter에 tkeep/tstrb 추가 + 32/64/128 width matrix TB 작성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AXI4-Stream Width Standardization Review v001</dc:title>
  <dc:subject>C02 AXI4-Stream width standardization review</dc:subject>
  <dc:creator>Codex</dc:creator>
  <cp:lastModifiedBy>Codex</cp:lastModifiedBy>
  <cp:revision>1</cp:revision>
  <dcterms:created xsi:type="dcterms:W3CDTF">2026-04-30T15:02:07Z</dcterms:created>
  <dcterms:modified xsi:type="dcterms:W3CDTF">2026-04-30T15:02:07Z</dcterms:modified>
</cp:coreProperties>
</file>