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Expected Count CDC / Top 통합 보완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400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6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생성: 2026-04-30 22:12 KST | 기준: Datasheet I-Mode single 운용 흐름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판단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12080" cy="1051560"/>
          </a:xfrm>
          <a:prstGeom prst="roundRect">
            <a:avLst>
              <a:gd name="adj" fmla="val 347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47672"/>
            <a:ext cx="49926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3개 CDC는 IFIFO1 / IFIFO2 / final_valid가 서로 다른 snapshot으로 섞일 수 있음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5212080" cy="1051560"/>
          </a:xfrm>
          <a:prstGeom prst="roundRect">
            <a:avLst>
              <a:gd name="adj" fmla="val 3478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319272"/>
            <a:ext cx="49926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보완: 65-bit 단일 tuple CDC로 chip_run ST_DRAIN_LATCH 입력을 원자화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874520"/>
            <a:ext cx="4800600" cy="2423160"/>
          </a:xfrm>
          <a:prstGeom prst="roundRect">
            <a:avLst>
              <a:gd name="adj" fmla="val 150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947672"/>
            <a:ext cx="458114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 통합: data=16, ctrl=8 PASS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 회귀: ALL TESTS PASSED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구조와 보완 구조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400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6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chip_run은 세 값을 같은 사이클에 래치하므로 CDC도 하나의 논리 tuple이어야 함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0195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expected_ififo1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 CDC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6207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expected_ififo2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 CDC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82219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final_valid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1b CDC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246120" y="2331720"/>
            <a:ext cx="21488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2404872"/>
            <a:ext cx="19293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ST_DRAIN_LATCH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래치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14600" y="2157984"/>
            <a:ext cx="731520" cy="585216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14600" y="3118104"/>
            <a:ext cx="731520" cy="-192024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514600" y="4078224"/>
            <a:ext cx="731520" cy="-969264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008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위험: count와 final qualifier가 서로 다른 update일 수 있음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057400"/>
            <a:ext cx="2560320" cy="109728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213055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[31:0] IFIFO1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[63:32] IFIFO2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[64] final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64040" y="2057400"/>
            <a:ext cx="1554480" cy="109728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2130552"/>
            <a:ext cx="1335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0" y="3886200"/>
            <a:ext cx="214884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3959352"/>
            <a:ext cx="19293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ST_DRAIN_LATCH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snapshot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52560" y="2606040"/>
            <a:ext cx="411480" cy="0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241280" y="3154680"/>
            <a:ext cx="-868680" cy="731520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492240" y="4892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count/final skew 제거, GPX read timing 영향 없음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Pipeline Block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400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6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path만 보강. GPX bus read II와 throughput은 변경하지 않음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3172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40487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fire_count=1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697480" y="233172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7208" y="240487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stop_evt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running count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846320" y="233172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240487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fire_count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beat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995160" y="233172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04888" y="240487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65b tuple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9144000" y="233172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3728" y="240487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ST_DRAIN_LATCH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2423160" y="2660904"/>
            <a:ext cx="2743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2660904"/>
            <a:ext cx="2743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20840" y="2660904"/>
            <a:ext cx="2743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69680" y="2660904"/>
            <a:ext cx="2743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85800" y="3886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계약: final tuple은 IrFlag 이전에 TDC domain으로 도착해야 한다.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480560"/>
            <a:ext cx="31089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553712"/>
            <a:ext cx="2889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CDC latency 존재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77640" y="4480560"/>
            <a:ext cx="31089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87368" y="4553712"/>
            <a:ext cx="2889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data path 영향 없음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69480" y="4480560"/>
            <a:ext cx="31089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9208" y="4553712"/>
            <a:ext cx="2889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read II 변경 없음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 Evidence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400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6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로그 기반 closure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5120640" cy="1143000"/>
          </a:xfrm>
          <a:prstGeom prst="roundRect">
            <a:avLst>
              <a:gd name="adj" fmla="val 32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49011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 직접 통합 TB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chip x IFIFO1/2 x 2 word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data=16, ctrl=8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120640" cy="1143000"/>
          </a:xfrm>
          <a:prstGeom prst="roundRect">
            <a:avLst>
              <a:gd name="adj" fmla="val 32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490472"/>
            <a:ext cx="49011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 회귀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TESTS PASSED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total_raw_words=796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 근거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1033272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822192"/>
            <a:ext cx="101132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RTL: tdc_gpx_config_ctrl.vhd:682, 690, 1374, 1388, 1408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TB: tb_tdc_gpx_config_ctrl.vhd:216, 464, 528, 610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Log: xsim_config_expected_cdc.log:32 / xsim_chip_ctrl_regression.log:1343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Closure / Next Items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400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6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OP-C02-03은 code + TB + log evidence 기준 close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429000" cy="109728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32095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expected-count tuple CDC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429000" cy="109728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1490472"/>
            <a:ext cx="32095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read timing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417320"/>
            <a:ext cx="3429000" cy="109728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6448" y="1490472"/>
            <a:ext cx="32095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full_int echo packing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검토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경계: echo_receiver stop_evt packing은 C02 stop_cfg_decode의 per-chip [IFIFO2|IFIFO1] layout과 별도 계약 검토가 필요하다. output stream CDC 전체 재설계는 C03/C04 경계 검토 항목으로 유지한다.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Expected Count CDC / Top Fix Result v001</dc:title>
  <dc:subject>C02 expected-count CDC/top integration fix</dc:subject>
  <dc:creator>Codex</dc:creator>
  <cp:lastModifiedBy>Codex</cp:lastModifiedBy>
  <cp:revision>1</cp:revision>
  <dcterms:created xsi:type="dcterms:W3CDTF">2026-04-30T13:15:06Z</dcterms:created>
  <dcterms:modified xsi:type="dcterms:W3CDTF">2026-04-30T13:15:06Z</dcterms:modified>
</cp:coreProperties>
</file>