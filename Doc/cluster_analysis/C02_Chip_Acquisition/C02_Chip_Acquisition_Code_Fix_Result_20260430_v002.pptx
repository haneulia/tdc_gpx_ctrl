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C02 보완 결과 v002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38912" y="68580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한글 UTF-8 재생성본: drain guard / empty-read 방지 / AXI tuser 계약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640080" y="1298448"/>
            <a:ext cx="3246120" cy="960120"/>
          </a:xfrm>
          <a:prstGeom prst="roundRect">
            <a:avLst>
              <a:gd name="adj" fmla="val 7619"/>
            </a:avLst>
          </a:prstGeom>
          <a:solidFill>
            <a:srgbClr val="2563B8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353312"/>
            <a:ext cx="3136392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Count-known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expected count hard bound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480560" y="1298448"/>
            <a:ext cx="3246120" cy="960120"/>
          </a:xfrm>
          <a:prstGeom prst="roundRect">
            <a:avLst>
              <a:gd name="adj" fmla="val 7619"/>
            </a:avLst>
          </a:prstGeom>
          <a:solidFill>
            <a:srgbClr val="228B5E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35424" y="1353312"/>
            <a:ext cx="3136392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Count-unknown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EF fallback single-read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321040" y="1298448"/>
            <a:ext cx="3246120" cy="960120"/>
          </a:xfrm>
          <a:prstGeom prst="roundRect">
            <a:avLst>
              <a:gd name="adj" fmla="val 7619"/>
            </a:avLst>
          </a:prstGeom>
          <a:solidFill>
            <a:srgbClr val="B94A48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75904" y="1353312"/>
            <a:ext cx="3136392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TB strict monitor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empty read = FAIL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77240" y="28803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결론: Datasheet 기준으로 모델 FIFO occupancy=0 상태의 Reg8/Reg9 read를 1회라도 실패 처리하도록 보강했다.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77240" y="416052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8B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xsim PASS: total_raw_words=231 / empty-read=0 / tuser-error=0 / IFIFO1-done=14 / final-done=16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11480" y="6473952"/>
            <a:ext cx="9875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F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TDC-GPX-Datasheet.pdf / C02 Code Fix Plan v004 / xsim tb_tdc_gpx_chip_ctrl PASS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018520" y="6473952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F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Drain Decision Model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38912" y="68580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ST_DRAIN_CHECK에서 expected count와 EF sync를 분리 판단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920240" cy="685800"/>
          </a:xfrm>
          <a:prstGeom prst="roundRect">
            <a:avLst>
              <a:gd name="adj" fmla="val 10667"/>
            </a:avLst>
          </a:prstGeom>
          <a:solidFill>
            <a:srgbClr val="2563B8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3504" y="1472184"/>
            <a:ext cx="1810512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ST_DRAIN_CHECK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17520" y="914400"/>
            <a:ext cx="2331720" cy="685800"/>
          </a:xfrm>
          <a:prstGeom prst="roundRect">
            <a:avLst>
              <a:gd name="adj" fmla="val 10667"/>
            </a:avLst>
          </a:prstGeom>
          <a:solidFill>
            <a:srgbClr val="EAF1FA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72384" y="969264"/>
            <a:ext cx="2221992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expected != 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89320" y="914400"/>
            <a:ext cx="2423160" cy="685800"/>
          </a:xfrm>
          <a:prstGeom prst="roundRect">
            <a:avLst>
              <a:gd name="adj" fmla="val 10667"/>
            </a:avLst>
          </a:prstGeom>
          <a:solidFill>
            <a:srgbClr val="EAF1FA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044184" y="969264"/>
            <a:ext cx="2313432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drain_cnt &lt; expected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006840" y="914400"/>
            <a:ext cx="2148840" cy="685800"/>
          </a:xfrm>
          <a:prstGeom prst="roundRect">
            <a:avLst>
              <a:gd name="adj" fmla="val 10667"/>
            </a:avLst>
          </a:prstGeom>
          <a:solidFill>
            <a:srgbClr val="228B5E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061704" y="969264"/>
            <a:ext cx="2039112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 allowed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017520" y="2834640"/>
            <a:ext cx="2331720" cy="685800"/>
          </a:xfrm>
          <a:prstGeom prst="roundRect">
            <a:avLst>
              <a:gd name="adj" fmla="val 10667"/>
            </a:avLst>
          </a:prstGeom>
          <a:solidFill>
            <a:srgbClr val="EAF7F0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72384" y="2889504"/>
            <a:ext cx="2221992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expected = 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89320" y="2834640"/>
            <a:ext cx="2423160" cy="685800"/>
          </a:xfrm>
          <a:prstGeom prst="roundRect">
            <a:avLst>
              <a:gd name="adj" fmla="val 10667"/>
            </a:avLst>
          </a:prstGeom>
          <a:solidFill>
            <a:srgbClr val="EAF7F0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44184" y="2889504"/>
            <a:ext cx="2313432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EF_sync = 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06840" y="2834640"/>
            <a:ext cx="2148840" cy="685800"/>
          </a:xfrm>
          <a:prstGeom prst="roundRect">
            <a:avLst>
              <a:gd name="adj" fmla="val 10667"/>
            </a:avLst>
          </a:prstGeom>
          <a:solidFill>
            <a:srgbClr val="228B5E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61704" y="2889504"/>
            <a:ext cx="2039112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single READ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989320" y="4709160"/>
            <a:ext cx="2423160" cy="685800"/>
          </a:xfrm>
          <a:prstGeom prst="roundRect">
            <a:avLst>
              <a:gd name="adj" fmla="val 10667"/>
            </a:avLst>
          </a:prstGeom>
          <a:solidFill>
            <a:srgbClr val="FFF4DF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44184" y="4764024"/>
            <a:ext cx="2313432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EF_sync =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 count reached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006840" y="4709160"/>
            <a:ext cx="2148840" cy="685800"/>
          </a:xfrm>
          <a:prstGeom prst="roundRect">
            <a:avLst>
              <a:gd name="adj" fmla="val 10667"/>
            </a:avLst>
          </a:prstGeom>
          <a:solidFill>
            <a:srgbClr val="D9A441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61704" y="4764024"/>
            <a:ext cx="2039112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IFIFO done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468880" y="1755648"/>
            <a:ext cx="548640" cy="-493776"/>
          </a:xfrm>
          <a:prstGeom prst="line">
            <a:avLst/>
          </a:prstGeom>
          <a:noFill/>
          <a:ln w="17780">
            <a:solidFill>
              <a:srgbClr val="7A8491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349240" y="1261872"/>
            <a:ext cx="640080" cy="0"/>
          </a:xfrm>
          <a:prstGeom prst="line">
            <a:avLst/>
          </a:prstGeom>
          <a:noFill/>
          <a:ln w="17780">
            <a:solidFill>
              <a:srgbClr val="7A8491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412480" y="1261872"/>
            <a:ext cx="594360" cy="0"/>
          </a:xfrm>
          <a:prstGeom prst="line">
            <a:avLst/>
          </a:prstGeom>
          <a:noFill/>
          <a:ln w="17780">
            <a:solidFill>
              <a:srgbClr val="7A8491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468880" y="1755648"/>
            <a:ext cx="548640" cy="1426464"/>
          </a:xfrm>
          <a:prstGeom prst="line">
            <a:avLst/>
          </a:prstGeom>
          <a:noFill/>
          <a:ln w="17780">
            <a:solidFill>
              <a:srgbClr val="7A8491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349240" y="3182112"/>
            <a:ext cx="640080" cy="0"/>
          </a:xfrm>
          <a:prstGeom prst="line">
            <a:avLst/>
          </a:prstGeom>
          <a:noFill/>
          <a:ln w="17780">
            <a:solidFill>
              <a:srgbClr val="7A8491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412480" y="3182112"/>
            <a:ext cx="594360" cy="0"/>
          </a:xfrm>
          <a:prstGeom prst="line">
            <a:avLst/>
          </a:prstGeom>
          <a:noFill/>
          <a:ln w="17780">
            <a:solidFill>
              <a:srgbClr val="7A8491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178040" y="1600200"/>
            <a:ext cx="0" cy="3108960"/>
          </a:xfrm>
          <a:prstGeom prst="line">
            <a:avLst/>
          </a:prstGeom>
          <a:noFill/>
          <a:ln w="17780">
            <a:solidFill>
              <a:srgbClr val="7A8491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412480" y="5056632"/>
            <a:ext cx="594360" cy="0"/>
          </a:xfrm>
          <a:prstGeom prst="line">
            <a:avLst/>
          </a:prstGeom>
          <a:noFill/>
          <a:ln w="17780">
            <a:solidFill>
              <a:srgbClr val="7A8491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731520" y="571500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F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주의: expected=0은 현재 count-unknown fallback encoding이다. known-zero를 닫으려면 valid 계약이 추가로 필요하다.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11480" y="6473952"/>
            <a:ext cx="9875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F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TDC-GPX-Datasheet.pdf / C02 Code Fix Plan v004 / xsim tb_tdc_gpx_chip_ctrl PASS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018520" y="6473952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F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EF Fallback Timing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38912" y="68580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 MHz 기준 tS-EF + synchronizer + decision guard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1645920" cy="658368"/>
          </a:xfrm>
          <a:prstGeom prst="roundRect">
            <a:avLst>
              <a:gd name="adj" fmla="val 11111"/>
            </a:avLst>
          </a:prstGeom>
          <a:solidFill>
            <a:srgbClr val="2563B8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77824" y="2020824"/>
            <a:ext cx="153619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RDN fall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468880" y="2295144"/>
            <a:ext cx="594360" cy="0"/>
          </a:xfrm>
          <a:prstGeom prst="line">
            <a:avLst/>
          </a:prstGeom>
          <a:noFill/>
          <a:ln w="17780">
            <a:solidFill>
              <a:srgbClr val="7A8491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063240" y="1965960"/>
            <a:ext cx="1645920" cy="658368"/>
          </a:xfrm>
          <a:prstGeom prst="roundRect">
            <a:avLst>
              <a:gd name="adj" fmla="val 11111"/>
            </a:avLst>
          </a:prstGeom>
          <a:solidFill>
            <a:srgbClr val="EAF1FA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18104" y="2020824"/>
            <a:ext cx="153619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GPX EF update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09160" y="2295144"/>
            <a:ext cx="594360" cy="0"/>
          </a:xfrm>
          <a:prstGeom prst="line">
            <a:avLst/>
          </a:prstGeom>
          <a:noFill/>
          <a:ln w="17780">
            <a:solidFill>
              <a:srgbClr val="7A8491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303520" y="1965960"/>
            <a:ext cx="1645920" cy="658368"/>
          </a:xfrm>
          <a:prstGeom prst="roundRect">
            <a:avLst>
              <a:gd name="adj" fmla="val 11111"/>
            </a:avLst>
          </a:prstGeom>
          <a:solidFill>
            <a:srgbClr val="EAF1FA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58384" y="2020824"/>
            <a:ext cx="153619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2-FF sync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49440" y="2295144"/>
            <a:ext cx="594360" cy="0"/>
          </a:xfrm>
          <a:prstGeom prst="line">
            <a:avLst/>
          </a:prstGeom>
          <a:noFill/>
          <a:ln w="17780">
            <a:solidFill>
              <a:srgbClr val="7A8491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543800" y="1965960"/>
            <a:ext cx="1645920" cy="658368"/>
          </a:xfrm>
          <a:prstGeom prst="roundRect">
            <a:avLst>
              <a:gd name="adj" fmla="val 11111"/>
            </a:avLst>
          </a:prstGeom>
          <a:solidFill>
            <a:srgbClr val="EAF1FA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98664" y="2020824"/>
            <a:ext cx="153619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guard 5 clocks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189720" y="2295144"/>
            <a:ext cx="594360" cy="0"/>
          </a:xfrm>
          <a:prstGeom prst="line">
            <a:avLst/>
          </a:prstGeom>
          <a:noFill/>
          <a:ln w="17780">
            <a:solidFill>
              <a:srgbClr val="7A849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784080" y="1965960"/>
            <a:ext cx="1645920" cy="658368"/>
          </a:xfrm>
          <a:prstGeom prst="roundRect">
            <a:avLst>
              <a:gd name="adj" fmla="val 11111"/>
            </a:avLst>
          </a:prstGeom>
          <a:solidFill>
            <a:srgbClr val="2563B8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38944" y="2020824"/>
            <a:ext cx="153619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decision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880360" y="299923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F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tS-EF max 11.8 ns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360920" y="299923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F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clocks = 25 ns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22960" y="4251960"/>
            <a:ext cx="4800600" cy="822960"/>
          </a:xfrm>
          <a:prstGeom prst="roundRect">
            <a:avLst>
              <a:gd name="adj" fmla="val 8889"/>
            </a:avLst>
          </a:prstGeom>
          <a:solidFill>
            <a:srgbClr val="228B5E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77824" y="4306824"/>
            <a:ext cx="4690872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RTL: g_EF_SYNC_GUARD_CLKS = 5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46520" y="4251960"/>
            <a:ext cx="4892040" cy="822960"/>
          </a:xfrm>
          <a:prstGeom prst="roundRect">
            <a:avLst>
              <a:gd name="adj" fmla="val 8889"/>
            </a:avLst>
          </a:prstGeom>
          <a:solidFill>
            <a:srgbClr val="228B5E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01384" y="4306824"/>
            <a:ext cx="4782312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검증: fallback [2b]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data=5, empty-read=0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11480" y="6473952"/>
            <a:ext cx="9875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F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TDC-GPX-Datasheet.pdf / C02 Code Fix Plan v004 / xsim tb_tdc_gpx_chip_ctrl PASS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018520" y="6473952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F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RTL Patch Map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38912" y="68580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파일과 역할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777240" y="987552"/>
            <a:ext cx="3337560" cy="621792"/>
          </a:xfrm>
          <a:prstGeom prst="roundRect">
            <a:avLst>
              <a:gd name="adj" fmla="val 11765"/>
            </a:avLst>
          </a:prstGeom>
          <a:solidFill>
            <a:srgbClr val="2563B8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32104" y="1042416"/>
            <a:ext cx="3227832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tdc_gpx_chip_run.vhd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343400" y="987552"/>
            <a:ext cx="6903720" cy="621792"/>
          </a:xfrm>
          <a:prstGeom prst="roundRect">
            <a:avLst>
              <a:gd name="adj" fmla="val 11765"/>
            </a:avLst>
          </a:prstGeom>
          <a:solidFill>
            <a:srgbClr val="EAF1FA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98264" y="1042416"/>
            <a:ext cx="6793992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EF guard generic, expected hard bound, mismatch 판단 분리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77240" y="2048256"/>
            <a:ext cx="3337560" cy="621792"/>
          </a:xfrm>
          <a:prstGeom prst="roundRect">
            <a:avLst>
              <a:gd name="adj" fmla="val 11765"/>
            </a:avLst>
          </a:prstGeom>
          <a:solidFill>
            <a:srgbClr val="2563B8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2104" y="2103120"/>
            <a:ext cx="3227832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tdc_gpx_chip_ctrl.vhd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43400" y="2048256"/>
            <a:ext cx="6903720" cy="621792"/>
          </a:xfrm>
          <a:prstGeom prst="roundRect">
            <a:avLst>
              <a:gd name="adj" fmla="val 11765"/>
            </a:avLst>
          </a:prstGeom>
          <a:solidFill>
            <a:srgbClr val="EAF1FA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98264" y="2103120"/>
            <a:ext cx="6793992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control beat ID semantic 고정: ififo1_done=0, final_done=1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3108960"/>
            <a:ext cx="3337560" cy="621792"/>
          </a:xfrm>
          <a:prstGeom prst="roundRect">
            <a:avLst>
              <a:gd name="adj" fmla="val 11765"/>
            </a:avLst>
          </a:prstGeom>
          <a:solidFill>
            <a:srgbClr val="2563B8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" y="3163824"/>
            <a:ext cx="3227832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tdc_gpx_raw_event_builder.vhd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43400" y="3108960"/>
            <a:ext cx="6903720" cy="621792"/>
          </a:xfrm>
          <a:prstGeom prst="roundRect">
            <a:avLst>
              <a:gd name="adj" fmla="val 11765"/>
            </a:avLst>
          </a:prstGeom>
          <a:solidFill>
            <a:srgbClr val="EAF1FA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98264" y="3163824"/>
            <a:ext cx="6793992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tuser[15:11] shot_seq 주석 정합화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4169664"/>
            <a:ext cx="3337560" cy="621792"/>
          </a:xfrm>
          <a:prstGeom prst="roundRect">
            <a:avLst>
              <a:gd name="adj" fmla="val 11765"/>
            </a:avLst>
          </a:prstGeom>
          <a:solidFill>
            <a:srgbClr val="2563B8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" y="4224528"/>
            <a:ext cx="3227832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tdc_gpx_cell_builder.vhd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343400" y="4169664"/>
            <a:ext cx="6903720" cy="621792"/>
          </a:xfrm>
          <a:prstGeom prst="roundRect">
            <a:avLst>
              <a:gd name="adj" fmla="val 11765"/>
            </a:avLst>
          </a:prstGeom>
          <a:solidFill>
            <a:srgbClr val="EAF1FA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98264" y="4224528"/>
            <a:ext cx="6793992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tuser[15:11] shot_seq 주석 정합화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11480" y="6473952"/>
            <a:ext cx="9875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F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TDC-GPX-Datasheet.pdf / C02 Code Fix Plan v004 / xsim tb_tdc_gpx_chip_ctrl PASS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018520" y="6473952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F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TB Monitor Upgrade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38912" y="68580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검증 경계가 PASS/FAIL로 직접 닫히도록 강화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2563B8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6384" y="1243584"/>
            <a:ext cx="2816352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Chip model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occupancy_before_read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0" y="118872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B94A48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26864" y="1243584"/>
            <a:ext cx="2816352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Reg8/Reg9 read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fill=0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412480" y="118872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B94A48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67344" y="1243584"/>
            <a:ext cx="2816352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ASSERT ERROR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empty_read_cnt++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0" y="1645920"/>
            <a:ext cx="914400" cy="0"/>
          </a:xfrm>
          <a:prstGeom prst="line">
            <a:avLst/>
          </a:prstGeom>
          <a:noFill/>
          <a:ln w="17780">
            <a:solidFill>
              <a:srgbClr val="7A8491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498080" y="1645920"/>
            <a:ext cx="914400" cy="0"/>
          </a:xfrm>
          <a:prstGeom prst="line">
            <a:avLst/>
          </a:prstGeom>
          <a:noFill/>
          <a:ln w="17780">
            <a:solidFill>
              <a:srgbClr val="7A8491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31520" y="3337560"/>
            <a:ext cx="2926080" cy="822960"/>
          </a:xfrm>
          <a:prstGeom prst="roundRect">
            <a:avLst>
              <a:gd name="adj" fmla="val 8889"/>
            </a:avLst>
          </a:prstGeom>
          <a:solidFill>
            <a:srgbClr val="228B5E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6384" y="3392424"/>
            <a:ext cx="2816352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raw data beat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0" y="3337560"/>
            <a:ext cx="2926080" cy="822960"/>
          </a:xfrm>
          <a:prstGeom prst="roundRect">
            <a:avLst>
              <a:gd name="adj" fmla="val 8889"/>
            </a:avLst>
          </a:prstGeom>
          <a:solidFill>
            <a:srgbClr val="D9A441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26864" y="3392424"/>
            <a:ext cx="2816352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raw control beat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 class monitor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412480" y="3337560"/>
            <a:ext cx="2926080" cy="822960"/>
          </a:xfrm>
          <a:prstGeom prst="roundRect">
            <a:avLst>
              <a:gd name="adj" fmla="val 8889"/>
            </a:avLst>
          </a:prstGeom>
          <a:solidFill>
            <a:srgbClr val="2563B8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67344" y="3392424"/>
            <a:ext cx="2816352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tuser contract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" y="489204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8B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[16] global monitor: empty-read=0, raw tuser error=0, control IDs observed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11480" y="6473952"/>
            <a:ext cx="9875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F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TDC-GPX-Datasheet.pdf / C02 Code Fix Plan v004 / xsim tb_tdc_gpx_chip_ctrl PASS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018520" y="6473952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F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xsim Result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38912" y="68580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tb_tdc_gpx_chip_ctrl 단위 검증 결과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822960" y="1097280"/>
            <a:ext cx="3840480" cy="384048"/>
          </a:xfrm>
          <a:prstGeom prst="roundRect">
            <a:avLst>
              <a:gd name="adj" fmla="val 19048"/>
            </a:avLst>
          </a:prstGeom>
          <a:solidFill>
            <a:srgbClr val="EAF1FA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77824" y="1152144"/>
            <a:ext cx="373075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[2] Legacy count-known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846320" y="1097280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EAF1FA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01184" y="1152144"/>
            <a:ext cx="263347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data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863840" y="1097280"/>
            <a:ext cx="2240280" cy="384048"/>
          </a:xfrm>
          <a:prstGeom prst="roundRect">
            <a:avLst>
              <a:gd name="adj" fmla="val 19048"/>
            </a:avLst>
          </a:prstGeom>
          <a:solidFill>
            <a:srgbClr val="228B5E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18704" y="1152144"/>
            <a:ext cx="213055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1691640"/>
            <a:ext cx="3840480" cy="384048"/>
          </a:xfrm>
          <a:prstGeom prst="roundRect">
            <a:avLst>
              <a:gd name="adj" fmla="val 19048"/>
            </a:avLst>
          </a:prstGeom>
          <a:solidFill>
            <a:srgbClr val="EAF1FA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1746504"/>
            <a:ext cx="373075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[2b] EF fallback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846320" y="1691640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EAF1FA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01184" y="1746504"/>
            <a:ext cx="263347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data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863840" y="1691640"/>
            <a:ext cx="2240280" cy="384048"/>
          </a:xfrm>
          <a:prstGeom prst="roundRect">
            <a:avLst>
              <a:gd name="adj" fmla="val 19048"/>
            </a:avLst>
          </a:prstGeom>
          <a:solidFill>
            <a:srgbClr val="228B5E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18704" y="1746504"/>
            <a:ext cx="213055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2960" y="2286000"/>
            <a:ext cx="3840480" cy="384048"/>
          </a:xfrm>
          <a:prstGeom prst="roundRect">
            <a:avLst>
              <a:gd name="adj" fmla="val 19048"/>
            </a:avLst>
          </a:prstGeom>
          <a:solidFill>
            <a:srgbClr val="EAF1FA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7824" y="2340864"/>
            <a:ext cx="373075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[3] Burst drain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846320" y="2286000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EAF1FA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01184" y="2340864"/>
            <a:ext cx="263347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 data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863840" y="2286000"/>
            <a:ext cx="2240280" cy="384048"/>
          </a:xfrm>
          <a:prstGeom prst="roundRect">
            <a:avLst>
              <a:gd name="adj" fmla="val 19048"/>
            </a:avLst>
          </a:prstGeom>
          <a:solidFill>
            <a:srgbClr val="228B5E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18704" y="2340864"/>
            <a:ext cx="213055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2960" y="2880360"/>
            <a:ext cx="3840480" cy="384048"/>
          </a:xfrm>
          <a:prstGeom prst="roundRect">
            <a:avLst>
              <a:gd name="adj" fmla="val 19048"/>
            </a:avLst>
          </a:prstGeom>
          <a:solidFill>
            <a:srgbClr val="EAF1FA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77824" y="2935224"/>
            <a:ext cx="373075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[4] drain cap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0" y="2880360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EAF1FA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01184" y="2935224"/>
            <a:ext cx="263347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data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863840" y="2880360"/>
            <a:ext cx="2240280" cy="384048"/>
          </a:xfrm>
          <a:prstGeom prst="roundRect">
            <a:avLst>
              <a:gd name="adj" fmla="val 19048"/>
            </a:avLst>
          </a:prstGeom>
          <a:solidFill>
            <a:srgbClr val="228B5E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18704" y="2935224"/>
            <a:ext cx="213055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22960" y="3474720"/>
            <a:ext cx="3840480" cy="384048"/>
          </a:xfrm>
          <a:prstGeom prst="roundRect">
            <a:avLst>
              <a:gd name="adj" fmla="val 19048"/>
            </a:avLst>
          </a:prstGeom>
          <a:solidFill>
            <a:srgbClr val="EAF1FA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7824" y="3529584"/>
            <a:ext cx="373075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[7] EF empty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46320" y="3474720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EAF1FA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01184" y="3529584"/>
            <a:ext cx="263347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data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863840" y="3474720"/>
            <a:ext cx="2240280" cy="384048"/>
          </a:xfrm>
          <a:prstGeom prst="roundRect">
            <a:avLst>
              <a:gd name="adj" fmla="val 19048"/>
            </a:avLst>
          </a:prstGeom>
          <a:solidFill>
            <a:srgbClr val="228B5E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918704" y="3529584"/>
            <a:ext cx="213055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22960" y="4069080"/>
            <a:ext cx="3840480" cy="384048"/>
          </a:xfrm>
          <a:prstGeom prst="roundRect">
            <a:avLst>
              <a:gd name="adj" fmla="val 19048"/>
            </a:avLst>
          </a:prstGeom>
          <a:solidFill>
            <a:srgbClr val="EAF1FA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77824" y="4123944"/>
            <a:ext cx="373075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[9a]/[9b] edge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846320" y="4069080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EAF1FA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01184" y="4123944"/>
            <a:ext cx="263347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64 data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863840" y="4069080"/>
            <a:ext cx="2240280" cy="384048"/>
          </a:xfrm>
          <a:prstGeom prst="roundRect">
            <a:avLst>
              <a:gd name="adj" fmla="val 19048"/>
            </a:avLst>
          </a:prstGeom>
          <a:solidFill>
            <a:srgbClr val="228B5E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918704" y="4123944"/>
            <a:ext cx="213055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22960" y="4663440"/>
            <a:ext cx="3840480" cy="384048"/>
          </a:xfrm>
          <a:prstGeom prst="roundRect">
            <a:avLst>
              <a:gd name="adj" fmla="val 19048"/>
            </a:avLst>
          </a:prstGeom>
          <a:solidFill>
            <a:srgbClr val="EAF1FA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77824" y="4718304"/>
            <a:ext cx="373075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[16] monitors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846320" y="4663440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EAF1FA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01184" y="4718304"/>
            <a:ext cx="263347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empty=0, tuser=0, IDs 14/16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7863840" y="4663440"/>
            <a:ext cx="2240280" cy="384048"/>
          </a:xfrm>
          <a:prstGeom prst="roundRect">
            <a:avLst>
              <a:gd name="adj" fmla="val 19048"/>
            </a:avLst>
          </a:prstGeom>
          <a:solidFill>
            <a:srgbClr val="228B5E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918704" y="4718304"/>
            <a:ext cx="213055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22960" y="571500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8B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로그: *** ALL TESTS PASSED *** (total_raw_words=231)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411480" y="6473952"/>
            <a:ext cx="9875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F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TDC-GPX-Datasheet.pdf / C02 Code Fix Plan v004 / xsim tb_tdc_gpx_chip_ctrl PASS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11018520" y="6473952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F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Remaining Contracts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38912" y="68580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C02 이후에도 추적해야 할 항목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914400" y="1143000"/>
            <a:ext cx="10241280" cy="594360"/>
          </a:xfrm>
          <a:prstGeom prst="roundRect">
            <a:avLst>
              <a:gd name="adj" fmla="val 12308"/>
            </a:avLst>
          </a:prstGeom>
          <a:solidFill>
            <a:srgbClr val="EEF2F6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" y="1197864"/>
            <a:ext cx="10131552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expected=0은 count-unknown fallback encoding. known-zero는 valid 계약 필요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14400" y="2148840"/>
            <a:ext cx="10241280" cy="594360"/>
          </a:xfrm>
          <a:prstGeom prst="roundRect">
            <a:avLst>
              <a:gd name="adj" fmla="val 12308"/>
            </a:avLst>
          </a:prstGeom>
          <a:solidFill>
            <a:srgbClr val="EEF2F6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2203704"/>
            <a:ext cx="10131552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config_ctrl/top integration에서 expected count CDC와 downstream stream 전파 추가 확인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3154680"/>
            <a:ext cx="10241280" cy="594360"/>
          </a:xfrm>
          <a:prstGeom prst="roundRect">
            <a:avLst>
              <a:gd name="adj" fmla="val 12308"/>
            </a:avLst>
          </a:prstGeom>
          <a:solidFill>
            <a:srgbClr val="EEF2F6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9264" y="3209544"/>
            <a:ext cx="10131552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250 MHz retiming은 제외. 본 결과는 200 MHz 기준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4160520"/>
            <a:ext cx="10241280" cy="594360"/>
          </a:xfrm>
          <a:prstGeom prst="roundRect">
            <a:avLst>
              <a:gd name="adj" fmla="val 12308"/>
            </a:avLst>
          </a:prstGeom>
          <a:solidFill>
            <a:srgbClr val="EEF2F6"/>
          </a:solidFill>
          <a:ln w="12700">
            <a:solidFill>
              <a:srgbClr val="7A849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4215384"/>
            <a:ext cx="10131552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OEN은 connected / High fixed 계열만 후속 검토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6473952"/>
            <a:ext cx="9875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F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TDC-GPX-Datasheet.pdf / C02 Code Fix Plan v004 / xsim tb_tdc_gpx_chip_ctrl PASS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018520" y="6473952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F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tdc_gpx_ctrl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C02 보완 결과 v002</dc:title>
  <dc:subject>C02 Chip Acquisition Code Fix Result</dc:subject>
  <dc:creator>Codex</dc:creator>
  <cp:lastModifiedBy>Codex</cp:lastModifiedBy>
  <cp:revision>1</cp:revision>
  <dcterms:created xsi:type="dcterms:W3CDTF">2026-04-30T06:23:13Z</dcterms:created>
  <dcterms:modified xsi:type="dcterms:W3CDTF">2026-04-30T06:23:13Z</dcterms:modified>
</cp:coreProperties>
</file>