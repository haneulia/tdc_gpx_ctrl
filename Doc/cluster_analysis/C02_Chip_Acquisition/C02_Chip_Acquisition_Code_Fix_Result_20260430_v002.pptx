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4988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보완 결과 v002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858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UTF-8 재생성본: drain guard / empty-read 방지 / AXI tuser 계약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2563B8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353312"/>
            <a:ext cx="313639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Count-known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count hard bound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480560" y="1298448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228B5E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5424" y="1353312"/>
            <a:ext cx="313639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Count-unknown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 fallback single-read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321040" y="1298448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B94A48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75904" y="1353312"/>
            <a:ext cx="3136392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 strict monitor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empty read = FAIL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Datasheet 기준으로 모델 FIFO occupancy=0 상태의 Reg8/Reg9 read를 1회라도 실패 처리하도록 보강했다.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416052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8B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 PASS: total_raw_words=231 / empty-read=0 / tuser-error=0 / IFIFO1-done=14 / final-done=16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47395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TDC-GPX-Datasheet.pdf / C02 Code Fix Plan v004 / xsim tb_tdc_gpx_chip_ctrl PASS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018520" y="64739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 Decision Model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858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ST_DRAIN_CHECK에서 expected count와 EF sync를 분리 판단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2563B8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72184"/>
            <a:ext cx="181051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ST_DRAIN_CHECK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91440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72384" y="969264"/>
            <a:ext cx="222199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!= 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89320" y="914400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44184" y="969264"/>
            <a:ext cx="231343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drain_cnt &lt; expected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06840" y="914400"/>
            <a:ext cx="2148840" cy="685800"/>
          </a:xfrm>
          <a:prstGeom prst="roundRect">
            <a:avLst>
              <a:gd name="adj" fmla="val 10667"/>
            </a:avLst>
          </a:prstGeom>
          <a:solidFill>
            <a:srgbClr val="228B5E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61704" y="969264"/>
            <a:ext cx="203911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 allowed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283464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EAF7F0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2384" y="2889504"/>
            <a:ext cx="222199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= 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2834640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EAF7F0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44184" y="2889504"/>
            <a:ext cx="231343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EF_sync = 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06840" y="2834640"/>
            <a:ext cx="2148840" cy="685800"/>
          </a:xfrm>
          <a:prstGeom prst="roundRect">
            <a:avLst>
              <a:gd name="adj" fmla="val 10667"/>
            </a:avLst>
          </a:prstGeom>
          <a:solidFill>
            <a:srgbClr val="228B5E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61704" y="2889504"/>
            <a:ext cx="203911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 READ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9320" y="4709160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FFF4DF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44184" y="4764024"/>
            <a:ext cx="231343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EF_sync =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 count reached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06840" y="4709160"/>
            <a:ext cx="2148840" cy="685800"/>
          </a:xfrm>
          <a:prstGeom prst="roundRect">
            <a:avLst>
              <a:gd name="adj" fmla="val 10667"/>
            </a:avLst>
          </a:prstGeom>
          <a:solidFill>
            <a:srgbClr val="D9A441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61704" y="4764024"/>
            <a:ext cx="203911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 done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68880" y="1755648"/>
            <a:ext cx="548640" cy="0"/>
          </a:xfrm>
          <a:prstGeom prst="line">
            <a:avLst/>
          </a:prstGeom>
          <a:noFill/>
          <a:ln w="17780">
            <a:solidFill>
              <a:srgbClr val="7A849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349240" y="1261872"/>
            <a:ext cx="640080" cy="0"/>
          </a:xfrm>
          <a:prstGeom prst="line">
            <a:avLst/>
          </a:prstGeom>
          <a:noFill/>
          <a:ln w="17780">
            <a:solidFill>
              <a:srgbClr val="7A849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412480" y="1261872"/>
            <a:ext cx="594360" cy="0"/>
          </a:xfrm>
          <a:prstGeom prst="line">
            <a:avLst/>
          </a:prstGeom>
          <a:noFill/>
          <a:ln w="17780">
            <a:solidFill>
              <a:srgbClr val="7A849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468880" y="1755648"/>
            <a:ext cx="548640" cy="1426464"/>
          </a:xfrm>
          <a:prstGeom prst="line">
            <a:avLst/>
          </a:prstGeom>
          <a:noFill/>
          <a:ln w="17780">
            <a:solidFill>
              <a:srgbClr val="7A849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349240" y="3182112"/>
            <a:ext cx="640080" cy="0"/>
          </a:xfrm>
          <a:prstGeom prst="line">
            <a:avLst/>
          </a:prstGeom>
          <a:noFill/>
          <a:ln w="17780">
            <a:solidFill>
              <a:srgbClr val="7A849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412480" y="3182112"/>
            <a:ext cx="594360" cy="0"/>
          </a:xfrm>
          <a:prstGeom prst="line">
            <a:avLst/>
          </a:prstGeom>
          <a:noFill/>
          <a:ln w="17780">
            <a:solidFill>
              <a:srgbClr val="7A849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178040" y="1600200"/>
            <a:ext cx="0" cy="3108960"/>
          </a:xfrm>
          <a:prstGeom prst="line">
            <a:avLst/>
          </a:prstGeom>
          <a:noFill/>
          <a:ln w="17780">
            <a:solidFill>
              <a:srgbClr val="7A849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412480" y="5056632"/>
            <a:ext cx="594360" cy="0"/>
          </a:xfrm>
          <a:prstGeom prst="line">
            <a:avLst/>
          </a:prstGeom>
          <a:noFill/>
          <a:ln w="17780">
            <a:solidFill>
              <a:srgbClr val="7A8491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731520" y="571500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expected=0은 현재 count-unknown fallback encoding이다. known-zero를 닫으려면 valid 계약이 추가로 필요하다.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" y="647395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TDC-GPX-Datasheet.pdf / C02 Code Fix Plan v004 / xsim tb_tdc_gpx_chip_ctrl PASS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018520" y="64739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 Fallback Timing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858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 MHz 기준 tS-EF + synchronizer + decision guard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2563B8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2020824"/>
            <a:ext cx="15361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RDN fall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68880" y="2295144"/>
            <a:ext cx="594360" cy="0"/>
          </a:xfrm>
          <a:prstGeom prst="line">
            <a:avLst/>
          </a:prstGeom>
          <a:noFill/>
          <a:ln w="17780">
            <a:solidFill>
              <a:srgbClr val="7A849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63240" y="196596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18104" y="2020824"/>
            <a:ext cx="15361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EF update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2295144"/>
            <a:ext cx="594360" cy="0"/>
          </a:xfrm>
          <a:prstGeom prst="line">
            <a:avLst/>
          </a:prstGeom>
          <a:noFill/>
          <a:ln w="17780">
            <a:solidFill>
              <a:srgbClr val="7A849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303520" y="196596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58384" y="2020824"/>
            <a:ext cx="15361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2-FF sync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49440" y="2295144"/>
            <a:ext cx="594360" cy="0"/>
          </a:xfrm>
          <a:prstGeom prst="line">
            <a:avLst/>
          </a:prstGeom>
          <a:noFill/>
          <a:ln w="17780">
            <a:solidFill>
              <a:srgbClr val="7A849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43800" y="196596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98664" y="2020824"/>
            <a:ext cx="15361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 5 clocks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89720" y="2295144"/>
            <a:ext cx="594360" cy="0"/>
          </a:xfrm>
          <a:prstGeom prst="line">
            <a:avLst/>
          </a:prstGeom>
          <a:noFill/>
          <a:ln w="17780">
            <a:solidFill>
              <a:srgbClr val="7A849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784080" y="196596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2563B8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38944" y="2020824"/>
            <a:ext cx="15361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decision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80360" y="29992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tS-EF max 11.8 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60920" y="29992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clocks = 25 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4251960"/>
            <a:ext cx="4800600" cy="822960"/>
          </a:xfrm>
          <a:prstGeom prst="roundRect">
            <a:avLst>
              <a:gd name="adj" fmla="val 8889"/>
            </a:avLst>
          </a:prstGeom>
          <a:solidFill>
            <a:srgbClr val="228B5E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4306824"/>
            <a:ext cx="469087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RTL: g_EF_SYNC_GUARD_CLKS = 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4251960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228B5E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1384" y="4306824"/>
            <a:ext cx="478231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검증: fallback [2b]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data=5, empty-read=0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" y="647395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TDC-GPX-Datasheet.pdf / C02 Code Fix Plan v004 / xsim tb_tdc_gpx_chip_ctrl PASS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018520" y="64739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 Patch 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858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파일과 역할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987552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2563B8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042416"/>
            <a:ext cx="322783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tdc_gpx_chip_run.vhd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343400" y="987552"/>
            <a:ext cx="6903720" cy="621792"/>
          </a:xfrm>
          <a:prstGeom prst="roundRect">
            <a:avLst>
              <a:gd name="adj" fmla="val 11765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98264" y="1042416"/>
            <a:ext cx="679399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 guard generic, expected hard bound, mismatch 판단 분리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048256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2563B8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103120"/>
            <a:ext cx="322783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tdc_gpx_chip_ctrl.vhd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048256"/>
            <a:ext cx="6903720" cy="621792"/>
          </a:xfrm>
          <a:prstGeom prst="roundRect">
            <a:avLst>
              <a:gd name="adj" fmla="val 11765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8264" y="2103120"/>
            <a:ext cx="679399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beat ID semantic 고정: ififo1_done=0, final_done=1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108960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2563B8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3163824"/>
            <a:ext cx="322783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tdc_gpx_raw_event_builder.vhd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43400" y="3108960"/>
            <a:ext cx="6903720" cy="621792"/>
          </a:xfrm>
          <a:prstGeom prst="roundRect">
            <a:avLst>
              <a:gd name="adj" fmla="val 11765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98264" y="3163824"/>
            <a:ext cx="679399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tuser[15:11] shot_seq 주석 정합화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4169664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2563B8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4224528"/>
            <a:ext cx="322783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tdc_gpx_cell_builder.vhd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3400" y="4169664"/>
            <a:ext cx="6903720" cy="621792"/>
          </a:xfrm>
          <a:prstGeom prst="roundRect">
            <a:avLst>
              <a:gd name="adj" fmla="val 11765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98264" y="4224528"/>
            <a:ext cx="679399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tuser[15:11] shot_seq 주석 정합화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647395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TDC-GPX-Datasheet.pdf / C02 Code Fix Plan v004 / xsim tb_tdc_gpx_chip_ctrl PASS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018520" y="64739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 Monitor Upgrade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858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검증 경계가 PASS/FAIL로 직접 닫히도록 강화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2563B8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243584"/>
            <a:ext cx="281635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 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occupancy_before_read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B94A48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26864" y="1243584"/>
            <a:ext cx="281635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Reg8/Reg9 read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 fill=0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412480" y="11887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B94A48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67344" y="1243584"/>
            <a:ext cx="281635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ASSERT ERROR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empty_read_cnt++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1645920"/>
            <a:ext cx="914400" cy="0"/>
          </a:xfrm>
          <a:prstGeom prst="line">
            <a:avLst/>
          </a:prstGeom>
          <a:noFill/>
          <a:ln w="17780">
            <a:solidFill>
              <a:srgbClr val="7A849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98080" y="1645920"/>
            <a:ext cx="914400" cy="0"/>
          </a:xfrm>
          <a:prstGeom prst="line">
            <a:avLst/>
          </a:prstGeom>
          <a:noFill/>
          <a:ln w="17780">
            <a:solidFill>
              <a:srgbClr val="7A849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" y="333756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228B5E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392424"/>
            <a:ext cx="281635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data beat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333756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D9A441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3392424"/>
            <a:ext cx="281635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control beat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class monitor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0" y="333756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2563B8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3392424"/>
            <a:ext cx="281635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tuser contract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8920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8B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[16] global monitor: empty-read=0, raw tuser error=0, control IDs observed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" y="647395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TDC-GPX-Datasheet.pdf / C02 Code Fix Plan v004 / xsim tb_tdc_gpx_chip_ctrl PASS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018520" y="64739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 Result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858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tb_tdc_gpx_chip_ctrl 단위 검증 결과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09728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152144"/>
            <a:ext cx="37307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[2] Legacy count-known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01184" y="1152144"/>
            <a:ext cx="26334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863840" y="1097280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228B5E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18704" y="1152144"/>
            <a:ext cx="21305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169164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746504"/>
            <a:ext cx="37307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[2b] EF fallback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746504"/>
            <a:ext cx="26334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63840" y="1691640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228B5E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18704" y="1746504"/>
            <a:ext cx="21305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228600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2340864"/>
            <a:ext cx="37307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[3] Burst drain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28600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01184" y="2340864"/>
            <a:ext cx="26334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63840" y="2286000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228B5E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18704" y="2340864"/>
            <a:ext cx="21305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288036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2935224"/>
            <a:ext cx="37307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[4] drain cap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88036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2935224"/>
            <a:ext cx="26334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data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63840" y="2880360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228B5E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18704" y="2935224"/>
            <a:ext cx="21305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" y="347472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3529584"/>
            <a:ext cx="37307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[7] EF empty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47472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3529584"/>
            <a:ext cx="26334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data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863840" y="3474720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228B5E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18704" y="3529584"/>
            <a:ext cx="21305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" y="406908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" y="4123944"/>
            <a:ext cx="37307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[9a]/[9b] edge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40690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4123944"/>
            <a:ext cx="26334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64 data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863840" y="4069080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228B5E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18704" y="4123944"/>
            <a:ext cx="21305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2960" y="466344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" y="4718304"/>
            <a:ext cx="37307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[16] monitors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466344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01184" y="4718304"/>
            <a:ext cx="26334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empty=0, tuser=0, IDs 14/16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863840" y="4663440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228B5E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18704" y="4718304"/>
            <a:ext cx="21305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22960" y="57150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8B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로그: *** ALL TESTS PASSED *** (total_raw_words=231)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11480" y="647395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TDC-GPX-Datasheet.pdf / C02 Code Fix Plan v004 / xsim tb_tdc_gpx_chip_ctrl PASS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1018520" y="64739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Remaining Contracts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38912" y="6858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이후에도 추적해야 할 항목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14400" y="1143000"/>
            <a:ext cx="10241280" cy="594360"/>
          </a:xfrm>
          <a:prstGeom prst="roundRect">
            <a:avLst>
              <a:gd name="adj" fmla="val 12308"/>
            </a:avLst>
          </a:prstGeom>
          <a:solidFill>
            <a:srgbClr val="EEF2F6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197864"/>
            <a:ext cx="1013155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expected=0은 count-unknown fallback encoding. known-zero는 valid 계약 필요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10241280" cy="594360"/>
          </a:xfrm>
          <a:prstGeom prst="roundRect">
            <a:avLst>
              <a:gd name="adj" fmla="val 12308"/>
            </a:avLst>
          </a:prstGeom>
          <a:solidFill>
            <a:srgbClr val="EEF2F6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203704"/>
            <a:ext cx="1013155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config_ctrl/top integration에서 expected count CDC와 downstream stream 전파 추가 확인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3154680"/>
            <a:ext cx="10241280" cy="594360"/>
          </a:xfrm>
          <a:prstGeom prst="roundRect">
            <a:avLst>
              <a:gd name="adj" fmla="val 12308"/>
            </a:avLst>
          </a:prstGeom>
          <a:solidFill>
            <a:srgbClr val="EEF2F6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3209544"/>
            <a:ext cx="1013155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250 MHz retiming은 제외. 본 결과는 200 MHz 기준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160520"/>
            <a:ext cx="10241280" cy="594360"/>
          </a:xfrm>
          <a:prstGeom prst="roundRect">
            <a:avLst>
              <a:gd name="adj" fmla="val 12308"/>
            </a:avLst>
          </a:prstGeom>
          <a:solidFill>
            <a:srgbClr val="EEF2F6"/>
          </a:solidFill>
          <a:ln w="12700">
            <a:solidFill>
              <a:srgbClr val="7A84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4215384"/>
            <a:ext cx="1013155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OEN은 connected / High fixed 계열만 후속 검토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647395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TDC-GPX-Datasheet.pdf / C02 Code Fix Plan v004 / xsim tb_tdc_gpx_chip_ctrl PASS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018520" y="64739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F66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696</Words>
  <Application>Microsoft Office PowerPoint</Application>
  <PresentationFormat>와이드스크린</PresentationFormat>
  <Paragraphs>109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tdc_gpx_ctrl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보완 결과 v002</dc:title>
  <dc:subject>C02 Chip Acquisition Code Fix Result</dc:subject>
  <dc:creator>Codex</dc:creator>
  <cp:lastModifiedBy>하늘 정</cp:lastModifiedBy>
  <cp:revision>2</cp:revision>
  <dcterms:created xsi:type="dcterms:W3CDTF">2026-04-30T06:23:13Z</dcterms:created>
  <dcterms:modified xsi:type="dcterms:W3CDTF">2026-04-30T06:28:44Z</dcterms:modified>
</cp:coreProperties>
</file>