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T0/T1 분리 Timing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2026-04-30 21:23:06 KST | 기준: TDC-GPX Datasheet + C01 bus timing 계약 + xsim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T0 -&gt; T1 = 40clk는 내부 첫 데이터 준비 시간이 아니라 downstream accepted 기준 값이다.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raw data는 T0+16clk에 이미 valid 상태가 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1298448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1371600"/>
            <a:ext cx="238658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11112" y="14356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11112" y="1691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clk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11112" y="21031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raw valid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0" y="1298448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53728" y="1371600"/>
            <a:ext cx="238658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08592" y="14356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08592" y="1691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clk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08592" y="21031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raw accepted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324612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776472"/>
            <a:ext cx="302666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물리 READ timing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96512" y="3886200"/>
            <a:ext cx="502920" cy="384048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703320"/>
            <a:ext cx="3063240" cy="9144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3776472"/>
            <a:ext cx="284378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내부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raw valid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65008" y="3886200"/>
            <a:ext cx="502920" cy="384048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0" y="3703320"/>
            <a:ext cx="2697480" cy="9144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87968" y="3776472"/>
            <a:ext cx="2478024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 ready 영향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 accepted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반영: T1은 더 이상 단일 의미로 사용하지 않고 T1a/T1b로 분리 표기한다.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기준 상대 clock | 200 MHz capture clock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57400"/>
            <a:ext cx="1417320" cy="676656"/>
          </a:xfrm>
          <a:prstGeom prst="roundRect">
            <a:avLst>
              <a:gd name="adj" fmla="val 540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30552"/>
            <a:ext cx="11978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2221992"/>
            <a:ext cx="502920" cy="32918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057400"/>
            <a:ext cx="1600200" cy="676656"/>
          </a:xfrm>
          <a:prstGeom prst="roundRect">
            <a:avLst>
              <a:gd name="adj" fmla="val 540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130552"/>
            <a:ext cx="13807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16clk valid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221992"/>
            <a:ext cx="502920" cy="32918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2057400"/>
            <a:ext cx="1920240" cy="676656"/>
          </a:xfrm>
          <a:prstGeom prst="roundRect">
            <a:avLst>
              <a:gd name="adj" fmla="val 540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408" y="2130552"/>
            <a:ext cx="170078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ready=0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24clk hold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43800" y="2221992"/>
            <a:ext cx="502920" cy="329184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057400"/>
            <a:ext cx="1783080" cy="676656"/>
          </a:xfrm>
          <a:prstGeom prst="roundRect">
            <a:avLst>
              <a:gd name="adj" fmla="val 540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2130552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40clk accept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22992" y="2221992"/>
            <a:ext cx="502920" cy="329184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7080" y="2057400"/>
            <a:ext cx="68580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36808" y="2130552"/>
            <a:ext cx="4663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...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703320"/>
            <a:ext cx="102412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47872"/>
            <a:ext cx="0" cy="310896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93008" y="3547872"/>
            <a:ext cx="0" cy="310896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3547872"/>
            <a:ext cx="0" cy="310896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3547872"/>
            <a:ext cx="0" cy="310896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77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35808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90288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+10 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13648" y="39776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+40 release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48006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[16b] 조건에서는 ready가 T0+10clk부터 low이고, T0+40clk에 release된다. 데이터 valid는 T0+16clk에 이미 올라오므로 accepted가 24clk 밀린다.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 비교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xsim_chip_ctrl.log:921, 987..991, 1006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99032"/>
            <a:ext cx="238658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1463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[16a] first_valid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17190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clk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backpressure 없음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520440" y="1325880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399032"/>
            <a:ext cx="238658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85032" y="1463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[16a] first_accept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85032" y="17190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clk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8503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valid_to_accept=0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0" y="1325880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1399032"/>
            <a:ext cx="238658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65392" y="1463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[16b] first_accept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65392" y="17190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clk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6539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release와 동일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81160" y="1325880"/>
            <a:ext cx="2606040" cy="1143000"/>
          </a:xfrm>
          <a:prstGeom prst="roundRect">
            <a:avLst>
              <a:gd name="adj" fmla="val 32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399032"/>
            <a:ext cx="2386584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45752" y="1463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output_done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445752" y="171907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428 clk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45752" y="2130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[16a]/[16b] 동일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" y="3246120"/>
            <a:ext cx="324612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319272"/>
            <a:ext cx="302666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T1a=16clk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T1b=40clk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80560" y="3246120"/>
            <a:ext cx="324612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3319272"/>
            <a:ext cx="302666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words / 428clk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평균 유지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3246120"/>
            <a:ext cx="3246120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3319272"/>
            <a:ext cx="302666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II_min=1clk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II_max=15clk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498348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accepted latency는 backpressure에 의해 달라지지만, raw FIFO/hold 경계가 흡수하여 전체 drain 완료 시점은 변하지 않았다.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9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후속 규칙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대상: TB 코드, xsim 로그, C02 Markdown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3291840" cy="987552"/>
          </a:xfrm>
          <a:prstGeom prst="roundRect">
            <a:avLst>
              <a:gd name="adj" fmla="val 370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07592"/>
            <a:ext cx="30723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근거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[16a]/[16b]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1720..2064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291840" cy="987552"/>
          </a:xfrm>
          <a:prstGeom prst="roundRect">
            <a:avLst>
              <a:gd name="adj" fmla="val 370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307592"/>
            <a:ext cx="30723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근거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total_raw_words=795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234440"/>
            <a:ext cx="3291840" cy="987552"/>
          </a:xfrm>
          <a:prstGeom prst="roundRect">
            <a:avLst>
              <a:gd name="adj" fmla="val 370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888" y="1307592"/>
            <a:ext cx="30723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근거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T0/T1 Split Timing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C02 timing 결과에서 '첫 데이터'는 반드시 T1a(first valid)와 T1b(first accepted)를 분리한다.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기준의 물리 READ timing은 C01 bus timing 계약으로 추적하고, C02 stream timing은 AXI ready 상태를 함께 기록한다.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029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PPT/Markdown 결과: Timing Diagram 또는 Timing Block에 T1a/T1b를 함께 표기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T0/T1 Split Timing v001</dc:title>
  <dc:subject>C02 T0/T1 split timing</dc:subject>
  <dc:creator>Codex</dc:creator>
  <cp:lastModifiedBy>Codex</cp:lastModifiedBy>
  <cp:revision>1</cp:revision>
  <dcterms:created xsi:type="dcterms:W3CDTF">2026-04-30T12:27:08Z</dcterms:created>
  <dcterms:modified xsi:type="dcterms:W3CDTF">2026-04-30T12:27:08Z</dcterms:modified>
</cp:coreProperties>
</file>