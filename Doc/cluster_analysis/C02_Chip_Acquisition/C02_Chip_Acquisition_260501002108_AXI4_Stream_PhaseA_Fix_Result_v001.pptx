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789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AXI4-Stream Width Standardization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789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 보완 결과 v001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93976"/>
            <a:ext cx="301752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64 / 128-bit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4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TKEEP · full TSTRB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389120" y="2057400"/>
            <a:ext cx="2743200" cy="1143000"/>
          </a:xfrm>
          <a:prstGeom prst="roundRect">
            <a:avLst>
              <a:gd name="adj" fmla="val 480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2093976"/>
            <a:ext cx="265176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READ timing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589520" y="2057400"/>
            <a:ext cx="2743200" cy="1143000"/>
          </a:xfrm>
          <a:prstGeom prst="roundRect">
            <a:avLst>
              <a:gd name="adj" fmla="val 48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093976"/>
            <a:ext cx="2651760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Payload latency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없음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A60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시간: 2026-05-01 00:21:08 KST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9601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A60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Datasheet 계약 유지 + downstream AXIS 표준화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865376"/>
            <a:ext cx="14173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TDATA generic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182880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1865376"/>
            <a:ext cx="14173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cell_pipe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guard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865376"/>
            <a:ext cx="14173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 pack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865376"/>
            <a:ext cx="14173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output_stage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FIFO + header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82880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865376"/>
            <a:ext cx="14173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header_inserter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TKEEP/TSTRB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149840" y="182880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95560" y="1865376"/>
            <a:ext cx="14173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57400" y="2304288"/>
            <a:ext cx="41148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77640" y="2304288"/>
            <a:ext cx="41148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97880" y="2304288"/>
            <a:ext cx="41148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18120" y="2304288"/>
            <a:ext cx="41148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38360" y="2304288"/>
            <a:ext cx="41148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" y="384048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77056"/>
            <a:ext cx="19202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 변경점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4480560"/>
            <a:ext cx="107899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top/output_stage/header_inserter에 최종 TKEEP/TSTRB 포트 추가</a:t>
            </a:r>
            <a:endParaRPr lang="en-US" sz="1800" dirty="0"/>
          </a:p>
          <a:p>
            <a:r>
              <a:rPr lang="en-US" sz="18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이외 폭은 elaboration failure로 차단</a:t>
            </a:r>
            <a:endParaRPr lang="en-US" sz="1800" dirty="0"/>
          </a:p>
          <a:p>
            <a:r>
              <a:rPr lang="en-US" sz="18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accepted beat 기준 keep/strb는 항상 all-ones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폭별 구조 비교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1673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0" y="128016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06040" y="1316736"/>
            <a:ext cx="16459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TKEEP/TSTRB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16736"/>
            <a:ext cx="1737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prefix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40880" y="12801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316736"/>
            <a:ext cx="1737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 cell beats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326880" y="12801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72600" y="131673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192024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95681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60320" y="19202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956816"/>
            <a:ext cx="16459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956816"/>
            <a:ext cx="1737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beats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40880" y="19202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956816"/>
            <a:ext cx="1737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326880" y="192024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195681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26517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68833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560320" y="265176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688336"/>
            <a:ext cx="16459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54880" y="26517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688336"/>
            <a:ext cx="1737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beats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40880" y="26517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2688336"/>
            <a:ext cx="1737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326880" y="26517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268833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2960" y="33832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41985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560320" y="338328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3419856"/>
            <a:ext cx="16459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754880" y="33832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419856"/>
            <a:ext cx="1737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beats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040880" y="33832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3419856"/>
            <a:ext cx="1737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326880" y="338328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72600" y="341985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8680" y="475488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48B header prefix: 폭이 커질수록 beat 수만 감소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68680" y="5166360"/>
            <a:ext cx="9601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A60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 TKEEP는 Phase A 제외. 256-bit 이상은 Phase C 후보.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Latency / Throughput / II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9105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face_start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94560" y="1810512"/>
            <a:ext cx="54864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43200" y="141732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453896"/>
            <a:ext cx="14630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ROM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810512"/>
            <a:ext cx="64008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37760" y="14173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53896"/>
            <a:ext cx="17373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prefix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12/6/3 beats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66560" y="1810512"/>
            <a:ext cx="54864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0" y="141732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4C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453896"/>
            <a:ext cx="15544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beats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keep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1810512"/>
            <a:ext cx="548640" cy="0"/>
          </a:xfrm>
          <a:prstGeom prst="line">
            <a:avLst/>
          </a:prstGeom>
          <a:noFill/>
          <a:ln w="25400">
            <a:solidFill>
              <a:srgbClr val="24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509760" y="141732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5480" y="1453896"/>
            <a:ext cx="14630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frame_done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2926080"/>
            <a:ext cx="1024128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Latency: TKEEP/TSTRB는 registered valid에서 파생, payload 지연 추가 없음</a:t>
            </a:r>
            <a:endParaRPr lang="en-US" sz="1800" dirty="0"/>
          </a:p>
          <a:p>
            <a:r>
              <a:rPr lang="en-US" sz="18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Throughput: downstream ready 유지 시 1 beat/clk</a:t>
            </a:r>
            <a:endParaRPr lang="en-US" sz="1800" dirty="0"/>
          </a:p>
          <a:p>
            <a:r>
              <a:rPr lang="en-US" sz="18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Pipeline: 기존 cell -&gt; face -&gt; FIFO -&gt; header 구조 유지</a:t>
            </a:r>
            <a:endParaRPr lang="en-US" sz="1800" dirty="0"/>
          </a:p>
          <a:p>
            <a:r>
              <a:rPr lang="en-US" sz="18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II: beat 단위 II=1 유지, byte payload 기준 점유 beat는 128-bit에서 감소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상태와 다음 Phase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71016"/>
            <a:ext cx="22860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기준 추가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4241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tb_tdc_gpx_header_inserter_widths: 32/64/128 동시 확인</a:t>
            </a:r>
            <a:endParaRPr lang="en-US" sz="1800" dirty="0"/>
          </a:p>
          <a:p>
            <a:r>
              <a:rPr lang="en-US" sz="18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downstream/output/top/full TB에 keep/strb all-one assert 추가</a:t>
            </a:r>
            <a:endParaRPr lang="en-US" sz="1800" dirty="0"/>
          </a:p>
          <a:p>
            <a:r>
              <a:rPr lang="en-US" sz="18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diff --check: 공백 오류 없음, CRLF warning만 존재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694176"/>
            <a:ext cx="17373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미실행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PATH에 xvhdl/vivado/ghdl 없음: xsim은 로컬에서 실행 필요</a:t>
            </a:r>
            <a:endParaRPr lang="en-US" sz="1800" dirty="0"/>
          </a:p>
          <a:p>
            <a:r>
              <a:rPr lang="en-US" sz="1800" dirty="0">
                <a:solidFill>
                  <a:srgbClr val="2125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Phase: raw/event stream 폭 상수화 및 Vivado sim set 반영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AXI4-Stream Width Standardization Phase A</dc:title>
  <dc:subject>C02 AXI4-Stream Phase A Fix Result</dc:subject>
  <dc:creator>Codex</dc:creator>
  <cp:lastModifiedBy>Codex</cp:lastModifiedBy>
  <cp:revision>1</cp:revision>
  <dcterms:created xsi:type="dcterms:W3CDTF">2026-04-30T15:26:38Z</dcterms:created>
  <dcterms:modified xsi:type="dcterms:W3CDTF">2026-04-30T15:26:38Z</dcterms:modified>
</cp:coreProperties>
</file>