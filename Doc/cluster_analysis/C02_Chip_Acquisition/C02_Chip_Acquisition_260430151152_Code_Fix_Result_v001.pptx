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Code Fix Result v001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Acquisition drain guard / empty-read prevention / AXI tuser contract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80744"/>
            <a:ext cx="3200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Count-known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count hard bound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3258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380744"/>
            <a:ext cx="3200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Count-unknown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fallback single-read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75320" y="13258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BE4848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380744"/>
            <a:ext cx="3200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strict monitor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 read = FAIL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?? extra-read ?? ??? ????, Datasheet ???? ?? FIFO occupancy=0 ??? Reg8/Reg9 read? 1??? ?? ????? ????.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8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??: PASS / total_raw_words=231 / empty-read=0 / tuser-error=0 / IFIFO1-done=14 / final-done=16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TDC-GPX-Datasheet.pdf, C02 Code Fix Plan v004, xsim tb_tdc_gpx_chip_ctrl PASS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Decision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ST_DRAIN_CHECK?? expected count? EF sync? ?? ??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26464"/>
            <a:ext cx="1920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ST_DRAIN_CHECK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8686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923544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!=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8686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923544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drain_cnt &lt; expected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6840" y="86868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923544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allowed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7432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DF7F1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798064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=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DF7F1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798064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EF_sync = 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7432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798064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READ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6634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F4E0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718304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EF_sync =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count reached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46634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4AB39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4718304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done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1700784"/>
            <a:ext cx="548640" cy="-493776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94960" y="1207008"/>
            <a:ext cx="64008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12480" y="1207008"/>
            <a:ext cx="59436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60320" y="1700784"/>
            <a:ext cx="548640" cy="1389888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94960" y="3090672"/>
            <a:ext cx="64008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12480" y="3090672"/>
            <a:ext cx="59436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1554480"/>
            <a:ext cx="0" cy="310896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412480" y="5010912"/>
            <a:ext cx="59436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expected=0? ?? count-unknown fallback encoding??. known-zero? ??? ???? valid ??? ????.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TDC-GPX-Datasheet.pdf, C02 Code Fix Plan v004, xsim tb_tdc_gpx_chip_ctrl PASS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Fallback Timing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MHz ?? tS-EF + synchronizer + decision guard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66544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 fall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2331720"/>
            <a:ext cx="59436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20116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066544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EF update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2331720"/>
            <a:ext cx="59436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03520" y="20116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2066544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2-FF sync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2331720"/>
            <a:ext cx="59436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43800" y="20116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066544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 5 clocks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89720" y="2331720"/>
            <a:ext cx="59436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84080" y="20116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2066544"/>
            <a:ext cx="1554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decision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tS-EF max 11.8 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5236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clocks = 25 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98264"/>
            <a:ext cx="4663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RTL: g_EF_SYNC_GUARD_CLKS = 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43434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398264"/>
            <a:ext cx="4663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fallback [2b]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data=5, empty-read=0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TDC-GPX-Datasheet.pdf, C02 Code Fix Plan v004, xsim tb_tdc_gpx_chip_ctrl PASS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Patch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 ??? ??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06424"/>
            <a:ext cx="3108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tdc_gpx_chip_run.vhd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89120" y="1051560"/>
            <a:ext cx="6766560" cy="621792"/>
          </a:xfrm>
          <a:prstGeom prst="roundRect">
            <a:avLst>
              <a:gd name="adj" fmla="val 11765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106424"/>
            <a:ext cx="6675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guard generic, expected hard bound, mismatch ?? ??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130552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85416"/>
            <a:ext cx="3108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tdc_gpx_chip_ctrl.vhd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130552"/>
            <a:ext cx="6766560" cy="621792"/>
          </a:xfrm>
          <a:prstGeom prst="roundRect">
            <a:avLst>
              <a:gd name="adj" fmla="val 11765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185416"/>
            <a:ext cx="6675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beat ID semantic ??: ififo1_done=0, final_done=1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209544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64408"/>
            <a:ext cx="3108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tdc_gpx_raw_event_builder.vhd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3209544"/>
            <a:ext cx="6766560" cy="621792"/>
          </a:xfrm>
          <a:prstGeom prst="roundRect">
            <a:avLst>
              <a:gd name="adj" fmla="val 11765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264408"/>
            <a:ext cx="6675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tuser[15:11] shot_seq ?? ???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88536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43400"/>
            <a:ext cx="3108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tdc_gpx_cell_builder.vhd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4288536"/>
            <a:ext cx="6766560" cy="621792"/>
          </a:xfrm>
          <a:prstGeom prst="roundRect">
            <a:avLst>
              <a:gd name="adj" fmla="val 11765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4343400"/>
            <a:ext cx="6675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 tuser[15:11] shot_seq ?? ???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TDC-GPX-Datasheet.pdf, C02 Code Fix Plan v004, xsim tb_tdc_gpx_chip_ctrl PASS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Monitor Upgrade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 ?? ??? PASS/FAIL? ?? ???? ??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2834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occupancy_before_read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BE4848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243584"/>
            <a:ext cx="2834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Reg8/Reg9 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fill=0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BE4848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0" y="1243584"/>
            <a:ext cx="2834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ASSERT ERROR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empty_read_cnt++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91440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1645920"/>
            <a:ext cx="914400" cy="0"/>
          </a:xfrm>
          <a:prstGeom prst="line">
            <a:avLst/>
          </a:prstGeom>
          <a:noFill/>
          <a:ln w="17780">
            <a:solidFill>
              <a:srgbClr val="7882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333756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92424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data beat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33756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4AB39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392424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control beat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class monitor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333756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2666B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392424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8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[16] global monitor: empty-read=0, raw tuser error=0, control IDs observed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TDC-GPX-Datasheet.pdf, C02 Code Fix Plan v004, xsim tb_tdc_gpx_chip_ctrl PASS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Result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tb_tdc_gpx_chip_ctrl ?? ?? ??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52144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Legacy count-known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863840" y="10972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1152144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46504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[2b] EF fallback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46504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746504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28600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Burst drain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40864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0" y="22860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2340864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288036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2935224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drain cap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8803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35224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63840" y="28803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935224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47472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529584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[7] EF empty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29584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63840" y="34747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3529584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406908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123944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[9a]/[9b] edge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0690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123944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64 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40690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9560" y="4123944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6634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4718304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[16] monitors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46634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BF1FA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718304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empty=0, tuser=0, IDs 14/16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63840" y="466344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4718304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8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 ??: *** ALL TESTS PASSED *** (total_raw_words=231)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TDC-GPX-Datasheet.pdf, C02 Code Fix Plan v004, xsim tb_tdc_gpx_chip_ctrl PASS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Remaining Contracts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???? ???? ? ??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97864"/>
            <a:ext cx="10149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expected=0? count-unknown fallback encoding. known-zero? valid ?? ??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03704"/>
            <a:ext cx="10149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config_ctrl/top integration?? expected count CDC? downstream stream ?? ?? ??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09544"/>
            <a:ext cx="10149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 MHz retiming? ??. ? ??? 200 MHz ??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16052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882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215384"/>
            <a:ext cx="10149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OEN? connected / High fixed ??? ?? ??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??: TDC-GPX-Datasheet.pdf, C02 Code Fix Plan v004, xsim tb_tdc_gpx_chip_ctrl PASS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Code Fix Result v001</dc:title>
  <dc:subject>PptxGenJS Presentation</dc:subject>
  <dc:creator>Codex</dc:creator>
  <cp:lastModifiedBy>Codex</cp:lastModifiedBy>
  <cp:revision>1</cp:revision>
  <dcterms:created xsi:type="dcterms:W3CDTF">2026-04-30T06:13:17Z</dcterms:created>
  <dcterms:modified xsi:type="dcterms:W3CDTF">2026-04-30T06:13:17Z</dcterms:modified>
</cp:coreProperties>
</file>