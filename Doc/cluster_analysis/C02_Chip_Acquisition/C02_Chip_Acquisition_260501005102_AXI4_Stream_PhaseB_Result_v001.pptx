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AXI4-Stream Phase 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raw/event/stop/fire 폭 계약 상수화 결과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85416"/>
            <a:ext cx="28163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변경 없음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계약 명시화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617720" y="2148840"/>
            <a:ext cx="2926080" cy="1005840"/>
          </a:xfrm>
          <a:prstGeom prst="roundRect">
            <a:avLst>
              <a:gd name="adj" fmla="val 454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72584" y="2185416"/>
            <a:ext cx="28163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통합 시뮬레이션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유지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412480" y="2148840"/>
            <a:ext cx="2468880" cy="1005840"/>
          </a:xfrm>
          <a:prstGeom prst="roundRect">
            <a:avLst>
              <a:gd name="adj" fmla="val 4545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2185416"/>
            <a:ext cx="235915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II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없음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6858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시각: 2026-05-01 00:51:02 KST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153912"/>
            <a:ext cx="96012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Doc/TDC-GPX-Datasheet.pdf + C01/C02 구현 계약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계약 테이블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1179576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14016" y="114300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17957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85032" y="114300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39896" y="117957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56048" y="114300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10912" y="117957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tkeep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7064" y="114300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1928" y="117957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143000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179576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709928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1746504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response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14016" y="1709928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1746504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85032" y="1709928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1746504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56048" y="1709928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1746504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27064" y="1709928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1746504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1709928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52944" y="1746504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 + bus_phy/chip_ctrl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2276856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" y="2313432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IFIFO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414016" y="2276856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2313432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85032" y="2276856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39896" y="2313432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56048" y="2276856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313432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27064" y="2276856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2313432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2276856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2313432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 + config/decode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2843784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" y="2880360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414016" y="2843784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2880360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85032" y="2843784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39896" y="2880360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56048" y="2843784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10912" y="2880360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27064" y="2843784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2880360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98080" y="2843784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2944" y="2880360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pkg + decode/cell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3410712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" y="3447288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 event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414016" y="341071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68880" y="3447288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685032" y="341071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9896" y="3447288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56048" y="341071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3447288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227064" y="341071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1928" y="3447288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98080" y="3410712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3447288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top/config/stop decode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02920" y="3977640"/>
            <a:ext cx="18745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7784" y="4014216"/>
            <a:ext cx="17647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414016" y="397764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0" y="401421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85032" y="397764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9896" y="401421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956048" y="397764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10912" y="401421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227064" y="3977640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81928" y="4014216"/>
            <a:ext cx="11247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0" y="3977640"/>
            <a:ext cx="4023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52944" y="4014216"/>
            <a:ext cx="3913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유지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85800" y="5074920"/>
            <a:ext cx="10515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출력 폭 확장 계약과 GPX raw/event 내부 계약을 분리했다.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68580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64-bit 출력 성공과 내부 40/48-bit pack 경계가 서로 독립적으로 추적된다.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2057400"/>
            <a:ext cx="1417320" cy="96012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2093976"/>
            <a:ext cx="130759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raw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48840" y="2057400"/>
            <a:ext cx="13258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03704" y="2093976"/>
            <a:ext cx="12161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32+8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2057400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8184" y="2093976"/>
            <a:ext cx="139903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32+8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0680" y="205740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5544" y="2093976"/>
            <a:ext cx="14447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CDC/skid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 40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69480" y="205740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4344" y="2093976"/>
            <a:ext cx="144475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decode/event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 48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98280" y="2057400"/>
            <a:ext cx="1691640" cy="960120"/>
          </a:xfrm>
          <a:prstGeom prst="roundRect">
            <a:avLst>
              <a:gd name="adj" fmla="val 476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2093976"/>
            <a:ext cx="1581912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2542032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74720" y="2542032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2542032"/>
            <a:ext cx="228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2542032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23960" y="2542032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920240" y="3886200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75104" y="3922776"/>
            <a:ext cx="35478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stop_evt_tuser는 tdata와 generic 분리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기본값은 32-bit로 기존 동작 유지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200"/>
            <a:ext cx="3840480" cy="868680"/>
          </a:xfrm>
          <a:prstGeom prst="roundRect">
            <a:avLst>
              <a:gd name="adj" fmla="val 526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3922776"/>
            <a:ext cx="373075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기반 GPX raw word 해석은 그대로 유지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추적성과 확장성만 개선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Latency / Throughput / II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453896"/>
            <a:ext cx="1261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 READ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1700784"/>
            <a:ext cx="640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417320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98064" y="1453896"/>
            <a:ext cx="15361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CDC/skid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700784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141732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9784" y="1453896"/>
            <a:ext cx="12161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1700784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1417320"/>
            <a:ext cx="13258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1464" y="1453896"/>
            <a:ext cx="121615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1700784"/>
            <a:ext cx="685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1417320"/>
            <a:ext cx="16459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1453896"/>
            <a:ext cx="15361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cell/output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2743200"/>
            <a:ext cx="104241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Latency: 신규 FF/FIFO/state wait 없음, 변화 없음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Throughput: 기존 raw 40-bit/event 48-bit pack 유지, 변화 없음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Pipeline: 기존 C01 -&gt; C02 -&gt; C03 구조 유지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II: handshake 조건 미변경, beat 기준 II=1 조건 유지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타이밍 분석 시 경계 폭을 상수명으로 추적 가능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7784" y="1179576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Testbench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79976" y="1143000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34840" y="1179576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05272" y="1143000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0136" y="1179576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09928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" y="1746504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tb_tdc_gpx_decode_pipe_phaseb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9976" y="1709928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746504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05272" y="1709928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1746504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 (5 checks)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276856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313432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tb_tdc_gpx_stop_cfg_phaseb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79976" y="2276856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313432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05272" y="2276856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0136" y="2313432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stop_cfg_decode ALL TESTS PASSED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2843784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" y="2880360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tb_tdc_gpx_config_ctrl_phaseb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79976" y="2843784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880360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05272" y="2843784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0136" y="2880360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CDC/top integration PASS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410712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" y="3447288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tb_tdc_gpx_cell_pipe_phaseb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79976" y="3410712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447288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05272" y="3410712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0136" y="3447288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output valid/tlast/tuser PASS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3977640"/>
            <a:ext cx="3840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" y="4014216"/>
            <a:ext cx="373075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tb_tdc_gpx_top_int_phaseb64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379976" y="3977640"/>
            <a:ext cx="1188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4014216"/>
            <a:ext cx="10789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605272" y="3977640"/>
            <a:ext cx="5989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0136" y="4014216"/>
            <a:ext cx="58795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rising/falling beats=60, tlast=2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05840" y="5486400"/>
            <a:ext cx="1005840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" y="5522976"/>
            <a:ext cx="994867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Phase C 진입 가능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256-bit 이상 또는 partial TKEEP는 별도 설계 판단 필요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AXI4-Stream Phase B</dc:title>
  <dc:subject>C02 AXI4-Stream Phase B Result</dc:subject>
  <dc:creator>Codex</dc:creator>
  <cp:lastModifiedBy>Codex</cp:lastModifiedBy>
  <cp:revision>1</cp:revision>
  <dcterms:created xsi:type="dcterms:W3CDTF">2026-04-30T15:54:58Z</dcterms:created>
  <dcterms:modified xsi:type="dcterms:W3CDTF">2026-04-30T15:54:58Z</dcterms:modified>
</cp:coreProperties>
</file>