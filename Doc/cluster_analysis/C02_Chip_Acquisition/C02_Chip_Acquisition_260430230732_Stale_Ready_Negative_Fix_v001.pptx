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Stale Ready Negative 보완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작성: 2026-04-30 23:07 KST | 기준: Datasheet 기반 C02 stream 보존 계약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2971800" cy="960120"/>
          </a:xfrm>
          <a:prstGeom prst="roundRect">
            <a:avLst>
              <a:gd name="adj" fmla="val 381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90472"/>
            <a:ext cx="2752344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 ready negative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17720" y="1417320"/>
            <a:ext cx="2971800" cy="960120"/>
          </a:xfrm>
          <a:prstGeom prst="roundRect">
            <a:avLst>
              <a:gd name="adj" fmla="val 381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27448" y="1490472"/>
            <a:ext cx="2752344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skid buffer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beat blocked PASS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66760" y="1417320"/>
            <a:ext cx="2971800" cy="960120"/>
          </a:xfrm>
          <a:prstGeom prst="roundRect">
            <a:avLst>
              <a:gd name="adj" fmla="val 381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76488" y="1490472"/>
            <a:ext cx="2752344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sync FIFO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beat blocked PASS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901952"/>
            <a:ext cx="914400" cy="0"/>
          </a:xfrm>
          <a:prstGeom prst="line">
            <a:avLst/>
          </a:prstGeom>
          <a:noFill/>
          <a:ln w="1714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589520" y="1901952"/>
            <a:ext cx="777240" cy="0"/>
          </a:xfrm>
          <a:prstGeom prst="line">
            <a:avLst/>
          </a:prstGeom>
          <a:noFill/>
          <a:ln w="1714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68680" y="3154680"/>
            <a:ext cx="10515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downstream tready가 low일 때 registered-ready가 늦게 내려가도 elastic capacity 안에서만 수용되고, release 후 순서/중복/누락 없이 drain된다.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4343400"/>
            <a:ext cx="4709160" cy="822960"/>
          </a:xfrm>
          <a:prstGeom prst="roundRect">
            <a:avLst>
              <a:gd name="adj" fmla="val 444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4416552"/>
            <a:ext cx="4489704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 ready로 초과 accept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4343400"/>
            <a:ext cx="4709160" cy="822960"/>
          </a:xfrm>
          <a:prstGeom prst="roundRect">
            <a:avLst>
              <a:gd name="adj" fmla="val 4444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4416552"/>
            <a:ext cx="4489704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수용 상한 + 순서 보존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15000" y="4754880"/>
            <a:ext cx="777240" cy="0"/>
          </a:xfrm>
          <a:prstGeom prst="line">
            <a:avLst/>
          </a:prstGeom>
          <a:noFill/>
          <a:ln w="17145">
            <a:solidFill>
              <a:srgbClr val="05966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Block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registered-ready stale-high window와 capacity close 시점을 분리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20574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93392"/>
            <a:ext cx="1837944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valid/data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240280" cy="658368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7288" y="1993392"/>
            <a:ext cx="2020824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skid/sync FIFO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2148840" cy="658368"/>
          </a:xfrm>
          <a:prstGeom prst="roundRect">
            <a:avLst>
              <a:gd name="adj" fmla="val 555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993392"/>
            <a:ext cx="1929384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tready=0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235440" y="1920240"/>
            <a:ext cx="2148840" cy="658368"/>
          </a:xfrm>
          <a:prstGeom prst="roundRect">
            <a:avLst>
              <a:gd name="adj" fmla="val 555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45168" y="1993392"/>
            <a:ext cx="1929384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tready=1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2249424"/>
            <a:ext cx="64008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77840" y="2249424"/>
            <a:ext cx="731520" cy="0"/>
          </a:xfrm>
          <a:prstGeom prst="line">
            <a:avLst/>
          </a:prstGeom>
          <a:noFill/>
          <a:ln w="17145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458200" y="2249424"/>
            <a:ext cx="777240" cy="0"/>
          </a:xfrm>
          <a:prstGeom prst="line">
            <a:avLst/>
          </a:prstGeom>
          <a:noFill/>
          <a:ln w="1714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" y="3657600"/>
            <a:ext cx="2057400" cy="566928"/>
          </a:xfrm>
          <a:prstGeom prst="roundRect">
            <a:avLst>
              <a:gd name="adj" fmla="val 6452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730752"/>
            <a:ext cx="1837944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beat0 accept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3657600"/>
            <a:ext cx="2057400" cy="566928"/>
          </a:xfrm>
          <a:prstGeom prst="roundRect">
            <a:avLst>
              <a:gd name="adj" fmla="val 6452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3730752"/>
            <a:ext cx="1837944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beat1 accept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3657600"/>
            <a:ext cx="2057400" cy="566928"/>
          </a:xfrm>
          <a:prstGeom prst="roundRect">
            <a:avLst>
              <a:gd name="adj" fmla="val 645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7568" y="3730752"/>
            <a:ext cx="1837944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ready=0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09560" y="3657600"/>
            <a:ext cx="2057400" cy="566928"/>
          </a:xfrm>
          <a:prstGeom prst="roundRect">
            <a:avLst>
              <a:gd name="adj" fmla="val 6452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9288" y="3730752"/>
            <a:ext cx="1837944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0" y="3657600"/>
            <a:ext cx="1417320" cy="566928"/>
          </a:xfrm>
          <a:prstGeom prst="roundRect">
            <a:avLst>
              <a:gd name="adj" fmla="val 6452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68128" y="3730752"/>
            <a:ext cx="1197864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71800" y="3941064"/>
            <a:ext cx="27432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303520" y="3941064"/>
            <a:ext cx="27432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35240" y="3941064"/>
            <a:ext cx="27432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966960" y="3941064"/>
            <a:ext cx="9144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914400" y="5074920"/>
            <a:ext cx="10424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sync FIFO는 input skid 2 + core FIFO 2 + output skid 2 구조라 blocked 상태에서 최대 6 beat가 합법 수용 상한이다.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구조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변경 없이 전용 testbench로 boundary만 격리 검증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28346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0472"/>
            <a:ext cx="2615184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continuous valid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2834640" cy="9144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490472"/>
            <a:ext cx="2615184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skid / sync FIFO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49640" y="1417320"/>
            <a:ext cx="28346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59368" y="1490472"/>
            <a:ext cx="2615184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sink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low then high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11880" y="1874520"/>
            <a:ext cx="105156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98080" y="1874520"/>
            <a:ext cx="105156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297180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044952"/>
            <a:ext cx="2020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2971800" y="297180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81528" y="3044952"/>
            <a:ext cx="375818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995160" y="297180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04888" y="3044952"/>
            <a:ext cx="4306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85800" y="347472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547872"/>
            <a:ext cx="2020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blocked accept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2971800" y="347472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81528" y="3547872"/>
            <a:ext cx="375818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low 중 수용 수량 계수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995160" y="347472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04888" y="3547872"/>
            <a:ext cx="4306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skid=2, fifo&lt;=6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85800" y="397764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050792"/>
            <a:ext cx="2020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phase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2971800" y="397764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81528" y="4050792"/>
            <a:ext cx="375818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high/low 모두 관측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995160" y="397764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04888" y="4050792"/>
            <a:ext cx="4306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 window 실제 exercise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685800" y="448056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" y="4553712"/>
            <a:ext cx="2020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2971800" y="448056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81528" y="4553712"/>
            <a:ext cx="375818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 후 데이터 증가 순서 확인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6995160" y="448056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04888" y="4553712"/>
            <a:ext cx="4306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drop/duplicate 차단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685800" y="498348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5056632"/>
            <a:ext cx="2020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 beat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2971800" y="498348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1528" y="5056632"/>
            <a:ext cx="375818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 후 valid=0 확인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6995160" y="498348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04888" y="5056632"/>
            <a:ext cx="4306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beat 없음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/ Throughput / Pipeline / II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변경은 TB 추가이며 RTL timing path는 유지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307592"/>
            <a:ext cx="2020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2971800" y="123444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81528" y="1307592"/>
            <a:ext cx="375818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6995160" y="123444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04888" y="1307592"/>
            <a:ext cx="4306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85800" y="173736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810512"/>
            <a:ext cx="2020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2971800" y="173736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1528" y="1810512"/>
            <a:ext cx="375818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변화 없음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995160" y="173736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04888" y="1810512"/>
            <a:ext cx="4306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TB 추가만 수행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85800" y="224028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313432"/>
            <a:ext cx="2020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2971800" y="224028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81528" y="2313432"/>
            <a:ext cx="375818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유지 시 1 beat/clk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6995160" y="224028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04888" y="2313432"/>
            <a:ext cx="4306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skid/sync FIFO 기존 계약 유지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85800" y="274320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2816352"/>
            <a:ext cx="2020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2971800" y="274320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81528" y="2816352"/>
            <a:ext cx="375818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registered boundary 검증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995160" y="274320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04888" y="2816352"/>
            <a:ext cx="4306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-&gt; elastic boundary -&gt; sink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85800" y="324612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3319272"/>
            <a:ext cx="2020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2971800" y="324612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81528" y="3319272"/>
            <a:ext cx="375818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ready 구간 II=1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995160" y="324612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04888" y="3319272"/>
            <a:ext cx="4306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backpressure 구간은 sink ready가 제한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685800" y="374904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" y="3822192"/>
            <a:ext cx="2020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Negative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2971800" y="374904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81528" y="3822192"/>
            <a:ext cx="375818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accept 없음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6995160" y="374904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04888" y="3822192"/>
            <a:ext cx="43068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xsim: blocked accepts=6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1097280" y="4892040"/>
            <a:ext cx="2834640" cy="685800"/>
          </a:xfrm>
          <a:prstGeom prst="roundRect">
            <a:avLst>
              <a:gd name="adj" fmla="val 5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07008" y="4965192"/>
            <a:ext cx="2615184" cy="5394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slots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663440" y="4892040"/>
            <a:ext cx="2834640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4965192"/>
            <a:ext cx="2615184" cy="5394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FIFO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slots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229600" y="4892040"/>
            <a:ext cx="2834640" cy="685800"/>
          </a:xfrm>
          <a:prstGeom prst="roundRect">
            <a:avLst>
              <a:gd name="adj" fmla="val 5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39328" y="4965192"/>
            <a:ext cx="2615184" cy="5394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 skid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slots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931920" y="5230368"/>
            <a:ext cx="73152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498080" y="5230368"/>
            <a:ext cx="73152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결과와 다음 항목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OP-C02-06 close 가능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34440"/>
            <a:ext cx="4937760" cy="9144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07592"/>
            <a:ext cx="4718304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xsim_stale_ready.log:30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skid_buffer PASS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234440"/>
            <a:ext cx="4937760" cy="9144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0528" y="1307592"/>
            <a:ext cx="4718304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xsim_stale_ready.log:34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sync_fifo blocked accepts=6 PASS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80360" y="2743200"/>
            <a:ext cx="6400800" cy="777240"/>
          </a:xfrm>
          <a:prstGeom prst="roundRect">
            <a:avLst>
              <a:gd name="adj" fmla="val 470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2816352"/>
            <a:ext cx="6181344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xsim_stale_ready.log:36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TESTS PASSED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105156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우선순위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4800600"/>
            <a:ext cx="7498080" cy="822960"/>
          </a:xfrm>
          <a:prstGeom prst="roundRect">
            <a:avLst>
              <a:gd name="adj" fmla="val 4444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4873752"/>
            <a:ext cx="7278624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config_ctrl/top expected-count CDC integration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Stale Ready Negative Fix v001</dc:title>
  <dc:subject>C02 stale ready negative verification</dc:subject>
  <dc:creator>Codex</dc:creator>
  <cp:lastModifiedBy>Codex</cp:lastModifiedBy>
  <cp:revision>1</cp:revision>
  <dcterms:created xsi:type="dcterms:W3CDTF">2026-04-30T14:12:00Z</dcterms:created>
  <dcterms:modified xsi:type="dcterms:W3CDTF">2026-04-30T14:12:00Z</dcterms:modified>
</cp:coreProperties>
</file>