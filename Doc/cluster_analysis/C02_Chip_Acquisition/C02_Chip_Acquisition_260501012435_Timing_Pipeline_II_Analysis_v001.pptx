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Timing / Pipeline / II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07008"/>
            <a:ext cx="10972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128-bit output width timing analysis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2423160" cy="9144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2194560"/>
            <a:ext cx="231343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영향 없음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1880" y="2148840"/>
            <a:ext cx="2423160" cy="9144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66744" y="2194560"/>
            <a:ext cx="231343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II=1 처리 여유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2423160" cy="9144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2194560"/>
            <a:ext cx="231343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Cell/Header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수 감소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98280" y="2148840"/>
            <a:ext cx="2148840" cy="9144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53144" y="2194560"/>
            <a:ext cx="203911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2x / 4x capacity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886200"/>
            <a:ext cx="104241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넓은 bus는 output 구간을 빠르게 한다. end-to-end 개선율은 GPX READ와 serializer overhead가 함께 결정한다.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시간: 2026-05-01 01:24:35 KST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Stage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영향은 cell_builder 이후에 집중된다.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874520"/>
            <a:ext cx="10332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200MHz ctrl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0" y="2185416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1168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874520"/>
            <a:ext cx="10332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CDC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218541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874520"/>
            <a:ext cx="10332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~4 clk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185416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9204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874520"/>
            <a:ext cx="10332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serialize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185416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1874520"/>
            <a:ext cx="10332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order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2185416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0100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55864" y="1874520"/>
            <a:ext cx="10332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12/6/3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2185416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4692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01784" y="1874520"/>
            <a:ext cx="10332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" y="3429000"/>
            <a:ext cx="3977640" cy="6858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3474720"/>
            <a:ext cx="386791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영향 없음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GPX/read/raw/event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0" y="342900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4144" y="3474720"/>
            <a:ext cx="4553712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영향 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cell/header/final AXIS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config_ctrl raw CDC, decode_pipe skid, cell_builder, face_assembler, output_stage, header_inserter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수 모델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LineBeats = Header + active_chips * stops * Bcell(max_hits, W)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201168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371600"/>
            <a:ext cx="190195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62656" y="132588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7160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02352" y="132588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57216" y="137160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42048" y="132588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137160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1828800"/>
            <a:ext cx="20116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1874520"/>
            <a:ext cx="190195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962656" y="182880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87452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102352" y="182880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187452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242048" y="182880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187452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14400" y="2331720"/>
            <a:ext cx="20116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2377440"/>
            <a:ext cx="190195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2962656" y="233172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37744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102352" y="233172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237744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242048" y="233172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237744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2834640"/>
            <a:ext cx="20116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2880360"/>
            <a:ext cx="190195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2962656" y="283464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88036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5102352" y="283464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288036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242048" y="283464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96912" y="288036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914400" y="3337560"/>
            <a:ext cx="20116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" y="3383280"/>
            <a:ext cx="190195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2962656" y="333756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338328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5102352" y="333756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57216" y="338328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7242048" y="333756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338328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914400" y="4069080"/>
            <a:ext cx="3017520" cy="658368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" y="4114800"/>
            <a:ext cx="290779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beats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32=12, 64=6, 128=3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526280" y="4069080"/>
            <a:ext cx="3017520" cy="658368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81144" y="4114800"/>
            <a:ext cx="290779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beats max7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32=5, 64=3, 128=2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138160" y="4069080"/>
            <a:ext cx="3017520" cy="658368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93024" y="4114800"/>
            <a:ext cx="290779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max_hits에서는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개선율이 작아짐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94360" y="6355080"/>
            <a:ext cx="10972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C=4 chips, N=8 stops, data already available, downstream ready=1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분석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II=1과 cell/line 완료 시간은 다르다.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01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65576" y="12344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2801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234440"/>
            <a:ext cx="475488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0216" y="1280160"/>
            <a:ext cx="464515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영향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7373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465576" y="16916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7373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&gt;=25ns/read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245352" y="1691640"/>
            <a:ext cx="47548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737360"/>
            <a:ext cx="464515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21488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1945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decode/event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3465576" y="21488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1945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axis clk/beat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245352" y="2148840"/>
            <a:ext cx="47548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194560"/>
            <a:ext cx="464515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85800" y="26060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26517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내부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465576" y="26060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6517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axis clk/beat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245352" y="2606040"/>
            <a:ext cx="47548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2651760"/>
            <a:ext cx="464515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Bcell 감소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85800" y="30632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31089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간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465576" y="30632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1089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Bcell + 1 근사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245352" y="3063240"/>
            <a:ext cx="47548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3108960"/>
            <a:ext cx="464515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bubble 포함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85800" y="35204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35661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header/data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3465576" y="35204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35661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axis clk/beat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245352" y="3520440"/>
            <a:ext cx="47548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0216" y="3566160"/>
            <a:ext cx="464515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수 감소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85800" y="39776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" y="40233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3465576" y="3977640"/>
            <a:ext cx="27432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4023360"/>
            <a:ext cx="263347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beat/clk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245352" y="3977640"/>
            <a:ext cx="47548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0216" y="4023360"/>
            <a:ext cx="4645152" cy="3337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byte/beat 증가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868680" y="5074920"/>
            <a:ext cx="10424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bus는 beat II를 줄이는 것이 아니라, 같은 데이터를 더 적은 beat로 보내 cell/line 완료 시간을 줄인다.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150MHz output 기준 final wire capacity와 line time.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146304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280160"/>
            <a:ext cx="135331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93976" y="123444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80160"/>
            <a:ext cx="15361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Byte/beat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76472" y="123444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31336" y="128016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Wire throughput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16168" y="123444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128016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max7 line cycles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123444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28016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max7 line 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1737360"/>
            <a:ext cx="146304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783080"/>
            <a:ext cx="135331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2093976" y="173736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783080"/>
            <a:ext cx="15361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3776472" y="173736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178308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MB/s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916168" y="173736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178308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8055864" y="173736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178308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1.147 us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94360" y="2240280"/>
            <a:ext cx="146304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2286000"/>
            <a:ext cx="135331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2093976" y="224028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2286000"/>
            <a:ext cx="15361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3776472" y="224028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228600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GB/s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5916168" y="224028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228600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8055864" y="224028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228600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0.680 us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594360" y="2743200"/>
            <a:ext cx="146304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2788920"/>
            <a:ext cx="135331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2093976" y="274320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2788920"/>
            <a:ext cx="15361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3776472" y="274320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1336" y="278892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GB/s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5916168" y="274320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71032" y="278892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8055864" y="2743200"/>
            <a:ext cx="21031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2788920"/>
            <a:ext cx="1993392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0.447 us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914400" y="4343400"/>
            <a:ext cx="3063240" cy="82296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" y="4389120"/>
            <a:ext cx="295351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 capacity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32-&gt;64 = 2x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32-&gt;128 = 4x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26280" y="4343400"/>
            <a:ext cx="3063240" cy="82296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81144" y="4389120"/>
            <a:ext cx="295351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serializer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+ bubble 때문에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개선율은 workload 의존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138160" y="4343400"/>
            <a:ext cx="3063240" cy="822960"/>
          </a:xfrm>
          <a:prstGeom prst="roundRect">
            <a:avLst>
              <a:gd name="adj" fmla="val 444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93024" y="4389120"/>
            <a:ext cx="295351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 병목이면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개선 제한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경계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1155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모델을 실제 xsim 계측으로 닫아야 하는 항목.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377440" cy="443484"/>
          </a:xfrm>
          <a:prstGeom prst="roundRect">
            <a:avLst>
              <a:gd name="adj" fmla="val 824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0160"/>
            <a:ext cx="226771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099816" y="1234440"/>
            <a:ext cx="3657600" cy="443484"/>
          </a:xfrm>
          <a:prstGeom prst="roundRect">
            <a:avLst>
              <a:gd name="adj" fmla="val 824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280160"/>
            <a:ext cx="35478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793992" y="1234440"/>
            <a:ext cx="4572000" cy="443484"/>
          </a:xfrm>
          <a:prstGeom prst="roundRect">
            <a:avLst>
              <a:gd name="adj" fmla="val 824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48856" y="1280160"/>
            <a:ext cx="44622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검증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85800" y="1709928"/>
            <a:ext cx="237744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755648"/>
            <a:ext cx="226771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top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99816" y="1709928"/>
            <a:ext cx="36576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755648"/>
            <a:ext cx="35478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로그 있음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93992" y="1709928"/>
            <a:ext cx="45720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48856" y="1755648"/>
            <a:ext cx="44622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185416"/>
            <a:ext cx="237744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231136"/>
            <a:ext cx="226771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top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99816" y="2185416"/>
            <a:ext cx="36576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231136"/>
            <a:ext cx="35478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full top 로그 필요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93992" y="2185416"/>
            <a:ext cx="45720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2231136"/>
            <a:ext cx="44622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line/frame beat 계측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2660904"/>
            <a:ext cx="237744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2706624"/>
            <a:ext cx="226771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top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99816" y="2660904"/>
            <a:ext cx="36576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706624"/>
            <a:ext cx="35478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full top 로그 필요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93992" y="2660904"/>
            <a:ext cx="45720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2706624"/>
            <a:ext cx="44622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line/frame beat 계측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3136392"/>
            <a:ext cx="237744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3182112"/>
            <a:ext cx="226771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 matrix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99816" y="3136392"/>
            <a:ext cx="36576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182112"/>
            <a:ext cx="35478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 분석 완료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93992" y="3136392"/>
            <a:ext cx="45720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3182112"/>
            <a:ext cx="44622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cfg별 output beat count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3611880"/>
            <a:ext cx="237744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3657600"/>
            <a:ext cx="226771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 debt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99816" y="3611880"/>
            <a:ext cx="36576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3657600"/>
            <a:ext cx="35478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comment stale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93992" y="3611880"/>
            <a:ext cx="45720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8856" y="3657600"/>
            <a:ext cx="4462272" cy="3520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 보완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4400" y="4892040"/>
            <a:ext cx="10378440" cy="77724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" y="4937760"/>
            <a:ext cx="10268712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폭 증가는 output 구간 timing 개선이 맞다.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선택은 workload별 max_hits와 GPX READ 병목 여부로 결정한다.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Timing Pipeline II v001</dc:title>
  <dc:subject>C02 timing pipeline II analysis</dc:subject>
  <dc:creator>Codex</dc:creator>
  <cp:lastModifiedBy>Codex</cp:lastModifiedBy>
  <cp:revision>1</cp:revision>
  <dcterms:created xsi:type="dcterms:W3CDTF">2026-04-30T16:30:02Z</dcterms:created>
  <dcterms:modified xsi:type="dcterms:W3CDTF">2026-04-30T16:30:02Z</dcterms:modified>
</cp:coreProperties>
</file>