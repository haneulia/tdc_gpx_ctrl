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11292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Downstream TUSER Boundary 보완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583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작성: 2026-04-30 22:42 KST | 기준: Datasheet + C02 내부 AXI-stream 계약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3291840" cy="1005840"/>
          </a:xfrm>
          <a:prstGeom prst="roundRect">
            <a:avLst>
              <a:gd name="adj" fmla="val 363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99032"/>
            <a:ext cx="310896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Downstream TUSER boundary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1325880"/>
            <a:ext cx="3291840" cy="1005840"/>
          </a:xfrm>
          <a:prstGeom prst="roundRect">
            <a:avLst>
              <a:gd name="adj" fmla="val 363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399032"/>
            <a:ext cx="310896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same-cycle tlast/tuser 누락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75320" y="1325880"/>
            <a:ext cx="3291840" cy="1005840"/>
          </a:xfrm>
          <a:prstGeom prst="roundRect">
            <a:avLst>
              <a:gd name="adj" fmla="val 363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1399032"/>
            <a:ext cx="310896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 2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row_done_faulted pulse clear 누락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977640" y="1828800"/>
            <a:ext cx="50292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72400" y="1828800"/>
            <a:ext cx="50292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68680" y="2971800"/>
            <a:ext cx="4846320" cy="1097280"/>
          </a:xfrm>
          <a:prstGeom prst="roundRect">
            <a:avLst>
              <a:gd name="adj" fmla="val 333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044952"/>
            <a:ext cx="4663440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 순차 프로세스 안에서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same-cycle fault OR + 1clk default clear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2971800"/>
            <a:ext cx="4572000" cy="1097280"/>
          </a:xfrm>
          <a:prstGeom prst="roundRect">
            <a:avLst>
              <a:gd name="adj" fmla="val 333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044952"/>
            <a:ext cx="4389120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cell_pipe / output_stage xsim PASS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SOF와 row fault 의미 분리 확인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9834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판단: GPX Datasheet timing은 변경하지 않고, 내부 stream sideband 계약만 명확화했다.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11292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TUSER 의미 경계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583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fault는 row status pulse로, header stream tuser는 SOF 전용으로 분리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965960"/>
            <a:ext cx="1920240" cy="786384"/>
          </a:xfrm>
          <a:prstGeom prst="roundRect">
            <a:avLst>
              <a:gd name="adj" fmla="val 465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039112"/>
            <a:ext cx="1737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raw/config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tuser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1965960"/>
            <a:ext cx="2240280" cy="786384"/>
          </a:xfrm>
          <a:prstGeom prst="roundRect">
            <a:avLst>
              <a:gd name="adj" fmla="val 465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2039112"/>
            <a:ext cx="2057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cell_pipe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slice fault on tlast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03520" y="1965960"/>
            <a:ext cx="2240280" cy="786384"/>
          </a:xfrm>
          <a:prstGeom prst="roundRect">
            <a:avLst>
              <a:gd name="adj" fmla="val 4651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2039112"/>
            <a:ext cx="2057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fault latch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863840" y="1353312"/>
            <a:ext cx="1965960" cy="786384"/>
          </a:xfrm>
          <a:prstGeom prst="roundRect">
            <a:avLst>
              <a:gd name="adj" fmla="val 4651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1426464"/>
            <a:ext cx="17830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row_done_faulted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1clk pulse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63840" y="2578608"/>
            <a:ext cx="1965960" cy="786384"/>
          </a:xfrm>
          <a:prstGeom prst="roundRect">
            <a:avLst>
              <a:gd name="adj" fmla="val 4651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2651760"/>
            <a:ext cx="17830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m_axis_tuser(0)=SOF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104120" y="2578608"/>
            <a:ext cx="150876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95560" y="2651760"/>
            <a:ext cx="13258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2359152"/>
            <a:ext cx="32004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983480" y="2359152"/>
            <a:ext cx="32004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43800" y="2221992"/>
            <a:ext cx="320040" cy="-466344"/>
          </a:xfrm>
          <a:prstGeom prst="line">
            <a:avLst/>
          </a:prstGeom>
          <a:noFill/>
          <a:ln w="1778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43800" y="2496312"/>
            <a:ext cx="320040" cy="475488"/>
          </a:xfrm>
          <a:prstGeom prst="line">
            <a:avLst/>
          </a:prstGeom>
          <a:noFill/>
          <a:ln w="1778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829800" y="2971800"/>
            <a:ext cx="27432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85800" y="4343400"/>
            <a:ext cx="10789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cell fault는 m_axis_tuser로 재사용하지 않는다. downstream stream의 tuser(0)는 SOF 식별만 담당한다.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4736592"/>
            <a:ext cx="10789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row fault는 o_row_done_faulted_rise/fall 1클럭 pulse로 관측한다.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5129784"/>
            <a:ext cx="10789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frame_done_faulted는 header drain watchdog synthetic close 전용으로 유지한다.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11292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포인트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583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 출력 경로 추가 없이 registered boundary 안에서 보완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3108960" cy="91440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0472"/>
            <a:ext cx="292608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문제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pending register만 참조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1417320"/>
            <a:ext cx="3108960" cy="9144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490472"/>
            <a:ext cx="292608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chip fault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same-cycle tlast/tuser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12480" y="1417320"/>
            <a:ext cx="2926080" cy="91440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1490472"/>
            <a:ext cx="274320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 fault 누락 가능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49040" y="1874520"/>
            <a:ext cx="777240" cy="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635240" y="1874520"/>
            <a:ext cx="777240" cy="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 코드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520440"/>
            <a:ext cx="4800600" cy="1097280"/>
          </a:xfrm>
          <a:prstGeom prst="roundRect">
            <a:avLst>
              <a:gd name="adj" fmla="val 333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593592"/>
            <a:ext cx="4617720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v_faulted_this_cycle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클럭에 소비된 faulted tlast를 변수로 보존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97880" y="3520440"/>
            <a:ext cx="5120640" cy="1097280"/>
          </a:xfrm>
          <a:prstGeom prst="roundRect">
            <a:avLst>
              <a:gd name="adj" fmla="val 333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3593592"/>
            <a:ext cx="4937760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s_row_done_faulted_r &lt;= '0'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클럭 기본 clear로 1클럭 pulse 계약 복구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5303520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tdc_gpx_face_assembler.vhd:543, :580..597, :896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11292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/ Pipeline 영향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583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path latency, throughput, II 변화 없음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205740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90472"/>
            <a:ext cx="187452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final beat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valid/tready/tlast/tuser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46120" y="1417320"/>
            <a:ext cx="2057400" cy="73152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490472"/>
            <a:ext cx="187452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 edge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same-cycle fault 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06440" y="1417320"/>
            <a:ext cx="2057400" cy="73152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1490472"/>
            <a:ext cx="187452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T0/T1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row_done_faulted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1clk pulse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366760" y="1417320"/>
            <a:ext cx="2651760" cy="73152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1490472"/>
            <a:ext cx="246888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 path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 SOF tuser unchanged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1783080"/>
            <a:ext cx="50292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03520" y="1783080"/>
            <a:ext cx="50292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863840" y="1783080"/>
            <a:ext cx="50292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" y="2971800"/>
            <a:ext cx="18288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044952"/>
            <a:ext cx="1645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80360" y="2971800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3044952"/>
            <a:ext cx="79552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beat latency 변화 없음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3502152"/>
            <a:ext cx="18288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575304"/>
            <a:ext cx="1645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80360" y="3502152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3575304"/>
            <a:ext cx="79552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tvalid/tready backpressure 경로 변화 없음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4032504"/>
            <a:ext cx="18288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105656"/>
            <a:ext cx="1645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80360" y="4032504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71800" y="4105656"/>
            <a:ext cx="79552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 내부 sequential 판정만 보완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4562856"/>
            <a:ext cx="18288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636008"/>
            <a:ext cx="1645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80360" y="4562856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4636008"/>
            <a:ext cx="79552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wait state 없음. row/frame 시작 간격 영향 없음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11292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결과와 다음 단계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583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 evidence 기준으로 OP-C02-04 close 가능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5029200" cy="1005840"/>
          </a:xfrm>
          <a:prstGeom prst="roundRect">
            <a:avLst>
              <a:gd name="adj" fmla="val 363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99032"/>
            <a:ext cx="484632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cell_pipe boundary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xsim_cell_pipe_tuser.log:28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325880"/>
            <a:ext cx="5029200" cy="1005840"/>
          </a:xfrm>
          <a:prstGeom prst="roundRect">
            <a:avLst>
              <a:gd name="adj" fmla="val 363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399032"/>
            <a:ext cx="484632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output_stage boundary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Scenario 1/2 PASS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xsim_output_stage_tuser.log:42, :56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10698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Open Item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3520440"/>
            <a:ext cx="4709160" cy="777240"/>
          </a:xfrm>
          <a:prstGeom prst="roundRect">
            <a:avLst>
              <a:gd name="adj" fmla="val 4706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593592"/>
            <a:ext cx="452628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legality illegal matrix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3520440"/>
            <a:ext cx="4709160" cy="777240"/>
          </a:xfrm>
          <a:prstGeom prst="roundRect">
            <a:avLst>
              <a:gd name="adj" fmla="val 4706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593592"/>
            <a:ext cx="452628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stale ready negative test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525780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추천: 다음 단계는 OP-C02-05 timing legality matrix 검증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C02 Downstream TUSER Boundary Fix v001</dc:title>
  <dc:subject>C02 downstream TUSER boundary fix</dc:subject>
  <dc:creator>Codex</dc:creator>
  <cp:lastModifiedBy>Codex</cp:lastModifiedBy>
  <cp:revision>1</cp:revision>
  <dcterms:created xsi:type="dcterms:W3CDTF">2026-04-30T13:47:04Z</dcterms:created>
  <dcterms:modified xsi:type="dcterms:W3CDTF">2026-04-30T13:47:04Z</dcterms:modified>
</cp:coreProperties>
</file>