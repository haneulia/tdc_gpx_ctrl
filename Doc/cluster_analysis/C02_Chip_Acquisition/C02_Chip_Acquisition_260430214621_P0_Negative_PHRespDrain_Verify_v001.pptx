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P0 검증 결론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Datasheet / Code Fix Plan Open Items v001 / 2026-04-30 21:46 KST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429000" cy="1280160"/>
          </a:xfrm>
          <a:prstGeom prst="roundRect">
            <a:avLst>
              <a:gd name="adj" fmla="val 2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99032"/>
            <a:ext cx="3209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Negative monitor evidence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70832" y="1325880"/>
            <a:ext cx="3429000" cy="1280160"/>
          </a:xfrm>
          <a:prstGeom prst="roundRect">
            <a:avLst>
              <a:gd name="adj" fmla="val 2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399032"/>
            <a:ext cx="3209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 fatal recovery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01584" y="1325880"/>
            <a:ext cx="3429000" cy="1280160"/>
          </a:xfrm>
          <a:prstGeom prst="roundRect">
            <a:avLst>
              <a:gd name="adj" fmla="val 2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1399032"/>
            <a:ext cx="32095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Positive regression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796 raw words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수정: fatal latch 이후에는 기존 PH_IDLE 정상 탈출을 차단하고, bus-idle stable window를 만족한 뒤 PH_INIT으로 재진입하도록 경로를 단일화했다.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Vivado xsim은 VHDL severity failure 로그가 있어도 process exit code를 0으로 반환했다. CI는 로그 스캔 wrapper를 exit-code 계약으로 사용해야 한다.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937760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501091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RTL: tdc_gpx_chip_ctrl.vhd:839, :882, :905..919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4937760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501091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TB: tb_tdc_gpx_chip_ctrl.vhd:52, :839..877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01000" y="4937760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501091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Logs: xsim_chip_ctrl*.log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 Fatal Recovery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fatal 이후 PH_IDLE 즉시 탈출 금지, stable window 이후 PH_INIT 재진입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5087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01952"/>
            <a:ext cx="1289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0" y="2194560"/>
            <a:ext cx="530352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42032" y="1828800"/>
            <a:ext cx="187452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01952"/>
            <a:ext cx="1655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response drain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219456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19472" y="182880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0195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 cap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quarantine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56832" y="2194560"/>
            <a:ext cx="530352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87184" y="1828800"/>
            <a:ext cx="1600200" cy="731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901952"/>
            <a:ext cx="1380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fatal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87384" y="219456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90304" y="182880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901952"/>
            <a:ext cx="1746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 stable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16clk TB / 4096clk RTL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287000" y="2578608"/>
            <a:ext cx="0" cy="438912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90304" y="301752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3090672"/>
            <a:ext cx="1746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PH_INIT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 sticky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근거: [19] drain_done -&gt; hard cap -&gt; bus fatal -&gt; idle stable force_reinit -&gt; idle recovery 순서가 모두 PASS.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로그: xsim_chip_ctrl.log:1009, :1010, :1338, :1340, :1341, :1343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Negative Monitor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경로와 감시망 검증을 분리하여 실패 전파를 확인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983480" cy="1051560"/>
          </a:xfrm>
          <a:prstGeom prst="roundRect">
            <a:avLst>
              <a:gd name="adj" fmla="val 347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99032"/>
            <a:ext cx="47640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N1 empty IFIFO read monitor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forced monitor violation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28232" y="1325880"/>
            <a:ext cx="4983480" cy="1051560"/>
          </a:xfrm>
          <a:prstGeom prst="roundRect">
            <a:avLst>
              <a:gd name="adj" fmla="val 347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399032"/>
            <a:ext cx="47640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N2 raw tuser monitor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forced sideband violation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2377440"/>
            <a:ext cx="0" cy="59436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15400" y="2377440"/>
            <a:ext cx="0" cy="59436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34440" y="2971800"/>
            <a:ext cx="4069080" cy="82296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3044952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감지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85432" y="2971800"/>
            <a:ext cx="4069080" cy="82296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044952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3794760"/>
            <a:ext cx="0" cy="64008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15400" y="3794760"/>
            <a:ext cx="0" cy="64008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34440" y="4434840"/>
            <a:ext cx="4069080" cy="82296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4507992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intentional failure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Failure: C02 negative evidence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85432" y="4434840"/>
            <a:ext cx="4069080" cy="82296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4507992"/>
            <a:ext cx="3849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intentional failure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Failure: C02 negative evidence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N1/N2 xsim 반환값은 0이었다. CI에서는 로그 wrapper가 해당 Failure 패턴을 발견하면 exit 1을 반환하도록 운용한다.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데이터 경로 영향과 fatal recovery 영향 분리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965960" cy="658368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9903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1325880"/>
            <a:ext cx="84582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1399032"/>
            <a:ext cx="8238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drain 영향 없음. fatal recovery에서만 stable window 추가.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965960" cy="658368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5915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2286000"/>
            <a:ext cx="84582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2359152"/>
            <a:ext cx="8238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I-Mode single throughput 영향 없음. fatal 중 신규 shot 차단.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1965960" cy="658368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31927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80360" y="3246120"/>
            <a:ext cx="84582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3319272"/>
            <a:ext cx="8238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 exit이 fatal=0 normal / fatal=1 auto-reinit로 분리.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965960" cy="658368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27939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80360" y="4206240"/>
            <a:ext cx="84582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4279392"/>
            <a:ext cx="8238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shot II 영향 없음. recovery 상태는 측정 파이프라인 밖으로 격리.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open: OP-C02-03 top/config expected CDC, OP-C02-04 downstream tuser boundary, OP-C02-05 illegal timing matrix, OP-C02-06 stale ready negative.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P0 Negative / PH_RESP_DRAIN Verify v001</dc:title>
  <dc:subject>C02 P0 negative and PH_RESP_DRAIN verification</dc:subject>
  <dc:creator>Codex</dc:creator>
  <cp:lastModifiedBy>Codex</cp:lastModifiedBy>
  <cp:revision>1</cp:revision>
  <dcterms:created xsi:type="dcterms:W3CDTF">2026-04-30T12:50:17Z</dcterms:created>
  <dcterms:modified xsi:type="dcterms:W3CDTF">2026-04-30T12:50:17Z</dcterms:modified>
</cp:coreProperties>
</file>