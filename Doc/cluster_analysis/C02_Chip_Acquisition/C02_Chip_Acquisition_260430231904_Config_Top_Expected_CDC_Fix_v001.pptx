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OP-C02-03 보완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2026-04-30 23:19 KST | 기준: Datasheet 기반 I-Mode single expected-count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490472"/>
            <a:ext cx="277063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부분반영 -&gt; 반영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490472"/>
            <a:ext cx="277063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CDC PASS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1417320"/>
            <a:ext cx="2971800" cy="960120"/>
          </a:xfrm>
          <a:prstGeom prst="roundRect">
            <a:avLst>
              <a:gd name="adj" fmla="val 381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67344" y="1490472"/>
            <a:ext cx="2770632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count-bound PASS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901952"/>
            <a:ext cx="91440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1901952"/>
            <a:ext cx="77724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3108960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fire-count final expected가 top/config CDC를 지나 chip_run까지 도달했고, EF fallback 대신 expected 개수에서 READ가 멈추는 것을 확인했다.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343400"/>
            <a:ext cx="2834640" cy="777240"/>
          </a:xfrm>
          <a:prstGeom prst="roundRect">
            <a:avLst>
              <a:gd name="adj" fmla="val 470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97864" y="4416552"/>
            <a:ext cx="2633472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IFIFO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words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4343400"/>
            <a:ext cx="2834640" cy="777240"/>
          </a:xfrm>
          <a:prstGeom prst="roundRect">
            <a:avLst>
              <a:gd name="adj" fmla="val 470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4416552"/>
            <a:ext cx="2633472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words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0" y="4343400"/>
            <a:ext cx="283464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4416552"/>
            <a:ext cx="2633472" cy="630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leftover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word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4736592"/>
            <a:ext cx="73152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4736592"/>
            <a:ext cx="731520" cy="0"/>
          </a:xfrm>
          <a:prstGeom prst="line">
            <a:avLst/>
          </a:prstGeom>
          <a:noFill/>
          <a:ln w="17145">
            <a:solidFill>
              <a:srgbClr val="0596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경로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포트부터 chip_run drain decision까지 end-to-end 확인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96596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039112"/>
            <a:ext cx="16276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96596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2039112"/>
            <a:ext cx="16276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96596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2039112"/>
            <a:ext cx="16276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stop_cfg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match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0920" y="196596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61504" y="2039112"/>
            <a:ext cx="16276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46920" y="1965960"/>
            <a:ext cx="1828800" cy="658368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7504" y="2039112"/>
            <a:ext cx="162763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bound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295144"/>
            <a:ext cx="45720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2295144"/>
            <a:ext cx="45720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03720" y="2295144"/>
            <a:ext cx="45720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9720" y="2295144"/>
            <a:ext cx="45720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" y="365760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73075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2971800" y="365760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373075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expected=2, fire_count tlast=1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995160" y="365760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373075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face shot count와 일치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23367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2971800" y="416052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423367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physical=3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995160" y="416052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95744" y="423367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fallback이면 3개를 읽어야 함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85800" y="46634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73659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2971800" y="46634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72384" y="473659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READ=2, leftover=1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995160" y="46634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473659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bounded drain 증명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전에 expected tuple CDC 안정화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880360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953512"/>
            <a:ext cx="144475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2880360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2953512"/>
            <a:ext cx="144475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words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2953512"/>
            <a:ext cx="144475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final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2880360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2953512"/>
            <a:ext cx="144475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clk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78240" y="2880360"/>
            <a:ext cx="164592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78824" y="2953512"/>
            <a:ext cx="144475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07040" y="2880360"/>
            <a:ext cx="1097280" cy="566928"/>
          </a:xfrm>
          <a:prstGeom prst="roundRect">
            <a:avLst>
              <a:gd name="adj" fmla="val 645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07624" y="2953512"/>
            <a:ext cx="896112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163824"/>
            <a:ext cx="3657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3163824"/>
            <a:ext cx="3657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3163824"/>
            <a:ext cx="3657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12480" y="3163824"/>
            <a:ext cx="36576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424160" y="3163824"/>
            <a:ext cx="182880" cy="0"/>
          </a:xfrm>
          <a:prstGeom prst="line">
            <a:avLst/>
          </a:prstGeom>
          <a:noFill/>
          <a:ln w="17145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424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ST_DRAIN_LATCH가 expected tuple을 snapshot하기 전에 final_valid와 IFIFO counts가 같은 CDC payload로 도착한다.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timing path 변화 없이 검증 경계를 강화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0759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971800" y="12344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30759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995160" y="12344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95744" y="130759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81051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2971800" y="173736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181051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변화 없음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995160" y="173736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181051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주입/검증 강화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85800" y="224028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31343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2971800" y="224028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231343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throughput 유지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6995160" y="224028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5744" y="231343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C01/C02 timing legality 계약 유지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5800" y="274320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281635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971800" y="274320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281635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top-&gt;config-&gt;CDC-&gt;run 검증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995160" y="274320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81635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stop/fire path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85800" y="324612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31927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2971800" y="324612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72384" y="331927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II 기존 유지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995160" y="324612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5744" y="331927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 shot_period 조건 그대로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85800" y="3749040"/>
            <a:ext cx="2240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3822192"/>
            <a:ext cx="2039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2971800" y="374904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72384" y="3822192"/>
            <a:ext cx="377647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 tuple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6995160" y="3749040"/>
            <a:ext cx="452628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5744" y="3822192"/>
            <a:ext cx="432511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IFIFO1/IFIFO2/final_valid 단일 payload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1920240" y="4846320"/>
            <a:ext cx="301752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0824" y="4919472"/>
            <a:ext cx="281635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PASS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23760" y="4846320"/>
            <a:ext cx="301752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4919472"/>
            <a:ext cx="2816352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top_int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결과와 다음 단계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 close 가능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07592"/>
            <a:ext cx="501091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xsim_config_ctrl_op_c02_03.log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tuple CDC PASS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data=16 ctrl=8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307592"/>
            <a:ext cx="5010912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xsim_top_int_op_c02_03.log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shot1/shot2 read=2 leftover=1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2926080"/>
            <a:ext cx="694944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2999232"/>
            <a:ext cx="674827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OP-C02-01 ~ OP-C02-06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반영 상태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C02 closure 문서와 C03/C04 인계 계약 정리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Config Top Expected CDC Fix v001</dc:title>
  <dc:subject>C02 config/top expected count CDC integration</dc:subject>
  <dc:creator>Codex</dc:creator>
  <cp:lastModifiedBy>Codex</cp:lastModifiedBy>
  <cp:revision>1</cp:revision>
  <dcterms:created xsi:type="dcterms:W3CDTF">2026-04-30T14:21:24Z</dcterms:created>
  <dcterms:modified xsi:type="dcterms:W3CDTF">2026-04-30T14:21:24Z</dcterms:modified>
</cp:coreProperties>
</file>