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97280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C02 -&gt; C03 Handoff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C02는 닫고 C03 Cell Pipe로 진입 가능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2743200" cy="960120"/>
          </a:xfrm>
          <a:prstGeom prst="roundRect">
            <a:avLst>
              <a:gd name="adj" fmla="val 4762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2057400"/>
            <a:ext cx="2615184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완료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acquisition / data flow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 timing 검증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86200" y="2011680"/>
            <a:ext cx="2743200" cy="960120"/>
          </a:xfrm>
          <a:prstGeom prst="roundRect">
            <a:avLst>
              <a:gd name="adj" fmla="val 476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50208" y="2057400"/>
            <a:ext cx="2615184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인계 계약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CTL21 / face snapshot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I-Mode single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49440" y="2011680"/>
            <a:ext cx="3246120" cy="960120"/>
          </a:xfrm>
          <a:prstGeom prst="roundRect">
            <a:avLst>
              <a:gd name="adj" fmla="val 4762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13448" y="2057400"/>
            <a:ext cx="3118104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범위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cell_pipe / cell_builder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slope demux + cell slice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4069080"/>
            <a:ext cx="10287000" cy="594360"/>
          </a:xfrm>
          <a:prstGeom prst="roundRect">
            <a:avLst>
              <a:gd name="adj" fmla="val 7692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4114800"/>
            <a:ext cx="10158984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판단: C03 진입 가능. 단, C02 산출물과 현재 변경분은 git commit으로 닫고 시작한다.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868680" y="566928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작성/수정: 2026-05-01 02:10:13 KST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566928" y="6355080"/>
            <a:ext cx="110642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tdc_gpx_top.vhd Cluster 주석, C02 xsim PASS logs, C02 width/timing/CTL21 문서</a:t>
            </a:r>
            <a:endParaRPr lang="en-US" sz="8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11556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종료 근거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PASS와 운용 계약이 C03 입력 조건으로 정리되었다.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2240280" cy="429768"/>
          </a:xfrm>
          <a:prstGeom prst="roundRect">
            <a:avLst>
              <a:gd name="adj" fmla="val 10638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280160"/>
            <a:ext cx="211226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62656" y="1234440"/>
            <a:ext cx="2286000" cy="429768"/>
          </a:xfrm>
          <a:prstGeom prst="roundRect">
            <a:avLst>
              <a:gd name="adj" fmla="val 10638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26664" y="1280160"/>
            <a:ext cx="21579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285232" y="1234440"/>
            <a:ext cx="5029200" cy="429768"/>
          </a:xfrm>
          <a:prstGeom prst="roundRect">
            <a:avLst>
              <a:gd name="adj" fmla="val 10638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49240" y="1280160"/>
            <a:ext cx="49011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1691640"/>
            <a:ext cx="224028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737360"/>
            <a:ext cx="211226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32-bit top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2962656" y="1691640"/>
            <a:ext cx="22860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26664" y="1737360"/>
            <a:ext cx="21579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72 beats</a:t>
            </a:r>
            <a:endParaRPr lang="en-US" sz="1010" dirty="0"/>
          </a:p>
        </p:txBody>
      </p:sp>
      <p:sp>
        <p:nvSpPr>
          <p:cNvPr id="15" name="Shape 13"/>
          <p:cNvSpPr/>
          <p:nvPr/>
        </p:nvSpPr>
        <p:spPr>
          <a:xfrm>
            <a:off x="5285232" y="1691640"/>
            <a:ext cx="50292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1737360"/>
            <a:ext cx="49011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xsim_top_int_width32.log:92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685800" y="2148840"/>
            <a:ext cx="224028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194560"/>
            <a:ext cx="211226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64-bit top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2962656" y="2148840"/>
            <a:ext cx="22860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26664" y="2194560"/>
            <a:ext cx="21579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44 beats</a:t>
            </a:r>
            <a:endParaRPr lang="en-US" sz="1010" dirty="0"/>
          </a:p>
        </p:txBody>
      </p:sp>
      <p:sp>
        <p:nvSpPr>
          <p:cNvPr id="21" name="Shape 19"/>
          <p:cNvSpPr/>
          <p:nvPr/>
        </p:nvSpPr>
        <p:spPr>
          <a:xfrm>
            <a:off x="5285232" y="2148840"/>
            <a:ext cx="50292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2194560"/>
            <a:ext cx="49011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xsim_top_int_width64.log:92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685800" y="2606040"/>
            <a:ext cx="224028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651760"/>
            <a:ext cx="211226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128-bit top</a:t>
            </a:r>
            <a:endParaRPr lang="en-US" sz="1010" dirty="0"/>
          </a:p>
        </p:txBody>
      </p:sp>
      <p:sp>
        <p:nvSpPr>
          <p:cNvPr id="25" name="Shape 23"/>
          <p:cNvSpPr/>
          <p:nvPr/>
        </p:nvSpPr>
        <p:spPr>
          <a:xfrm>
            <a:off x="2962656" y="2606040"/>
            <a:ext cx="22860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26664" y="2651760"/>
            <a:ext cx="21579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38 beats</a:t>
            </a:r>
            <a:endParaRPr lang="en-US" sz="1010" dirty="0"/>
          </a:p>
        </p:txBody>
      </p:sp>
      <p:sp>
        <p:nvSpPr>
          <p:cNvPr id="27" name="Shape 25"/>
          <p:cNvSpPr/>
          <p:nvPr/>
        </p:nvSpPr>
        <p:spPr>
          <a:xfrm>
            <a:off x="5285232" y="2606040"/>
            <a:ext cx="50292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2651760"/>
            <a:ext cx="49011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xsim_top_int_width128.log:92</a:t>
            </a:r>
            <a:endParaRPr lang="en-US" sz="1010" dirty="0"/>
          </a:p>
        </p:txBody>
      </p:sp>
      <p:sp>
        <p:nvSpPr>
          <p:cNvPr id="29" name="Shape 27"/>
          <p:cNvSpPr/>
          <p:nvPr/>
        </p:nvSpPr>
        <p:spPr>
          <a:xfrm>
            <a:off x="685800" y="3063240"/>
            <a:ext cx="224028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3108960"/>
            <a:ext cx="211226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 matrix</a:t>
            </a:r>
            <a:endParaRPr lang="en-US" sz="1010" dirty="0"/>
          </a:p>
        </p:txBody>
      </p:sp>
      <p:sp>
        <p:nvSpPr>
          <p:cNvPr id="31" name="Shape 29"/>
          <p:cNvSpPr/>
          <p:nvPr/>
        </p:nvSpPr>
        <p:spPr>
          <a:xfrm>
            <a:off x="2962656" y="3063240"/>
            <a:ext cx="22860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26664" y="3108960"/>
            <a:ext cx="21579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10" dirty="0"/>
          </a:p>
        </p:txBody>
      </p:sp>
      <p:sp>
        <p:nvSpPr>
          <p:cNvPr id="33" name="Shape 31"/>
          <p:cNvSpPr/>
          <p:nvPr/>
        </p:nvSpPr>
        <p:spPr>
          <a:xfrm>
            <a:off x="5285232" y="3063240"/>
            <a:ext cx="50292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49240" y="3108960"/>
            <a:ext cx="49011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xsim_width_timing_matrix.log:110</a:t>
            </a:r>
            <a:endParaRPr lang="en-US" sz="1010" dirty="0"/>
          </a:p>
        </p:txBody>
      </p:sp>
      <p:sp>
        <p:nvSpPr>
          <p:cNvPr id="35" name="Shape 33"/>
          <p:cNvSpPr/>
          <p:nvPr/>
        </p:nvSpPr>
        <p:spPr>
          <a:xfrm>
            <a:off x="685800" y="3520440"/>
            <a:ext cx="224028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" y="3566160"/>
            <a:ext cx="211226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CTL21 early/unset/zero/late</a:t>
            </a:r>
            <a:endParaRPr lang="en-US" sz="1010" dirty="0"/>
          </a:p>
        </p:txBody>
      </p:sp>
      <p:sp>
        <p:nvSpPr>
          <p:cNvPr id="37" name="Shape 35"/>
          <p:cNvSpPr/>
          <p:nvPr/>
        </p:nvSpPr>
        <p:spPr>
          <a:xfrm>
            <a:off x="2962656" y="3520440"/>
            <a:ext cx="22860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26664" y="3566160"/>
            <a:ext cx="21579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10" dirty="0"/>
          </a:p>
        </p:txBody>
      </p:sp>
      <p:sp>
        <p:nvSpPr>
          <p:cNvPr id="39" name="Shape 37"/>
          <p:cNvSpPr/>
          <p:nvPr/>
        </p:nvSpPr>
        <p:spPr>
          <a:xfrm>
            <a:off x="5285232" y="3520440"/>
            <a:ext cx="50292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49240" y="3566160"/>
            <a:ext cx="49011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xsim_top_ctl21_*.log</a:t>
            </a:r>
            <a:endParaRPr lang="en-US" sz="1010" dirty="0"/>
          </a:p>
        </p:txBody>
      </p:sp>
      <p:sp>
        <p:nvSpPr>
          <p:cNvPr id="41" name="Shape 39"/>
          <p:cNvSpPr/>
          <p:nvPr/>
        </p:nvSpPr>
        <p:spPr>
          <a:xfrm>
            <a:off x="822960" y="5120640"/>
            <a:ext cx="10561320" cy="530352"/>
          </a:xfrm>
          <a:prstGeom prst="roundRect">
            <a:avLst>
              <a:gd name="adj" fmla="val 8621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6968" y="5166360"/>
            <a:ext cx="1043330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C02의 남은 항목은 blocker가 아니라 C03 입력 또는 후속 Cluster 검토 항목으로 분리한다.</a:t>
            </a:r>
            <a:endParaRPr lang="en-US" sz="1280" dirty="0"/>
          </a:p>
        </p:txBody>
      </p:sp>
      <p:sp>
        <p:nvSpPr>
          <p:cNvPr id="43" name="Text 41"/>
          <p:cNvSpPr/>
          <p:nvPr/>
        </p:nvSpPr>
        <p:spPr>
          <a:xfrm>
            <a:off x="566928" y="6355080"/>
            <a:ext cx="110642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산출: Data Flow v002, Timing/Pipeline/II v001, Width Verification v001, CTL21 Contract v001</a:t>
            </a:r>
            <a:endParaRPr lang="en-US" sz="8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11556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C02 -&gt; C03 Data Boundary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C03는 decoded event stream을 per-slope/per-chip cell slice로 변환한다.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2148840" cy="713232"/>
          </a:xfrm>
          <a:prstGeom prst="roundRect">
            <a:avLst>
              <a:gd name="adj" fmla="val 641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874520"/>
            <a:ext cx="202082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decode_pipe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AXIS event x4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880360" y="2185416"/>
            <a:ext cx="64008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520440" y="1828800"/>
            <a:ext cx="2423160" cy="713232"/>
          </a:xfrm>
          <a:prstGeom prst="roundRect">
            <a:avLst>
              <a:gd name="adj" fmla="val 6410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84448" y="1874520"/>
            <a:ext cx="229514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cell_pipe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registered slope demux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0" y="2029968"/>
            <a:ext cx="640080" cy="-429768"/>
          </a:xfrm>
          <a:prstGeom prst="line">
            <a:avLst/>
          </a:prstGeom>
          <a:noFill/>
          <a:ln w="1778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943600" y="2340864"/>
            <a:ext cx="640080" cy="420624"/>
          </a:xfrm>
          <a:prstGeom prst="line">
            <a:avLst/>
          </a:prstGeom>
          <a:noFill/>
          <a:ln w="1778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583680" y="1234440"/>
            <a:ext cx="2148840" cy="621792"/>
          </a:xfrm>
          <a:prstGeom prst="roundRect">
            <a:avLst>
              <a:gd name="adj" fmla="val 7353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47688" y="1280160"/>
            <a:ext cx="2020824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cell_builder rising x4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0" y="2578608"/>
            <a:ext cx="2148840" cy="621792"/>
          </a:xfrm>
          <a:prstGeom prst="roundRect">
            <a:avLst>
              <a:gd name="adj" fmla="val 7353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47688" y="2624328"/>
            <a:ext cx="2020824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cell_builder falling x4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732520" y="1554480"/>
            <a:ext cx="777240" cy="502920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732520" y="2889504"/>
            <a:ext cx="777240" cy="-466344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509760" y="1828800"/>
            <a:ext cx="1828800" cy="713232"/>
          </a:xfrm>
          <a:prstGeom prst="roundRect">
            <a:avLst>
              <a:gd name="adj" fmla="val 641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73768" y="1874520"/>
            <a:ext cx="170078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output_stage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face/header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4400" y="4206240"/>
            <a:ext cx="10287000" cy="502920"/>
          </a:xfrm>
          <a:prstGeom prst="roundRect">
            <a:avLst>
              <a:gd name="adj" fmla="val 9091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4251960"/>
            <a:ext cx="10158984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 tuser: slope, chip_id, stop_id, ififo_id, drain_done, hit_seq, shot_seq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6355080"/>
            <a:ext cx="110642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tdc_gpx_cell_pipe.vhd ports, tdc_gpx_cell_builder.vhd AXIS contract comments</a:t>
            </a:r>
            <a:endParaRPr lang="en-US" sz="8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11556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인계 계약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C02에서 닫힌 계약을 C03 분석의 입력 조건으로 고정한다.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234440"/>
            <a:ext cx="3108960" cy="429768"/>
          </a:xfrm>
          <a:prstGeom prst="roundRect">
            <a:avLst>
              <a:gd name="adj" fmla="val 10638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280160"/>
            <a:ext cx="298094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059936" y="1234440"/>
            <a:ext cx="6858000" cy="429768"/>
          </a:xfrm>
          <a:prstGeom prst="roundRect">
            <a:avLst>
              <a:gd name="adj" fmla="val 10638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23944" y="1280160"/>
            <a:ext cx="67299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적용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1691640"/>
            <a:ext cx="310896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737360"/>
            <a:ext cx="298094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I-Mode single only</a:t>
            </a:r>
            <a:endParaRPr lang="en-US" sz="1010" dirty="0"/>
          </a:p>
        </p:txBody>
      </p:sp>
      <p:sp>
        <p:nvSpPr>
          <p:cNvPr id="11" name="Shape 9"/>
          <p:cNvSpPr/>
          <p:nvPr/>
        </p:nvSpPr>
        <p:spPr>
          <a:xfrm>
            <a:off x="4059936" y="1691640"/>
            <a:ext cx="68580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23944" y="1737360"/>
            <a:ext cx="67299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conversion 검증 범위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914400" y="2148840"/>
            <a:ext cx="310896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2194560"/>
            <a:ext cx="298094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CTL21 before packet_start</a:t>
            </a:r>
            <a:endParaRPr lang="en-US" sz="1010" dirty="0"/>
          </a:p>
        </p:txBody>
      </p:sp>
      <p:sp>
        <p:nvSpPr>
          <p:cNvPr id="15" name="Shape 13"/>
          <p:cNvSpPr/>
          <p:nvPr/>
        </p:nvSpPr>
        <p:spPr>
          <a:xfrm>
            <a:off x="4059936" y="2148840"/>
            <a:ext cx="68580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23944" y="2194560"/>
            <a:ext cx="67299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runtime beat count 안정성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914400" y="2606040"/>
            <a:ext cx="310896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2651760"/>
            <a:ext cx="298094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000 -&gt; 7 alias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4059936" y="2606040"/>
            <a:ext cx="68580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23944" y="2651760"/>
            <a:ext cx="67299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effective max_hits 1..7</a:t>
            </a:r>
            <a:endParaRPr lang="en-US" sz="1010" dirty="0"/>
          </a:p>
        </p:txBody>
      </p:sp>
      <p:sp>
        <p:nvSpPr>
          <p:cNvPr id="21" name="Shape 19"/>
          <p:cNvSpPr/>
          <p:nvPr/>
        </p:nvSpPr>
        <p:spPr>
          <a:xfrm>
            <a:off x="914400" y="3063240"/>
            <a:ext cx="310896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" y="3108960"/>
            <a:ext cx="298094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face-local shot count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4059936" y="3063240"/>
            <a:ext cx="68580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23944" y="3108960"/>
            <a:ext cx="67299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shot_start / buffer ownership 기준</a:t>
            </a:r>
            <a:endParaRPr lang="en-US" sz="1010" dirty="0"/>
          </a:p>
        </p:txBody>
      </p:sp>
      <p:sp>
        <p:nvSpPr>
          <p:cNvPr id="25" name="Shape 23"/>
          <p:cNvSpPr/>
          <p:nvPr/>
        </p:nvSpPr>
        <p:spPr>
          <a:xfrm>
            <a:off x="914400" y="3520440"/>
            <a:ext cx="310896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08" y="3566160"/>
            <a:ext cx="298094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lower 16-bit hit slot</a:t>
            </a:r>
            <a:endParaRPr lang="en-US" sz="1010" dirty="0"/>
          </a:p>
        </p:txBody>
      </p:sp>
      <p:sp>
        <p:nvSpPr>
          <p:cNvPr id="27" name="Shape 25"/>
          <p:cNvSpPr/>
          <p:nvPr/>
        </p:nvSpPr>
        <p:spPr>
          <a:xfrm>
            <a:off x="4059936" y="3520440"/>
            <a:ext cx="68580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23944" y="3566160"/>
            <a:ext cx="67299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 17-bit는 finding 후보</a:t>
            </a:r>
            <a:endParaRPr lang="en-US" sz="1010" dirty="0"/>
          </a:p>
        </p:txBody>
      </p:sp>
      <p:sp>
        <p:nvSpPr>
          <p:cNvPr id="29" name="Shape 27"/>
          <p:cNvSpPr/>
          <p:nvPr/>
        </p:nvSpPr>
        <p:spPr>
          <a:xfrm>
            <a:off x="914400" y="3977640"/>
            <a:ext cx="310896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8408" y="4023360"/>
            <a:ext cx="298094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only</a:t>
            </a:r>
            <a:endParaRPr lang="en-US" sz="1010" dirty="0"/>
          </a:p>
        </p:txBody>
      </p:sp>
      <p:sp>
        <p:nvSpPr>
          <p:cNvPr id="31" name="Shape 29"/>
          <p:cNvSpPr/>
          <p:nvPr/>
        </p:nvSpPr>
        <p:spPr>
          <a:xfrm>
            <a:off x="4059936" y="3977640"/>
            <a:ext cx="68580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23944" y="4023360"/>
            <a:ext cx="672998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1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256-bit 제외</a:t>
            </a:r>
            <a:endParaRPr lang="en-US" sz="1010" dirty="0"/>
          </a:p>
        </p:txBody>
      </p:sp>
      <p:sp>
        <p:nvSpPr>
          <p:cNvPr id="33" name="Shape 31"/>
          <p:cNvSpPr/>
          <p:nvPr/>
        </p:nvSpPr>
        <p:spPr>
          <a:xfrm>
            <a:off x="914400" y="5166360"/>
            <a:ext cx="10287000" cy="566928"/>
          </a:xfrm>
          <a:prstGeom prst="roundRect">
            <a:avLst>
              <a:gd name="adj" fmla="val 8065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8408" y="5212080"/>
            <a:ext cx="10158984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질문: slope demux ready, drain_done 양 slope 전달, dual buffer ownership, timeout/drop/fault tuser 정합성</a:t>
            </a:r>
            <a:endParaRPr lang="en-US" sz="1240" dirty="0"/>
          </a:p>
        </p:txBody>
      </p:sp>
      <p:sp>
        <p:nvSpPr>
          <p:cNvPr id="35" name="Text 33"/>
          <p:cNvSpPr/>
          <p:nvPr/>
        </p:nvSpPr>
        <p:spPr>
          <a:xfrm>
            <a:off x="566928" y="6355080"/>
            <a:ext cx="110642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산출물: C03_Cell_Pipe Plan v001</a:t>
            </a:r>
            <a:endParaRPr lang="en-US" sz="8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C02 to C03 Handoff v001</dc:title>
  <dc:subject>PptxGenJS Presentation</dc:subject>
  <dc:creator>Codex</dc:creator>
  <cp:lastModifiedBy>Codex</cp:lastModifiedBy>
  <cp:revision>1</cp:revision>
  <dcterms:created xsi:type="dcterms:W3CDTF">2026-04-30T17:14:32Z</dcterms:created>
  <dcterms:modified xsi:type="dcterms:W3CDTF">2026-04-30T17:14:32Z</dcterms:modified>
</cp:coreProperties>
</file>