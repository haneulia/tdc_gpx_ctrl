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C02 Chip Acquisition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 검증 결과 v001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12648" y="187452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965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 backpressure, stale expected-count, latency / pipeline / II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12648" y="2487168"/>
            <a:ext cx="1188720" cy="329184"/>
          </a:xfrm>
          <a:prstGeom prst="roundRect">
            <a:avLst>
              <a:gd name="adj" fmla="val 44444"/>
            </a:avLst>
          </a:prstGeom>
          <a:solidFill>
            <a:srgbClr val="D1FAE5"/>
          </a:solidFill>
          <a:ln w="12700">
            <a:solidFill>
              <a:srgbClr val="D1FAE5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555748"/>
            <a:ext cx="10424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xsim PASS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938528" y="2487168"/>
            <a:ext cx="1965960" cy="329184"/>
          </a:xfrm>
          <a:prstGeom prst="roundRect">
            <a:avLst>
              <a:gd name="adj" fmla="val 44444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0" y="2555748"/>
            <a:ext cx="1819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total_raw_words=256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041648" y="2487168"/>
            <a:ext cx="2057400" cy="329184"/>
          </a:xfrm>
          <a:prstGeom prst="roundRect">
            <a:avLst>
              <a:gd name="adj" fmla="val 44444"/>
            </a:avLst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0" y="2555748"/>
            <a:ext cx="1911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fault propagation fixed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58368" y="3703320"/>
            <a:ext cx="3337560" cy="1005840"/>
          </a:xfrm>
          <a:prstGeom prst="roundRect">
            <a:avLst>
              <a:gd name="adj" fmla="val 5455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" y="3776472"/>
            <a:ext cx="3118104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중 결함 발견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EF 안전 종료 시 fault 표시 누락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434840" y="3703320"/>
            <a:ext cx="3337560" cy="1005840"/>
          </a:xfrm>
          <a:prstGeom prst="roundRect">
            <a:avLst>
              <a:gd name="adj" fmla="val 5455"/>
            </a:avLst>
          </a:prstGeom>
          <a:solidFill>
            <a:srgbClr val="D1FAE5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44568" y="3776472"/>
            <a:ext cx="3118104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RTL 보완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completion 경로 mismatch 반영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11312" y="3703320"/>
            <a:ext cx="3337560" cy="1005840"/>
          </a:xfrm>
          <a:prstGeom prst="roundRect">
            <a:avLst>
              <a:gd name="adj" fmla="val 5455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0" y="3776472"/>
            <a:ext cx="3118104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재검증 PASS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empty read 0, tuser clean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041648" y="4206240"/>
            <a:ext cx="329184" cy="0"/>
          </a:xfrm>
          <a:prstGeom prst="line">
            <a:avLst/>
          </a:prstGeom>
          <a:noFill/>
          <a:ln w="17780">
            <a:solidFill>
              <a:srgbClr val="596579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818120" y="4206240"/>
            <a:ext cx="329184" cy="0"/>
          </a:xfrm>
          <a:prstGeom prst="line">
            <a:avLst/>
          </a:prstGeom>
          <a:noFill/>
          <a:ln w="17780">
            <a:solidFill>
              <a:srgbClr val="596579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640080" y="6199632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965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기준: Doc/TDC-GPX-Datasheet.pdf + C01 bus timing 계약 / 최종 수정: 2026-04-30 15:58:25 +09:00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84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범위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20624" y="62179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65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C02 내부 drain pipeline에서 직접 확인 가능한 경계를 우선 닫음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941832"/>
            <a:ext cx="11356848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25880"/>
            <a:ext cx="205740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399032"/>
            <a:ext cx="1837944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GPX IC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IFIFO / EF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063240" y="1325880"/>
            <a:ext cx="205740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72968" y="1399032"/>
            <a:ext cx="1837944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C01 bus_phy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 response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0" y="1325880"/>
            <a:ext cx="205740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96128" y="1399032"/>
            <a:ext cx="1837944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C02 chip_run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drain decision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909560" y="1325880"/>
            <a:ext cx="205740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19288" y="1399032"/>
            <a:ext cx="1837944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C02 raw FIFO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AXI output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0149840" y="1325880"/>
            <a:ext cx="137160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59568" y="1399032"/>
            <a:ext cx="1152144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downstream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697480" y="1682496"/>
            <a:ext cx="320040" cy="0"/>
          </a:xfrm>
          <a:prstGeom prst="line">
            <a:avLst/>
          </a:prstGeom>
          <a:noFill/>
          <a:ln w="17780">
            <a:solidFill>
              <a:srgbClr val="596579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120640" y="1682496"/>
            <a:ext cx="320040" cy="0"/>
          </a:xfrm>
          <a:prstGeom prst="line">
            <a:avLst/>
          </a:prstGeom>
          <a:noFill/>
          <a:ln w="17780">
            <a:solidFill>
              <a:srgbClr val="596579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543800" y="1682496"/>
            <a:ext cx="320040" cy="0"/>
          </a:xfrm>
          <a:prstGeom prst="line">
            <a:avLst/>
          </a:prstGeom>
          <a:noFill/>
          <a:ln w="17780">
            <a:solidFill>
              <a:srgbClr val="596579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966960" y="1682496"/>
            <a:ext cx="146304" cy="0"/>
          </a:xfrm>
          <a:prstGeom prst="line">
            <a:avLst/>
          </a:prstGeom>
          <a:noFill/>
          <a:ln w="17780">
            <a:solidFill>
              <a:srgbClr val="596579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40080" y="2788920"/>
            <a:ext cx="2423160" cy="914400"/>
          </a:xfrm>
          <a:prstGeom prst="roundRect">
            <a:avLst>
              <a:gd name="adj" fmla="val 6000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9808" y="2862072"/>
            <a:ext cx="2203704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VB-C02-03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count-known / stale count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337560" y="2788920"/>
            <a:ext cx="2423160" cy="914400"/>
          </a:xfrm>
          <a:prstGeom prst="roundRect">
            <a:avLst>
              <a:gd name="adj" fmla="val 6000"/>
            </a:avLst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47288" y="2862072"/>
            <a:ext cx="2203704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VB-C02-05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latency / pipeline / II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035040" y="2788920"/>
            <a:ext cx="2423160" cy="914400"/>
          </a:xfrm>
          <a:prstGeom prst="roundRect">
            <a:avLst>
              <a:gd name="adj" fmla="val 6000"/>
            </a:avLst>
          </a:prstGeom>
          <a:solidFill>
            <a:srgbClr val="D1FAE5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44768" y="2862072"/>
            <a:ext cx="2203704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VB-C02-06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bounded backpressure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732520" y="2788920"/>
            <a:ext cx="2423160" cy="914400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42248" y="2862072"/>
            <a:ext cx="2203704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VB-C02-08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fault propagation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5800" y="443484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검증은 C02 내부 positive/bounded 경계를 닫는다. forced negative exit-code, PH_RESP_DRAIN stuck/fatal, config_ctrl/top CDC, downstream 전체 tuser boundary는 별도 보류 항목이다.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84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발견 결함과 보완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20624" y="62179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65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stale expected-count가 EF로 종료될 때 faulted 표시가 누락되던 경로를 수정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941832"/>
            <a:ext cx="11356848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25880"/>
            <a:ext cx="2423160" cy="822960"/>
          </a:xfrm>
          <a:prstGeom prst="roundRect">
            <a:avLst>
              <a:gd name="adj" fmla="val 6667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1399032"/>
            <a:ext cx="2203704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expected=4/1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actual=2/0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0" y="1325880"/>
            <a:ext cx="2423160" cy="822960"/>
          </a:xfrm>
          <a:prstGeom prst="roundRect">
            <a:avLst>
              <a:gd name="adj" fmla="val 6667"/>
            </a:avLst>
          </a:prstGeom>
          <a:solidFill>
            <a:srgbClr val="D1FAE5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67328" y="1399032"/>
            <a:ext cx="2203704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EF 우선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empty read 방지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629400" y="1325880"/>
            <a:ext cx="2423160" cy="822960"/>
          </a:xfrm>
          <a:prstGeom prst="roundRect">
            <a:avLst>
              <a:gd name="adj" fmla="val 6667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39128" y="1399032"/>
            <a:ext cx="2203704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RTL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faulted=0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555480" y="1325880"/>
            <a:ext cx="1920240" cy="822960"/>
          </a:xfrm>
          <a:prstGeom prst="roundRect">
            <a:avLst>
              <a:gd name="adj" fmla="val 6667"/>
            </a:avLst>
          </a:prstGeom>
          <a:solidFill>
            <a:srgbClr val="D1FAE5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65208" y="1399032"/>
            <a:ext cx="1700784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보완 RTL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faulted=1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154680" y="1737360"/>
            <a:ext cx="457200" cy="0"/>
          </a:xfrm>
          <a:prstGeom prst="line">
            <a:avLst/>
          </a:prstGeom>
          <a:noFill/>
          <a:ln w="17780">
            <a:solidFill>
              <a:srgbClr val="596579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126480" y="1737360"/>
            <a:ext cx="457200" cy="0"/>
          </a:xfrm>
          <a:prstGeom prst="line">
            <a:avLst/>
          </a:prstGeom>
          <a:noFill/>
          <a:ln w="17780">
            <a:solidFill>
              <a:srgbClr val="596579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098280" y="1737360"/>
            <a:ext cx="411480" cy="0"/>
          </a:xfrm>
          <a:prstGeom prst="line">
            <a:avLst/>
          </a:prstGeom>
          <a:noFill/>
          <a:ln w="17780">
            <a:solidFill>
              <a:srgbClr val="596579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749808" y="274320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 위치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77240" y="3246120"/>
            <a:ext cx="52578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6968" y="3319272"/>
            <a:ext cx="5038344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tdc_gpx_chip_run.vhd:524-554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completion 경로에서도 expected-vs-actual mismatch 계산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77240" y="4069080"/>
            <a:ext cx="52578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6968" y="4142232"/>
            <a:ext cx="5038344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tdc_gpx_chip_run.vhd:633-643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fallback 경로와 공통 변수 사용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92240" y="27432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증거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92240" y="3246120"/>
            <a:ext cx="47091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01968" y="3319272"/>
            <a:ext cx="4489704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[17] stale expected count stopped at EF without empty read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92240" y="4069080"/>
            <a:ext cx="47091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01968" y="4142232"/>
            <a:ext cx="4489704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[17] mismatch propagated via raw tuser fault flag and sticky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84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Latency / Pipeline / II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20624" y="62179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65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 MHz 기준, bounded raw output backpressure 조건 실측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941832"/>
            <a:ext cx="11356848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17320"/>
            <a:ext cx="22402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1490472"/>
            <a:ext cx="2020824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T0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IrFlag pin assert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886968" y="23957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965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 clk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953512" y="1828800"/>
            <a:ext cx="429768" cy="0"/>
          </a:xfrm>
          <a:prstGeom prst="line">
            <a:avLst/>
          </a:prstGeom>
          <a:noFill/>
          <a:ln w="17780">
            <a:solidFill>
              <a:srgbClr val="596579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474720" y="1417320"/>
            <a:ext cx="2240280" cy="822960"/>
          </a:xfrm>
          <a:prstGeom prst="roundRect">
            <a:avLst>
              <a:gd name="adj" fmla="val 6667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84448" y="1490472"/>
            <a:ext cx="2020824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T1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first raw data accepted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3675888" y="23957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965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 clk / 200 ns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742432" y="1828800"/>
            <a:ext cx="429768" cy="0"/>
          </a:xfrm>
          <a:prstGeom prst="line">
            <a:avLst/>
          </a:prstGeom>
          <a:noFill/>
          <a:ln w="17780">
            <a:solidFill>
              <a:srgbClr val="596579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263640" y="1417320"/>
            <a:ext cx="2240280" cy="822960"/>
          </a:xfrm>
          <a:prstGeom prst="roundRect">
            <a:avLst>
              <a:gd name="adj" fmla="val 6667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73368" y="1490472"/>
            <a:ext cx="2020824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T2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chip_run internal complete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6464808" y="23957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965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167 clk / 835 ns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531352" y="1828800"/>
            <a:ext cx="429768" cy="0"/>
          </a:xfrm>
          <a:prstGeom prst="line">
            <a:avLst/>
          </a:prstGeom>
          <a:noFill/>
          <a:ln w="17780">
            <a:solidFill>
              <a:srgbClr val="596579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052560" y="1417320"/>
            <a:ext cx="2240280" cy="822960"/>
          </a:xfrm>
          <a:prstGeom prst="roundRect">
            <a:avLst>
              <a:gd name="adj" fmla="val 6667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62288" y="1490472"/>
            <a:ext cx="2020824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T3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output drain_done accepted</a:t>
            </a:r>
            <a:endParaRPr lang="en-US" sz="1020" dirty="0"/>
          </a:p>
        </p:txBody>
      </p:sp>
      <p:sp>
        <p:nvSpPr>
          <p:cNvPr id="19" name="Text 17"/>
          <p:cNvSpPr/>
          <p:nvPr/>
        </p:nvSpPr>
        <p:spPr>
          <a:xfrm>
            <a:off x="9253728" y="23957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965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168 clk / 840 ns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22960" y="3657600"/>
            <a:ext cx="2331720" cy="713232"/>
          </a:xfrm>
          <a:prstGeom prst="roundRect">
            <a:avLst>
              <a:gd name="adj" fmla="val 7692"/>
            </a:avLst>
          </a:prstGeom>
          <a:solidFill>
            <a:srgbClr val="D1FAE5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2688" y="3730752"/>
            <a:ext cx="2112264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output hold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clk / 5 ns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520440" y="3657600"/>
            <a:ext cx="2331720" cy="713232"/>
          </a:xfrm>
          <a:prstGeom prst="roundRect">
            <a:avLst>
              <a:gd name="adj" fmla="val 7692"/>
            </a:avLst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30168" y="3730752"/>
            <a:ext cx="2112264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II min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clk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17920" y="3657600"/>
            <a:ext cx="2331720" cy="713232"/>
          </a:xfrm>
          <a:prstGeom prst="roundRect">
            <a:avLst>
              <a:gd name="adj" fmla="val 7692"/>
            </a:avLst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27648" y="3730752"/>
            <a:ext cx="2112264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II max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 clk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915400" y="3657600"/>
            <a:ext cx="2331720" cy="713232"/>
          </a:xfrm>
          <a:prstGeom prst="roundRect">
            <a:avLst>
              <a:gd name="adj" fmla="val 7692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025128" y="3730752"/>
            <a:ext cx="2112264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 words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 exact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22960" y="5166360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II_min은 GPX read II가 아니라 raw output FIFO가 tready 해제 후 보유 beat를 연속 handshaking한 출력 측 II다. GPX IC read timing은 Datasheet와 C01 bus_phy 계약이 절대 기준이다.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84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VB Matrix 업데이트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20624" y="62179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65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 v004 기준 추가 close 상태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941832"/>
            <a:ext cx="11356848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234440"/>
            <a:ext cx="132588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1307592"/>
            <a:ext cx="1106424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VB-C02-03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2148840" y="1234440"/>
            <a:ext cx="1143000" cy="475488"/>
          </a:xfrm>
          <a:prstGeom prst="roundRect">
            <a:avLst>
              <a:gd name="adj" fmla="val 11538"/>
            </a:avLst>
          </a:prstGeom>
          <a:solidFill>
            <a:srgbClr val="D1FAE5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58568" y="1307592"/>
            <a:ext cx="923544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강화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3429000" y="1234440"/>
            <a:ext cx="781812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38728" y="1307592"/>
            <a:ext cx="7598664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stale expected-count: EF 우선 stop + faulted drain_done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685800" y="1984248"/>
            <a:ext cx="132588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2057400"/>
            <a:ext cx="1106424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VB-C02-05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2148840" y="1984248"/>
            <a:ext cx="1143000" cy="475488"/>
          </a:xfrm>
          <a:prstGeom prst="roundRect">
            <a:avLst>
              <a:gd name="adj" fmla="val 11538"/>
            </a:avLst>
          </a:prstGeom>
          <a:solidFill>
            <a:srgbClr val="D1FAE5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58568" y="2057400"/>
            <a:ext cx="923544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강화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29000" y="1984248"/>
            <a:ext cx="781812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38728" y="2057400"/>
            <a:ext cx="7598664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latency / pipeline split / output II cycle 계측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685800" y="2734056"/>
            <a:ext cx="132588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5528" y="2807208"/>
            <a:ext cx="1106424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VB-C02-06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2148840" y="2734056"/>
            <a:ext cx="1143000" cy="475488"/>
          </a:xfrm>
          <a:prstGeom prst="roundRect">
            <a:avLst>
              <a:gd name="adj" fmla="val 11538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58568" y="2807208"/>
            <a:ext cx="923544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부분 close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3429000" y="2734056"/>
            <a:ext cx="781812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38728" y="2807208"/>
            <a:ext cx="7598664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bounded raw tready backpressure PASS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85800" y="3483864"/>
            <a:ext cx="132588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5528" y="3557016"/>
            <a:ext cx="1106424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VB-C02-08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2148840" y="3483864"/>
            <a:ext cx="1143000" cy="475488"/>
          </a:xfrm>
          <a:prstGeom prst="roundRect">
            <a:avLst>
              <a:gd name="adj" fmla="val 11538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58568" y="3557016"/>
            <a:ext cx="923544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부분 close</a:t>
            </a:r>
            <a:endParaRPr lang="en-US" sz="920" dirty="0"/>
          </a:p>
        </p:txBody>
      </p:sp>
      <p:sp>
        <p:nvSpPr>
          <p:cNvPr id="27" name="Shape 25"/>
          <p:cNvSpPr/>
          <p:nvPr/>
        </p:nvSpPr>
        <p:spPr>
          <a:xfrm>
            <a:off x="3429000" y="3483864"/>
            <a:ext cx="781812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38728" y="3557016"/>
            <a:ext cx="7598664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stale mismatch fault propagation PASS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685800" y="4233672"/>
            <a:ext cx="132588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306824"/>
            <a:ext cx="1106424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VB-C02-10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2148840" y="4233672"/>
            <a:ext cx="1143000" cy="475488"/>
          </a:xfrm>
          <a:prstGeom prst="roundRect">
            <a:avLst>
              <a:gd name="adj" fmla="val 11538"/>
            </a:avLst>
          </a:prstGeom>
          <a:solidFill>
            <a:srgbClr val="D1FAE5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58568" y="4306824"/>
            <a:ext cx="923544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강화</a:t>
            </a:r>
            <a:endParaRPr lang="en-US" sz="920" dirty="0"/>
          </a:p>
        </p:txBody>
      </p:sp>
      <p:sp>
        <p:nvSpPr>
          <p:cNvPr id="33" name="Shape 31"/>
          <p:cNvSpPr/>
          <p:nvPr/>
        </p:nvSpPr>
        <p:spPr>
          <a:xfrm>
            <a:off x="3429000" y="4233672"/>
            <a:ext cx="781812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38728" y="4306824"/>
            <a:ext cx="7598664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verify 문서 + xsim 로그 증거 추가</a:t>
            </a:r>
            <a:endParaRPr lang="en-US" sz="920" dirty="0"/>
          </a:p>
        </p:txBody>
      </p:sp>
      <p:sp>
        <p:nvSpPr>
          <p:cNvPr id="35" name="Text 33"/>
          <p:cNvSpPr/>
          <p:nvPr/>
        </p:nvSpPr>
        <p:spPr>
          <a:xfrm>
            <a:off x="731520" y="553212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close는 아직 아니다. negative exit-code, PH_RESP_DRAIN fatal, config_ctrl/top CDC, downstream 전체 tuser boundary, illegal timing matrix가 남아 있다.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84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검증 포커스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20624" y="62179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65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C02를 완전히 닫기 위해 남은 경계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941832"/>
            <a:ext cx="11356848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17320"/>
            <a:ext cx="3337560" cy="914400"/>
          </a:xfrm>
          <a:prstGeom prst="roundRect">
            <a:avLst>
              <a:gd name="adj" fmla="val 6000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490472"/>
            <a:ext cx="3118104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Negative TB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forced empty read / tuser violation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exit-code evidence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434840" y="1417320"/>
            <a:ext cx="3337560" cy="914400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44568" y="1490472"/>
            <a:ext cx="3118104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PH_RESP_DRAIN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stuck / fatal / auto-recover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long-run evidence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138160" y="1417320"/>
            <a:ext cx="3337560" cy="914400"/>
          </a:xfrm>
          <a:prstGeom prst="roundRect">
            <a:avLst>
              <a:gd name="adj" fmla="val 6000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47888" y="1490472"/>
            <a:ext cx="3118104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Integration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config_ctrl/top expected CDC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downstream tuser boundary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3063240"/>
            <a:ext cx="507492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3136392"/>
            <a:ext cx="4855464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Timing legality matrix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Datasheet + C01 bus timing 기준으로 illegal 조합 clamp/assertion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55080" y="3063240"/>
            <a:ext cx="507492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64808" y="3136392"/>
            <a:ext cx="4855464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Evidence package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VB별 PASS / HOLD / FAIL 로그 경로와 문서 추적성 정리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" y="5257800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상태: C02 내부 보강 검증 PASS. 다음 단계는 negative/integration/fatal path를 분리해 닫는 것이 합리적이다.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C02 Chip Acquisition Code Verify v001</dc:title>
  <dc:subject>C02 Chip Acquisition additional verification</dc:subject>
  <dc:creator>Codex</dc:creator>
  <cp:lastModifiedBy>Codex</cp:lastModifiedBy>
  <cp:revision>1</cp:revision>
  <dcterms:created xsi:type="dcterms:W3CDTF">2026-04-30T06:58:44Z</dcterms:created>
  <dcterms:modified xsi:type="dcterms:W3CDTF">2026-04-30T06:58:44Z</dcterms:modified>
</cp:coreProperties>
</file>