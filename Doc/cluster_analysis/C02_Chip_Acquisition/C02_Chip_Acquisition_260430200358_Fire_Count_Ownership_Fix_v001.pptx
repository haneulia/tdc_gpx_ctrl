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Fire Count Ownership Fix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2026-04-30 20:03:58 KST | 기준: TDC-GPX Datasheet + C02 계약 문서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55648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 final beat는 zero-stop을 닫는 종료 표식이다.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ownership key는 fire_count_tvalid beat의 tdata[15:0] shot count이다.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1371600"/>
            <a:ext cx="2057400" cy="786384"/>
          </a:xfrm>
          <a:prstGeom prst="roundRect">
            <a:avLst>
              <a:gd name="adj" fmla="val 5814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1444752"/>
            <a:ext cx="183794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tlast=1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marker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13648" y="1581912"/>
            <a:ext cx="566928" cy="256032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8592" y="1371600"/>
            <a:ext cx="2240280" cy="786384"/>
          </a:xfrm>
          <a:prstGeom prst="roundRect">
            <a:avLst>
              <a:gd name="adj" fmla="val 5814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0" y="1444752"/>
            <a:ext cx="20208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tdata[15:0]=N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ownership key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방향: stop_evt count 갱신과 final 확정 모두 current face shot count와 fire_count_tdata[15:0]가 일치할 때만 수락한다.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Ownership Contract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tlast는 final 표식, tdata[15:0] 매치가 현재 shot 소유권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25296"/>
            <a:ext cx="2057400" cy="713232"/>
          </a:xfrm>
          <a:prstGeom prst="roundRect">
            <a:avLst>
              <a:gd name="adj" fmla="val 641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298448"/>
            <a:ext cx="18379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shot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88920" y="1444752"/>
            <a:ext cx="502920" cy="22860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93008" y="1097280"/>
            <a:ext cx="2926080" cy="987552"/>
          </a:xfrm>
          <a:prstGeom prst="roundRect">
            <a:avLst>
              <a:gd name="adj" fmla="val 463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1170432"/>
            <a:ext cx="270662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fire_count_tvalid=1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fire_count_tdata[15:0]=N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1112" y="1444752"/>
            <a:ext cx="502920" cy="22860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1097280"/>
            <a:ext cx="420624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928" y="1170432"/>
            <a:ext cx="39867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 수락 또는 final 확정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expected_ififo / expected_final_valid 갱신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057400" cy="713232"/>
          </a:xfrm>
          <a:prstGeom prst="roundRect">
            <a:avLst>
              <a:gd name="adj" fmla="val 6410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907792"/>
            <a:ext cx="183794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shot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88920" y="3054096"/>
            <a:ext cx="502920" cy="22860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93008" y="2706624"/>
            <a:ext cx="2926080" cy="987552"/>
          </a:xfrm>
          <a:prstGeom prst="roundRect">
            <a:avLst>
              <a:gd name="adj" fmla="val 463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2779776"/>
            <a:ext cx="270662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fire_count_tvalid=1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fire_count_tdata[15:0]!=N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11112" y="3054096"/>
            <a:ext cx="502920" cy="22860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2706624"/>
            <a:ext cx="4206240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4928" y="2779776"/>
            <a:ext cx="39867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count 갱신 금지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ownership/orphan sticky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" y="4882896"/>
            <a:ext cx="2788920" cy="384048"/>
          </a:xfrm>
          <a:prstGeom prst="roundRect">
            <a:avLst>
              <a:gd name="adj" fmla="val 1190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4956048"/>
            <a:ext cx="25694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stop_evt: tlast=0 + count match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75888" y="4882896"/>
            <a:ext cx="2788920" cy="384048"/>
          </a:xfrm>
          <a:prstGeom prst="roundRect">
            <a:avLst>
              <a:gd name="adj" fmla="val 1190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85616" y="4956048"/>
            <a:ext cx="25694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zero-stop: tlast=1 + count match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93408" y="4882896"/>
            <a:ext cx="3474720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4956048"/>
            <a:ext cx="32552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 단독으로는 ownership 불가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 보완 구조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face_seq에서 current shot count 생성, stop_cfg_decode에서 match gate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25296"/>
            <a:ext cx="1965960" cy="804672"/>
          </a:xfrm>
          <a:prstGeom prst="roundRect">
            <a:avLst>
              <a:gd name="adj" fmla="val 568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298448"/>
            <a:ext cx="17465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face_seq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o_face_shot_count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33472" y="1481328"/>
            <a:ext cx="457200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225296"/>
            <a:ext cx="1965960" cy="804672"/>
          </a:xfrm>
          <a:prstGeom prst="roundRect">
            <a:avLst>
              <a:gd name="adj" fmla="val 5682"/>
            </a:avLst>
          </a:prstGeom>
          <a:solidFill>
            <a:srgbClr val="E2E8F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55848" y="1298448"/>
            <a:ext cx="17465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top/config_ctrl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i_current_fire_count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76672" y="1481328"/>
            <a:ext cx="457200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89320" y="1225296"/>
            <a:ext cx="2240280" cy="804672"/>
          </a:xfrm>
          <a:prstGeom prst="roundRect">
            <a:avLst>
              <a:gd name="adj" fmla="val 568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9048" y="1298448"/>
            <a:ext cx="20208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stop_cfg_decode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 match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94192" y="1481328"/>
            <a:ext cx="457200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1225296"/>
            <a:ext cx="23774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1298448"/>
            <a:ext cx="21579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chip_run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immediate latch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072384"/>
            <a:ext cx="2880360" cy="768096"/>
          </a:xfrm>
          <a:prstGeom prst="roundRect">
            <a:avLst>
              <a:gd name="adj" fmla="val 595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145536"/>
            <a:ext cx="266090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Removed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c_EXP_LATCH_SETTLE_LAST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95344" y="3328416"/>
            <a:ext cx="457200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3072384"/>
            <a:ext cx="3017520" cy="768096"/>
          </a:xfrm>
          <a:prstGeom prst="roundRect">
            <a:avLst>
              <a:gd name="adj" fmla="val 595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145536"/>
            <a:ext cx="279806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snapshot immediately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0" y="3328416"/>
            <a:ext cx="457200" cy="219456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30768" y="3072384"/>
            <a:ext cx="2926080" cy="768096"/>
          </a:xfrm>
          <a:prstGeom prst="roundRect">
            <a:avLst>
              <a:gd name="adj" fmla="val 595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0496" y="3145536"/>
            <a:ext cx="270662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FIFO depth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6 -&gt; 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91947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의미: CDC/settle 추정값을 기다리지 않고, upstream이 제공한 shot count 계약을 직접 사용한다.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Block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 MHz testbench 관측 기준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698480" cy="0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2588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709928"/>
            <a:ext cx="960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7406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count=N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132588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64792" y="1709928"/>
            <a:ext cx="960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783080"/>
            <a:ext cx="7406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valid,data=N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0" y="132588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709928"/>
            <a:ext cx="960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783080"/>
            <a:ext cx="7406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last=1,data=N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40680" y="132588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709928"/>
            <a:ext cx="960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783080"/>
            <a:ext cx="7406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IrFlag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12280" y="132588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1709928"/>
            <a:ext cx="960120" cy="804672"/>
          </a:xfrm>
          <a:prstGeom prst="roundRect">
            <a:avLst>
              <a:gd name="adj" fmla="val 568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783080"/>
            <a:ext cx="7406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wait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321040" y="132588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45552" y="1709928"/>
            <a:ext cx="960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0" y="1783080"/>
            <a:ext cx="7406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FIFO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012680" y="1325880"/>
            <a:ext cx="0" cy="3657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7192" y="1709928"/>
            <a:ext cx="96012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1783080"/>
            <a:ext cx="74066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drain_done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170432" y="3035808"/>
            <a:ext cx="3063240" cy="438912"/>
          </a:xfrm>
          <a:prstGeom prst="roundRect">
            <a:avLst>
              <a:gd name="adj" fmla="val 10417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108960"/>
            <a:ext cx="28437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count 갱신: valid beat의 shot count match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15968" y="3035808"/>
            <a:ext cx="2148840" cy="438912"/>
          </a:xfrm>
          <a:prstGeom prst="roundRect">
            <a:avLst>
              <a:gd name="adj" fmla="val 10417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25696" y="3108960"/>
            <a:ext cx="192938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final: tlast + same count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01968" y="3035808"/>
            <a:ext cx="2880360" cy="438912"/>
          </a:xfrm>
          <a:prstGeom prst="roundRect">
            <a:avLst>
              <a:gd name="adj" fmla="val 10417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3108960"/>
            <a:ext cx="2660904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blind wait 제거: latch 1 cycle path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473659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관측: zero-stop output_done=7 clk. bounded raw backpressure에서는 first_data=40 clk, run_complete=152 clk, output_done=153 clk.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xsim 결과 요약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33856"/>
            <a:ext cx="2377440" cy="384048"/>
          </a:xfrm>
          <a:prstGeom prst="roundRect">
            <a:avLst>
              <a:gd name="adj" fmla="val 1190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07008"/>
            <a:ext cx="21579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17520" y="1133856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1207008"/>
            <a:ext cx="19293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66360" y="1133856"/>
            <a:ext cx="6355080" cy="384048"/>
          </a:xfrm>
          <a:prstGeom prst="roundRect">
            <a:avLst>
              <a:gd name="adj" fmla="val 11905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76088" y="1207008"/>
            <a:ext cx="61356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확인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57276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645920"/>
            <a:ext cx="21579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stop_cfg_decode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17520" y="1572768"/>
            <a:ext cx="2148840" cy="493776"/>
          </a:xfrm>
          <a:prstGeom prst="roundRect">
            <a:avLst>
              <a:gd name="adj" fmla="val 9259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645920"/>
            <a:ext cx="1929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TESTS PASSED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66360" y="1572768"/>
            <a:ext cx="6355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76088" y="1645920"/>
            <a:ext cx="61356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mismatch count 차단, zero-stop final match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12140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194560"/>
            <a:ext cx="21579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chip_ctrl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17520" y="2121408"/>
            <a:ext cx="2148840" cy="493776"/>
          </a:xfrm>
          <a:prstGeom prst="roundRect">
            <a:avLst>
              <a:gd name="adj" fmla="val 9259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2194560"/>
            <a:ext cx="1929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TESTS PASSED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66360" y="2121408"/>
            <a:ext cx="6355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76088" y="2194560"/>
            <a:ext cx="61356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total_raw_words=258, raw/drop fatal clean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267004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743200"/>
            <a:ext cx="21579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bounded backpressure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17520" y="2670048"/>
            <a:ext cx="2148840" cy="493776"/>
          </a:xfrm>
          <a:prstGeom prst="roundRect">
            <a:avLst>
              <a:gd name="adj" fmla="val 9259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2743200"/>
            <a:ext cx="1929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166360" y="2670048"/>
            <a:ext cx="6355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76088" y="2743200"/>
            <a:ext cx="61356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data words exact, no empty IFIFO read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21868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291840"/>
            <a:ext cx="21579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 analysis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17520" y="3218688"/>
            <a:ext cx="2148840" cy="493776"/>
          </a:xfrm>
          <a:prstGeom prst="roundRect">
            <a:avLst>
              <a:gd name="adj" fmla="val 9259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27248" y="3291840"/>
            <a:ext cx="1929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66360" y="3218688"/>
            <a:ext cx="6355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76088" y="3291840"/>
            <a:ext cx="61356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tdc_gpx_top VHDL analysis 완료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3767328"/>
            <a:ext cx="23774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840480"/>
            <a:ext cx="21579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 elab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017520" y="3767328"/>
            <a:ext cx="2148840" cy="493776"/>
          </a:xfrm>
          <a:prstGeom prst="roundRect">
            <a:avLst>
              <a:gd name="adj" fmla="val 9259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27248" y="3840480"/>
            <a:ext cx="192938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이슈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166360" y="3767328"/>
            <a:ext cx="635508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76088" y="3840480"/>
            <a:ext cx="61356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CSR black box, XPM glbl 미바인딩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3232" y="4800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Latency/II: zero-stop 7 clk, bounded case first_data 40 clk / output_done 153 clk / II_min 1 clk / II_max 14 clk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20624" y="640080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6617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expected count는 fire count ownership 계약으로 닫음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1480" y="950976"/>
            <a:ext cx="11356848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152144"/>
            <a:ext cx="3246120" cy="960120"/>
          </a:xfrm>
          <a:prstGeom prst="roundRect">
            <a:avLst>
              <a:gd name="adj" fmla="val 4762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25296"/>
            <a:ext cx="302666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fire_count_tdata[15:0]가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shot count와 일치해야 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1152144"/>
            <a:ext cx="3246120" cy="960120"/>
          </a:xfrm>
          <a:prstGeom prst="roundRect">
            <a:avLst>
              <a:gd name="adj" fmla="val 4762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225296"/>
            <a:ext cx="302666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stop_evt는 같은 cycle의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non-final fire_count beat 필요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47888" y="1152144"/>
            <a:ext cx="3246120" cy="960120"/>
          </a:xfrm>
          <a:prstGeom prst="roundRect">
            <a:avLst>
              <a:gd name="adj" fmla="val 4762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57616" y="1225296"/>
            <a:ext cx="302666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tlast=1은 final marker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ownership key 아님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3063240"/>
            <a:ext cx="44805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2728" y="3136392"/>
            <a:ext cx="426110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ST_DRAIN_LATCH fixed wait 제거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97296" y="3319272"/>
            <a:ext cx="502920" cy="228600"/>
          </a:xfrm>
          <a:prstGeom prst="rightArrow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3063240"/>
            <a:ext cx="448056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3136392"/>
            <a:ext cx="4261104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 FIFO depth 8로 early drain 흡수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50474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주의: echo_receiver는 stop_evt와 fire_count beat를 같은 cycle로 정렬하거나, 별도 skid/hold 계약을 제공해야 한다.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C02 Fire Count Ownership Fix v001</dc:title>
  <dc:subject>C02 fire count ownership fix</dc:subject>
  <dc:creator>Codex</dc:creator>
  <cp:lastModifiedBy>Codex</cp:lastModifiedBy>
  <cp:revision>1</cp:revision>
  <dcterms:created xsi:type="dcterms:W3CDTF">2026-04-30T11:07:31Z</dcterms:created>
  <dcterms:modified xsi:type="dcterms:W3CDTF">2026-04-30T11:07:31Z</dcterms:modified>
</cp:coreProperties>
</file>