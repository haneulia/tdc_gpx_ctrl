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552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데이터 플로우 결론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데이터 경로와 제어/소유권 경로를 분리해서 다음 Cluster 계약을 판단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3246120" cy="9144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35024"/>
            <a:ext cx="30998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데이터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 28-bit IFIFO word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280160"/>
            <a:ext cx="3246120" cy="91440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07992" y="1335024"/>
            <a:ext cx="30998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제어/소유권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 count + expected count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83880" y="1280160"/>
            <a:ext cx="3246120" cy="91440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57032" y="1335024"/>
            <a:ext cx="30998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정보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metadata + status pulse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107442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판정: 최종 AXI-stream의 tuser(0)는 SOF이며 fault가 아니다. fault/degraded 판단은 cell metadata, row/frame fault pulse, CSR/status를 함께 봐야 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3703320"/>
            <a:ext cx="19202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3758184"/>
            <a:ext cx="17739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2551176" y="3703320"/>
            <a:ext cx="48920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3758184"/>
            <a:ext cx="4745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Cluster가 받아야 할 의미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7479792" y="3703320"/>
            <a:ext cx="425196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2944" y="3758184"/>
            <a:ext cx="4105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1920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4215384"/>
            <a:ext cx="17739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551176" y="4160520"/>
            <a:ext cx="4892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24328" y="4215384"/>
            <a:ext cx="4745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rising / falling 2개 AXIS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7479792" y="4160520"/>
            <a:ext cx="4251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52944" y="4215384"/>
            <a:ext cx="4105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 자체가 slope 의미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94360" y="4617720"/>
            <a:ext cx="1920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672584"/>
            <a:ext cx="17739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2551176" y="4617720"/>
            <a:ext cx="4892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24328" y="4672584"/>
            <a:ext cx="4745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tuser(0)=SOF, tlast=EOL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7479792" y="4617720"/>
            <a:ext cx="4251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4672584"/>
            <a:ext cx="4105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tuser와 의미 다름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594360" y="5074920"/>
            <a:ext cx="1920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5129784"/>
            <a:ext cx="17739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2551176" y="5074920"/>
            <a:ext cx="4892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24328" y="5129784"/>
            <a:ext cx="4745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 + dense cell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7479792" y="5074920"/>
            <a:ext cx="4251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52944" y="5129784"/>
            <a:ext cx="4105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slot은 현재 16-bit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594360" y="5532120"/>
            <a:ext cx="19202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5586984"/>
            <a:ext cx="17739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Quality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2551176" y="5532120"/>
            <a:ext cx="4892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24328" y="5586984"/>
            <a:ext cx="4745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error_fill, hit_dropped, fault pulse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7479792" y="5532120"/>
            <a:ext cx="4251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52944" y="5586984"/>
            <a:ext cx="4105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tuser로 해석 금지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데이터 경로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 IC에서 다음 Cluster까지 데이터가 변환되는 순서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1581912" y="1975104"/>
            <a:ext cx="29260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7452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767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bus_phy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2953512" y="1975104"/>
            <a:ext cx="38404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3756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chip_ctrl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AXIS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16552" y="1975104"/>
            <a:ext cx="33832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75488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E2E8F0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raw_cdc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SYNC/ASYNC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833872" y="1975104"/>
            <a:ext cx="42976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I-Mode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7342632" y="1975104"/>
            <a:ext cx="47548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1812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9127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raw_event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Tag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8897112" y="1975104"/>
            <a:ext cx="33832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3544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59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cell_pipe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R/F split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10314432" y="1975104"/>
            <a:ext cx="338328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652760" y="1600200"/>
            <a:ext cx="1078992" cy="749808"/>
          </a:xfrm>
          <a:prstGeom prst="roundRect">
            <a:avLst>
              <a:gd name="adj" fmla="val 487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25912" y="1655064"/>
            <a:ext cx="9326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502920" y="2880360"/>
            <a:ext cx="1234440" cy="347472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935224"/>
            <a:ext cx="108813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28-bit raw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72968" y="2880360"/>
            <a:ext cx="1508760" cy="347472"/>
          </a:xfrm>
          <a:prstGeom prst="roundRect">
            <a:avLst>
              <a:gd name="adj" fmla="val 10526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2935224"/>
            <a:ext cx="136245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tdata[27:0]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28803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90872" y="2935224"/>
            <a:ext cx="127101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hit/slope/stop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72200" y="2880360"/>
            <a:ext cx="1554480" cy="347472"/>
          </a:xfrm>
          <a:prstGeom prst="roundRect">
            <a:avLst>
              <a:gd name="adj" fmla="val 1052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45352" y="2935224"/>
            <a:ext cx="140817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chip/shot/hit_seq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772400" y="2880360"/>
            <a:ext cx="1325880" cy="347472"/>
          </a:xfrm>
          <a:prstGeom prst="roundRect">
            <a:avLst>
              <a:gd name="adj" fmla="val 10526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45552" y="2935224"/>
            <a:ext cx="117957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cell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738360" y="28803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11512" y="2935224"/>
            <a:ext cx="127101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VDMA stream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" y="3977640"/>
            <a:ext cx="324612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8952" y="4032504"/>
            <a:ext cx="30998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데이터의 정체성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raw_hit + stop_id + slope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480560" y="3977640"/>
            <a:ext cx="324612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53712" y="4032504"/>
            <a:ext cx="30998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소유권 추가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chip_id + shot_seq + hit_seq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75320" y="3977640"/>
            <a:ext cx="324612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48472" y="4032504"/>
            <a:ext cx="30998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형식 변환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cell/row/frame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77240" y="5577840"/>
            <a:ext cx="10652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tdc_gpx_chip_ctrl.vhd, tdc_gpx_decoder_i_mode.vhd, tdc_gpx_raw_event_builder.vhd, tdc_gpx_cell_pipe.vhd, tdc_gpx_output_stage.vhd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제어/소유권 경로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shot의 데이터를 몇 개 읽을지 결정하는 흐름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2148840" cy="822960"/>
          </a:xfrm>
          <a:prstGeom prst="roundRect">
            <a:avLst>
              <a:gd name="adj" fmla="val 444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472184"/>
            <a:ext cx="200253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laser_ctrl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 count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154680"/>
            <a:ext cx="2148840" cy="822960"/>
          </a:xfrm>
          <a:prstGeom prst="roundRect">
            <a:avLst>
              <a:gd name="adj" fmla="val 4444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3209544"/>
            <a:ext cx="200253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echo_receiver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0" y="2240280"/>
            <a:ext cx="2240280" cy="868680"/>
          </a:xfrm>
          <a:prstGeom prst="roundRect">
            <a:avLst>
              <a:gd name="adj" fmla="val 42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0752" y="2295144"/>
            <a:ext cx="20939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config_ctrl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fire-count match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29400" y="2240280"/>
            <a:ext cx="2240280" cy="868680"/>
          </a:xfrm>
          <a:prstGeom prst="roundRect">
            <a:avLst>
              <a:gd name="adj" fmla="val 4211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2295144"/>
            <a:ext cx="20939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chip_run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 read count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464040" y="2240280"/>
            <a:ext cx="2240280" cy="868680"/>
          </a:xfrm>
          <a:prstGeom prst="roundRect">
            <a:avLst>
              <a:gd name="adj" fmla="val 4211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37192" y="2295144"/>
            <a:ext cx="20939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chip_ctrl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drain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34640" y="1828800"/>
            <a:ext cx="822960" cy="68580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834640" y="3566160"/>
            <a:ext cx="822960" cy="0"/>
          </a:xfrm>
          <a:prstGeom prst="line">
            <a:avLst/>
          </a:prstGeom>
          <a:noFill/>
          <a:ln w="1524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97880" y="2670048"/>
            <a:ext cx="73152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869680" y="2670048"/>
            <a:ext cx="59436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77240" y="4572000"/>
            <a:ext cx="106984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경로가 맞아야 raw data가 '맞는 shot'의 데이터로 해석된다. zero-stop shot도 final beat로 expected=0을 확정해야 drain 판단이 닫힌다.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539496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44982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포인트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3374136" y="5394960"/>
            <a:ext cx="83210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47288" y="5449824"/>
            <a:ext cx="8174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94360" y="585216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590702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counter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3374136" y="5852160"/>
            <a:ext cx="8321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47288" y="5907024"/>
            <a:ext cx="8174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settle 대기보다 fire-count match 기반 expected tuple이 운영상 명확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/ tuser 의미 변화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stream과 최종 stream의 tuser 의미를 혼동하지 않도록 분리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2893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2642616" y="12344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15768" y="12893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5285232" y="12344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58384" y="12893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 의미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9070848" y="12344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2893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594360" y="1691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17465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 IFIFO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2642616" y="16916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15768" y="17465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28-bit word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285232" y="16916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58384" y="17465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9070848" y="16916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17465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raw 기준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594360" y="21488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22037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chip_ctrl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2642616" y="21488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15768" y="22037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tdata[27:0]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5285232" y="21488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58384" y="22037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IFIFO, drain_done, faulted control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9070848" y="21488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22037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data/control 혼합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594360" y="26060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26609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decoder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2642616" y="26060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15768" y="26609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raw_hit[16:0]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5285232" y="26060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58384" y="26609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slope, channel, stop, IFIFO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9070848" y="26060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0" y="26609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I-Mode 해석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594360" y="30632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" y="31181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raw_event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2642616" y="30632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15768" y="31181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raw_hit[16:0]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5285232" y="30632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58384" y="31181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chip, stop, shot_seq, hit_seq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9070848" y="30632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0" y="31181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소유권 tag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594360" y="35204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" y="35753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cell_builder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2642616" y="35204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15768" y="35753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cell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285232" y="35204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58384" y="35753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tlast에서 faulted</a:t>
            </a:r>
            <a:endParaRPr lang="en-US" sz="860" dirty="0"/>
          </a:p>
        </p:txBody>
      </p:sp>
      <p:sp>
        <p:nvSpPr>
          <p:cNvPr id="51" name="Shape 49"/>
          <p:cNvSpPr/>
          <p:nvPr/>
        </p:nvSpPr>
        <p:spPr>
          <a:xfrm>
            <a:off x="9070848" y="35204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0" y="35753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품질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594360" y="3977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7512" y="4032504"/>
            <a:ext cx="18653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stream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2642616" y="3977640"/>
            <a:ext cx="2606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15768" y="4032504"/>
            <a:ext cx="2459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 + cell</a:t>
            </a:r>
            <a:endParaRPr lang="en-US" sz="860" dirty="0"/>
          </a:p>
        </p:txBody>
      </p:sp>
      <p:sp>
        <p:nvSpPr>
          <p:cNvPr id="57" name="Shape 55"/>
          <p:cNvSpPr/>
          <p:nvPr/>
        </p:nvSpPr>
        <p:spPr>
          <a:xfrm>
            <a:off x="5285232" y="3977640"/>
            <a:ext cx="37490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58384" y="4032504"/>
            <a:ext cx="36027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tuser(0)=SOF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9070848" y="3977640"/>
            <a:ext cx="27432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44000" y="4032504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fault 아님</a:t>
            </a:r>
            <a:endParaRPr lang="en-US" sz="860" dirty="0"/>
          </a:p>
        </p:txBody>
      </p:sp>
      <p:sp>
        <p:nvSpPr>
          <p:cNvPr id="61" name="Shape 59"/>
          <p:cNvSpPr/>
          <p:nvPr/>
        </p:nvSpPr>
        <p:spPr>
          <a:xfrm>
            <a:off x="1005840" y="507492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78992" y="5129784"/>
            <a:ext cx="277977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hit 17-bit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931920" y="5394960"/>
            <a:ext cx="7315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4663440" y="507492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36592" y="5129784"/>
            <a:ext cx="277977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slot 16-bit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7589520" y="5394960"/>
            <a:ext cx="7315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321040" y="507492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94192" y="5129784"/>
            <a:ext cx="277977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17-bit 필요 시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format 확장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/ Row / Frame 구조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Cluster가 payload를 파싱하는 단위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0881360" cy="502920"/>
          </a:xfrm>
          <a:prstGeom prst="roundRect">
            <a:avLst>
              <a:gd name="adj" fmla="val 7273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289304"/>
            <a:ext cx="107350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Frame, face 단위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737360"/>
            <a:ext cx="0" cy="41148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143000" y="2148840"/>
            <a:ext cx="9966960" cy="502920"/>
          </a:xfrm>
          <a:prstGeom prst="round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6152" y="2203704"/>
            <a:ext cx="98206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Row, 한 shot 또는 한 line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651760"/>
            <a:ext cx="0" cy="41148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143000" y="3063240"/>
            <a:ext cx="2148840" cy="502920"/>
          </a:xfrm>
          <a:prstGeom prst="roundRect">
            <a:avLst>
              <a:gd name="adj" fmla="val 7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16152" y="3118104"/>
            <a:ext cx="20025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212848" y="3566160"/>
            <a:ext cx="0" cy="41148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143000" y="3977640"/>
            <a:ext cx="21488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032504"/>
            <a:ext cx="20025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stop0..7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slice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0" y="3063240"/>
            <a:ext cx="2148840" cy="502920"/>
          </a:xfrm>
          <a:prstGeom prst="roundRect">
            <a:avLst>
              <a:gd name="adj" fmla="val 7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0752" y="3118104"/>
            <a:ext cx="20025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27448" y="3566160"/>
            <a:ext cx="0" cy="41148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657600" y="3977640"/>
            <a:ext cx="21488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30752" y="4032504"/>
            <a:ext cx="20025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stop0..7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slice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3063240"/>
            <a:ext cx="2148840" cy="502920"/>
          </a:xfrm>
          <a:prstGeom prst="roundRect">
            <a:avLst>
              <a:gd name="adj" fmla="val 7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3118104"/>
            <a:ext cx="20025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chip2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242048" y="3566160"/>
            <a:ext cx="0" cy="41148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72200" y="3977640"/>
            <a:ext cx="21488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45352" y="4032504"/>
            <a:ext cx="20025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stop0..7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slice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3063240"/>
            <a:ext cx="2148840" cy="502920"/>
          </a:xfrm>
          <a:prstGeom prst="roundRect">
            <a:avLst>
              <a:gd name="adj" fmla="val 7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59952" y="3118104"/>
            <a:ext cx="20025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chip3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756648" y="3566160"/>
            <a:ext cx="0" cy="41148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86800" y="3977640"/>
            <a:ext cx="21488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59952" y="4032504"/>
            <a:ext cx="20025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stop0..7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slice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" y="5349240"/>
            <a:ext cx="3337560" cy="566928"/>
          </a:xfrm>
          <a:prstGeom prst="roundRect">
            <a:avLst>
              <a:gd name="adj" fmla="val 6452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" y="5404104"/>
            <a:ext cx="31912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hit_slot + hit_valid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34840" y="5349240"/>
            <a:ext cx="3337560" cy="566928"/>
          </a:xfrm>
          <a:prstGeom prst="roundRect">
            <a:avLst>
              <a:gd name="adj" fmla="val 6452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07992" y="5404104"/>
            <a:ext cx="31912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slope_vec + hit_count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46720" y="5349240"/>
            <a:ext cx="3337560" cy="566928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19872" y="5404104"/>
            <a:ext cx="319125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hit_dropped + error_fill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변형과 위험 지점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변환과 검출 가능한 손실을 구분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2893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2871216" y="12344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4368" y="12893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현상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931152" y="12344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4304" y="12893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Cluster 판단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6916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7465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width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871216" y="16916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44368" y="17465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17-bit raw -&gt; 16-bit slot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931152" y="16916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04304" y="17465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17-bit 전체 필요 시 format 변경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94360" y="21488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2037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overflow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2871216" y="21488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22037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 hit 초과 drop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931152" y="21488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04304" y="22037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hit_dropped metadata 확인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594360" y="26060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609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 miss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2871216" y="26060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44368" y="26609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EOS / faulted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931152" y="26060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04304" y="26609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fault + row fault 확인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594360" y="30632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1181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face timeout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2871216" y="30632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31181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blank cell 생성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6931152" y="30632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4304" y="31181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error_fill=1 확인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594360" y="3520440"/>
            <a:ext cx="224028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3575304"/>
            <a:ext cx="2093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2871216" y="3520440"/>
            <a:ext cx="40233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44368" y="3575304"/>
            <a:ext cx="38770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face_start snapshot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6931152" y="3520440"/>
            <a:ext cx="4800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04304" y="3575304"/>
            <a:ext cx="46542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post-drain error는 status/metadata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868680" y="4800600"/>
            <a:ext cx="3154680" cy="749808"/>
          </a:xfrm>
          <a:prstGeom prst="roundRect">
            <a:avLst>
              <a:gd name="adj" fmla="val 487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1832" y="4855464"/>
            <a:ext cx="300837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값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hit_slot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26280" y="4800600"/>
            <a:ext cx="3154680" cy="749808"/>
          </a:xfrm>
          <a:prstGeom prst="roundRect">
            <a:avLst>
              <a:gd name="adj" fmla="val 487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99432" y="4855464"/>
            <a:ext cx="300837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metadata/status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183880" y="4800600"/>
            <a:ext cx="3154680" cy="749808"/>
          </a:xfrm>
          <a:prstGeom prst="roundRect">
            <a:avLst>
              <a:gd name="adj" fmla="val 48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4855464"/>
            <a:ext cx="300837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경계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SOF/EOL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/ Latency / Throughput / 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플로우 문서에서는 기존 C02 측정값을 의미 기준으로 재배치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2893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008376" y="12344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81528" y="12893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153912" y="12344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27064" y="12893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플로우 의미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6916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7465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 READ II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008376" y="16916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81528" y="17465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ns 이상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153912" y="16916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7465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40 MHz 이하 read legality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94360" y="21488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2037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stream II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3008376" y="21488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81528" y="22037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beat/clk 가능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53912" y="21488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22037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병목은 bus read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594360" y="26060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609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raw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3008376" y="26060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81528" y="26609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또는 40 clk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153912" y="26060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27064" y="26609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valid와 accepted를 분리해서 해석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594360" y="30632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1181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done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3008376" y="30632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1528" y="31181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428 clk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6153912" y="30632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31181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 + cell row 조립 포함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594360" y="3520440"/>
            <a:ext cx="23774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3575304"/>
            <a:ext cx="22311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stream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3008376" y="3520440"/>
            <a:ext cx="310896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1528" y="3575304"/>
            <a:ext cx="296265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rising/falling 독립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6153912" y="3520440"/>
            <a:ext cx="557784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27064" y="3575304"/>
            <a:ext cx="5431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stream은 slope별 frame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868680" y="4800600"/>
            <a:ext cx="310896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1832" y="4855464"/>
            <a:ext cx="29626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 legality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간격이 최상위 제약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526280" y="4800600"/>
            <a:ext cx="310896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99432" y="4855464"/>
            <a:ext cx="29626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-&gt; cell -&gt; row -&gt; frame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183880" y="4800600"/>
            <a:ext cx="3108960" cy="6858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4855464"/>
            <a:ext cx="29626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 판단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control beat 분리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Cluster 인계 계약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02336" y="658368"/>
            <a:ext cx="11155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잘 넘어갔는지 판단하기 위한 수락 조건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234440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289304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00200" y="1234440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3352" y="1289304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rising/falling 두 stream을 별도 slope frame으로 수락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892808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47672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00200" y="1892808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73352" y="1947672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tuser(0)는 SOF로만 해석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551176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606040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00200" y="2551176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73352" y="2606040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tlast는 line end, EOL로 해석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209544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264408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00200" y="3209544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73352" y="3264408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fault는 cell metadata/status pulse/CSR로 확인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867912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922776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600200" y="3867912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73352" y="3922776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header는 face_start snapshot으로 해석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4526280"/>
            <a:ext cx="502920" cy="420624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581144"/>
            <a:ext cx="356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600200" y="4526280"/>
            <a:ext cx="964692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73352" y="4581144"/>
            <a:ext cx="95006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17-bit hit 전체 보존 필요 여부를 다음 Cluster에서 결정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0120" y="5715000"/>
            <a:ext cx="10287000" cy="475488"/>
          </a:xfrm>
          <a:prstGeom prst="roundRect">
            <a:avLst>
              <a:gd name="adj" fmla="val 769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769864"/>
            <a:ext cx="1014069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데이터 플로우 계약은 조건부 GO. 다음 Cluster는 stream 경계 + cell metadata + status를 함께 검증해야 한다.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852</Words>
  <Application>Microsoft Office PowerPoint</Application>
  <PresentationFormat>와이드스크린</PresentationFormat>
  <Paragraphs>200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C02 Data Flow Review v001</dc:title>
  <dc:subject>C02 Chip Acquisition data flow review</dc:subject>
  <dc:creator>Codex</dc:creator>
  <cp:lastModifiedBy>하늘 정</cp:lastModifiedBy>
  <cp:revision>2</cp:revision>
  <dcterms:created xsi:type="dcterms:W3CDTF">2026-04-30T14:51:09Z</dcterms:created>
  <dcterms:modified xsi:type="dcterms:W3CDTF">2026-04-30T14:53:09Z</dcterms:modified>
</cp:coreProperties>
</file>