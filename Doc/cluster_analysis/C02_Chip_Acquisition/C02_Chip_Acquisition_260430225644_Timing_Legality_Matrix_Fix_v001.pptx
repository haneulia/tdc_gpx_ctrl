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Timing Legality Matrix 보완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2026-04-30 22:56 KST | 기준: Datasheet READ timing + C01 v009 계약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3108960" cy="100584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44752"/>
            <a:ext cx="29260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illegal div/ticks matrix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200400" cy="10058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444752"/>
            <a:ext cx="30175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boundary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cases PASS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21040" y="1371600"/>
            <a:ext cx="3108960" cy="10058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444752"/>
            <a:ext cx="292608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Bus_Phy boundary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timing PASS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1874520"/>
            <a:ext cx="68580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80960" y="1874520"/>
            <a:ext cx="64008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31546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RTL 변경 없이 TB evidence를 확장했고, 200 MHz에서 GPX 40 MHz readout 한계를 넘는 조합은 clamp로 차단된다.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4160520"/>
            <a:ext cx="4663440" cy="822960"/>
          </a:xfrm>
          <a:prstGeom prst="roundRect">
            <a:avLst>
              <a:gd name="adj" fmla="val 444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33672"/>
            <a:ext cx="44805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illegal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div=1,ticks=4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4160520"/>
            <a:ext cx="4663440" cy="82296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233672"/>
            <a:ext cx="44805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 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div=1,ticks=5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4572000"/>
            <a:ext cx="822960" cy="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 v009가 정리한 p.7 READ timing과 p.27 40 MHz readout 계약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1800" y="132588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39903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49440" y="132588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39903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71800" y="182880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((ticks-3)*div+1)*5ns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182880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90195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tV-DR max 11.8ns 뒤에 sample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33172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RDN low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71800" y="233172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(ticks-2)*div*5ns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9440" y="233172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40487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tPW-RL &gt;= 6ns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283464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burst II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71800" y="283464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ticks*div*5ns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9440" y="283464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90779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25ns 이상, 40MHz 이하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333756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div=1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71800" y="333756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ticks &gt;= 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9440" y="333756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41071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200MHz 최단 정상 경계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384048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div&gt;=2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971800" y="384048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6324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ticks &gt;= 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49440" y="384048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91363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absolute minimum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05840" y="4892040"/>
            <a:ext cx="4754880" cy="77724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4965192"/>
            <a:ext cx="457200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div=1,ticks=5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25ns / 40MHz 정상 경계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0" y="4892040"/>
            <a:ext cx="4754880" cy="777240"/>
          </a:xfrm>
          <a:prstGeom prst="roundRect">
            <a:avLst>
              <a:gd name="adj" fmla="val 470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4965192"/>
            <a:ext cx="457200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div=1,ticks=4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20ns / 50MHz 금지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구조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정책과 Bus_Phy leaf safety를 분리 검증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74520"/>
            <a:ext cx="19202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47672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AXI4-Lite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CTL1 raw write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1874520"/>
            <a:ext cx="1920240" cy="82296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947672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clamp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 cfg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83480" y="1874520"/>
            <a:ext cx="1920240" cy="822960"/>
          </a:xfrm>
          <a:prstGeom prst="roundRect">
            <a:avLst>
              <a:gd name="adj" fmla="val 444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947672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snapshot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78040" y="1874520"/>
            <a:ext cx="1920240" cy="82296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947672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Bus_Phy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clamp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72600" y="1874520"/>
            <a:ext cx="1920240" cy="82296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1947672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pins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RDN timing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2286000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2286000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03720" y="2286000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98280" y="2286000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3794760"/>
            <a:ext cx="4663440" cy="10058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67912"/>
            <a:ext cx="44805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matrix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대표 10 + sweep 48 + div63 edge 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68 PASS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794760"/>
            <a:ext cx="4663440" cy="10058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867912"/>
            <a:ext cx="44805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Bus_Phy timing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illegal 3건 warning + legal 1건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RDN low width 확인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Latency / Throughput / 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수정은 테스트 보강이며 RTL data path 변경 없음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1800" y="123444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30759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49440" y="123444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30759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71800" y="173736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없음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81051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path 미수정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24028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71800" y="224028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231343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40MHz 초과 방지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9440" y="224028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31343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div=1,ticks&lt;5 -&gt; ticks=5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274320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71800" y="274320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유지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9440" y="274320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81635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-&gt; chip_ctrl -&gt; bus_phy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3246120"/>
            <a:ext cx="2194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71800" y="3246120"/>
            <a:ext cx="3931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3319272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최단 burst II 25ns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9440" y="324612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319272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1*5*5ns = 25ns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51560" y="4572000"/>
            <a:ext cx="2743200" cy="777240"/>
          </a:xfrm>
          <a:prstGeom prst="roundRect">
            <a:avLst>
              <a:gd name="adj" fmla="val 470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4645152"/>
            <a:ext cx="256032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09160" y="4572000"/>
            <a:ext cx="2743200" cy="77724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645152"/>
            <a:ext cx="256032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clamp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66760" y="4572000"/>
            <a:ext cx="2743200" cy="77724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4645152"/>
            <a:ext cx="256032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burst II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794760" y="4956048"/>
            <a:ext cx="914400" cy="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452360" y="4956048"/>
            <a:ext cx="914400" cy="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결과와 다음 단계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OP-C02-05 close 가능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0472"/>
            <a:ext cx="489204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xsim_csr_chip_timing_matrix.log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pass, 0 fail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TESTS PASSED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490472"/>
            <a:ext cx="489204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xsim_bus_phy_c01_timing_matrix.log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clamp warning + PASS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open item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0" y="3886200"/>
            <a:ext cx="6675120" cy="9144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3959352"/>
            <a:ext cx="649224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ready negative 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534924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다음 수정은 stale ready로 잘못 pop/drop되지 않는 negative TB 보강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Timing Legality Matrix Fix v001</dc:title>
  <dc:subject>C02 timing legality matrix fix</dc:subject>
  <dc:creator>Codex</dc:creator>
  <cp:lastModifiedBy>Codex</cp:lastModifiedBy>
  <cp:revision>1</cp:revision>
  <dcterms:created xsi:type="dcterms:W3CDTF">2026-04-30T13:59:54Z</dcterms:created>
  <dcterms:modified xsi:type="dcterms:W3CDTF">2026-04-30T13:59:54Z</dcterms:modified>
</cp:coreProperties>
</file>