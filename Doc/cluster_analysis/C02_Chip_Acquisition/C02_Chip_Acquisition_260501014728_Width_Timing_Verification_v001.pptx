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972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Width / Timing Verification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9728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Flow와 Timing Pipeline의 미검증 항목 보완 결과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2331720" cy="1024128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2103120"/>
            <a:ext cx="222199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top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beats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29000" y="2057400"/>
            <a:ext cx="2331720" cy="1024128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83864" y="2103120"/>
            <a:ext cx="222199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top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beats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2057400"/>
            <a:ext cx="2331720" cy="1024128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9904" y="2103120"/>
            <a:ext cx="222199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top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beats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41080" y="2057400"/>
            <a:ext cx="2514600" cy="1024128"/>
          </a:xfrm>
          <a:prstGeom prst="roundRect">
            <a:avLst>
              <a:gd name="adj" fmla="val 357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95944" y="2103120"/>
            <a:ext cx="2404872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 matrix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1~7 전체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10424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넓은 bus는 output serialize/final AXIS 구간의 beat 수를 줄인다. 단, runtime max_hits_cfg가 실제로 설정되어야 한다.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5715000"/>
            <a:ext cx="8686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2026-05-01 01:47:28 KST / 수정: 2026-05-01 01:51:19 KST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xsim_top_int_width32/64/128.log, xsim_width_timing_matrix.log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Runtime Max Hits 계약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공백: 거리 기준 max_hits 계산값이 CSR CTL21에 쓰이지 않으면 기본값 7로 동작한다.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2148840" cy="786384"/>
          </a:xfrm>
          <a:prstGeom prst="roundRect">
            <a:avLst>
              <a:gd name="adj" fmla="val 465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54480"/>
            <a:ext cx="203911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기반 계산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C_MAX_HITS=3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880360" y="1901952"/>
            <a:ext cx="7772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0" y="1508760"/>
            <a:ext cx="2697480" cy="786384"/>
          </a:xfrm>
          <a:prstGeom prst="roundRect">
            <a:avLst>
              <a:gd name="adj" fmla="val 4651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2464" y="1554480"/>
            <a:ext cx="258775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 CSR write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 = 0x0003_0000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55080" y="1901952"/>
            <a:ext cx="77724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2320" y="1508760"/>
            <a:ext cx="2468880" cy="786384"/>
          </a:xfrm>
          <a:prstGeom prst="roundRect">
            <a:avLst>
              <a:gd name="adj" fmla="val 465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87184" y="1554480"/>
            <a:ext cx="235915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 / assembler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Bcell(3,W)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0" y="1901952"/>
            <a:ext cx="5943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195560" y="1508760"/>
            <a:ext cx="1463040" cy="786384"/>
          </a:xfrm>
          <a:prstGeom prst="roundRect">
            <a:avLst>
              <a:gd name="adj" fmla="val 465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50424" y="1554480"/>
            <a:ext cx="1353312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 감소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880360"/>
            <a:ext cx="2194560" cy="443484"/>
          </a:xfrm>
          <a:prstGeom prst="roundRect">
            <a:avLst>
              <a:gd name="adj" fmla="val 824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2926080"/>
            <a:ext cx="208483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54096" y="2880360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926080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전 TB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05472" y="2880360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0336" y="2926080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후 TB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3355848"/>
            <a:ext cx="219456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401568"/>
            <a:ext cx="208483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max_hits_cfg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3054096" y="3355848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3401568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미설정 -&gt; 기본 7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7205472" y="3355848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0336" y="3401568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CTL21[18:16]=3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822960" y="3831336"/>
            <a:ext cx="219456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3877056"/>
            <a:ext cx="208483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 결과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3054096" y="3831336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877056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 beats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7205472" y="3831336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0336" y="3877056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beats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822960" y="4306824"/>
            <a:ext cx="219456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4352544"/>
            <a:ext cx="208483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 결과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3054096" y="4306824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0" y="4352544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beats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7205472" y="4306824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0336" y="4352544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beats</a:t>
            </a:r>
            <a:endParaRPr lang="en-US" sz="1040" dirty="0"/>
          </a:p>
        </p:txBody>
      </p:sp>
      <p:sp>
        <p:nvSpPr>
          <p:cNvPr id="40" name="Shape 38"/>
          <p:cNvSpPr/>
          <p:nvPr/>
        </p:nvSpPr>
        <p:spPr>
          <a:xfrm>
            <a:off x="822960" y="4782312"/>
            <a:ext cx="219456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4828032"/>
            <a:ext cx="208483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 결과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3054096" y="4782312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4828032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beats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7205472" y="4782312"/>
            <a:ext cx="4114800" cy="443484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0336" y="4828032"/>
            <a:ext cx="4005072" cy="3520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beats</a:t>
            </a:r>
            <a:endParaRPr lang="en-US" sz="1040" dirty="0"/>
          </a:p>
        </p:txBody>
      </p:sp>
      <p:sp>
        <p:nvSpPr>
          <p:cNvPr id="46" name="Shape 44"/>
          <p:cNvSpPr/>
          <p:nvPr/>
        </p:nvSpPr>
        <p:spPr>
          <a:xfrm>
            <a:off x="914400" y="5486400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9264" y="5532120"/>
            <a:ext cx="102229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계약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제어/SW는 face 시작 전 CTL21.max_hits_cfg를 설정해야 throughput 이득을 얻는다.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000은 안전 기본값 7 alias이다.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tb_tdc_gpx_top_int.vhd CTL21 write, xsim_top_int_width*.log line 55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통합 시뮬레이션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조건: active chips=4, stops/chip=2, cols=2, max_hits_cfg=3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005840" cy="48006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371600"/>
            <a:ext cx="89611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73936" y="1325880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371600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beat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325880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371600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56048" y="1325880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371600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47104" y="1325880"/>
            <a:ext cx="1371600" cy="48006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371600"/>
            <a:ext cx="126187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5280" y="1325880"/>
            <a:ext cx="1463040" cy="48006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0144" y="1371600"/>
            <a:ext cx="135331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1520" y="1837944"/>
            <a:ext cx="100584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1883664"/>
            <a:ext cx="89611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090" dirty="0"/>
          </a:p>
        </p:txBody>
      </p:sp>
      <p:sp>
        <p:nvSpPr>
          <p:cNvPr id="19" name="Shape 17"/>
          <p:cNvSpPr/>
          <p:nvPr/>
        </p:nvSpPr>
        <p:spPr>
          <a:xfrm>
            <a:off x="1773936" y="1837944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1883664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3364992" y="1837944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1883664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4956048" y="1837944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883664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1090" dirty="0"/>
          </a:p>
        </p:txBody>
      </p:sp>
      <p:sp>
        <p:nvSpPr>
          <p:cNvPr id="25" name="Shape 23"/>
          <p:cNvSpPr/>
          <p:nvPr/>
        </p:nvSpPr>
        <p:spPr>
          <a:xfrm>
            <a:off x="6547104" y="1837944"/>
            <a:ext cx="137160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1883664"/>
            <a:ext cx="126187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1090" dirty="0"/>
          </a:p>
        </p:txBody>
      </p:sp>
      <p:sp>
        <p:nvSpPr>
          <p:cNvPr id="27" name="Shape 25"/>
          <p:cNvSpPr/>
          <p:nvPr/>
        </p:nvSpPr>
        <p:spPr>
          <a:xfrm>
            <a:off x="7955280" y="1837944"/>
            <a:ext cx="146304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10144" y="1883664"/>
            <a:ext cx="135331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90" dirty="0"/>
          </a:p>
        </p:txBody>
      </p:sp>
      <p:sp>
        <p:nvSpPr>
          <p:cNvPr id="29" name="Shape 27"/>
          <p:cNvSpPr/>
          <p:nvPr/>
        </p:nvSpPr>
        <p:spPr>
          <a:xfrm>
            <a:off x="731520" y="2350008"/>
            <a:ext cx="100584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" y="2395728"/>
            <a:ext cx="89611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1090" dirty="0"/>
          </a:p>
        </p:txBody>
      </p:sp>
      <p:sp>
        <p:nvSpPr>
          <p:cNvPr id="31" name="Shape 29"/>
          <p:cNvSpPr/>
          <p:nvPr/>
        </p:nvSpPr>
        <p:spPr>
          <a:xfrm>
            <a:off x="1773936" y="2350008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2395728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90" dirty="0"/>
          </a:p>
        </p:txBody>
      </p:sp>
      <p:sp>
        <p:nvSpPr>
          <p:cNvPr id="33" name="Shape 31"/>
          <p:cNvSpPr/>
          <p:nvPr/>
        </p:nvSpPr>
        <p:spPr>
          <a:xfrm>
            <a:off x="3364992" y="2350008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9856" y="2395728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90" dirty="0"/>
          </a:p>
        </p:txBody>
      </p:sp>
      <p:sp>
        <p:nvSpPr>
          <p:cNvPr id="35" name="Shape 33"/>
          <p:cNvSpPr/>
          <p:nvPr/>
        </p:nvSpPr>
        <p:spPr>
          <a:xfrm>
            <a:off x="4956048" y="2350008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2395728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90" dirty="0"/>
          </a:p>
        </p:txBody>
      </p:sp>
      <p:sp>
        <p:nvSpPr>
          <p:cNvPr id="37" name="Shape 35"/>
          <p:cNvSpPr/>
          <p:nvPr/>
        </p:nvSpPr>
        <p:spPr>
          <a:xfrm>
            <a:off x="6547104" y="2350008"/>
            <a:ext cx="137160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2395728"/>
            <a:ext cx="126187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1090" dirty="0"/>
          </a:p>
        </p:txBody>
      </p:sp>
      <p:sp>
        <p:nvSpPr>
          <p:cNvPr id="39" name="Shape 37"/>
          <p:cNvSpPr/>
          <p:nvPr/>
        </p:nvSpPr>
        <p:spPr>
          <a:xfrm>
            <a:off x="7955280" y="2350008"/>
            <a:ext cx="146304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10144" y="2395728"/>
            <a:ext cx="135331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90" dirty="0"/>
          </a:p>
        </p:txBody>
      </p:sp>
      <p:sp>
        <p:nvSpPr>
          <p:cNvPr id="41" name="Shape 39"/>
          <p:cNvSpPr/>
          <p:nvPr/>
        </p:nvSpPr>
        <p:spPr>
          <a:xfrm>
            <a:off x="731520" y="2862072"/>
            <a:ext cx="100584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" y="2907792"/>
            <a:ext cx="89611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1090" dirty="0"/>
          </a:p>
        </p:txBody>
      </p:sp>
      <p:sp>
        <p:nvSpPr>
          <p:cNvPr id="43" name="Shape 41"/>
          <p:cNvSpPr/>
          <p:nvPr/>
        </p:nvSpPr>
        <p:spPr>
          <a:xfrm>
            <a:off x="1773936" y="2862072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0" y="2907792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90" dirty="0"/>
          </a:p>
        </p:txBody>
      </p:sp>
      <p:sp>
        <p:nvSpPr>
          <p:cNvPr id="45" name="Shape 43"/>
          <p:cNvSpPr/>
          <p:nvPr/>
        </p:nvSpPr>
        <p:spPr>
          <a:xfrm>
            <a:off x="3364992" y="2862072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19856" y="2907792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90" dirty="0"/>
          </a:p>
        </p:txBody>
      </p:sp>
      <p:sp>
        <p:nvSpPr>
          <p:cNvPr id="47" name="Shape 45"/>
          <p:cNvSpPr/>
          <p:nvPr/>
        </p:nvSpPr>
        <p:spPr>
          <a:xfrm>
            <a:off x="4956048" y="2862072"/>
            <a:ext cx="155448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2907792"/>
            <a:ext cx="144475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90" dirty="0"/>
          </a:p>
        </p:txBody>
      </p:sp>
      <p:sp>
        <p:nvSpPr>
          <p:cNvPr id="49" name="Shape 47"/>
          <p:cNvSpPr/>
          <p:nvPr/>
        </p:nvSpPr>
        <p:spPr>
          <a:xfrm>
            <a:off x="6547104" y="2862072"/>
            <a:ext cx="137160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01968" y="2907792"/>
            <a:ext cx="126187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2</a:t>
            </a:r>
            <a:endParaRPr lang="en-US" sz="1090" dirty="0"/>
          </a:p>
        </p:txBody>
      </p:sp>
      <p:sp>
        <p:nvSpPr>
          <p:cNvPr id="51" name="Shape 49"/>
          <p:cNvSpPr/>
          <p:nvPr/>
        </p:nvSpPr>
        <p:spPr>
          <a:xfrm>
            <a:off x="7955280" y="2862072"/>
            <a:ext cx="1463040" cy="48006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10144" y="2907792"/>
            <a:ext cx="1353312" cy="388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9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90" dirty="0"/>
          </a:p>
        </p:txBody>
      </p:sp>
      <p:sp>
        <p:nvSpPr>
          <p:cNvPr id="53" name="Shape 51"/>
          <p:cNvSpPr/>
          <p:nvPr/>
        </p:nvSpPr>
        <p:spPr>
          <a:xfrm>
            <a:off x="868680" y="4251960"/>
            <a:ext cx="10424160" cy="530352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" y="4297680"/>
            <a:ext cx="1031443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ExpectedBeats = cols * (HeaderBeats(W) + active_chips * stops_per_chip * Bcell(max_hits,W))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914400" y="5166360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9264" y="5212080"/>
            <a:ext cx="102229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강화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TB가 nonzero만 보던 상태에서 expected beat와 rising/falling tlast까지 assert하도록 변경했다.</a:t>
            </a:r>
            <a:endParaRPr lang="en-US" sz="1320" dirty="0"/>
          </a:p>
        </p:txBody>
      </p:sp>
      <p:sp>
        <p:nvSpPr>
          <p:cNvPr id="57" name="Text 55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xsim_top_int_width32.log:88-92, width64.log:88-92, width128.log:88-92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Matrix / Pipeline Timing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C=4, N=8 기준 line beat 산식과 output 구간 시간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82880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280160"/>
            <a:ext cx="171907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2551176" y="12344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801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599432" y="12344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2801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647688" y="12344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12801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85800" y="1691640"/>
            <a:ext cx="18288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1737360"/>
            <a:ext cx="171907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2551176" y="16916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7373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599432" y="16916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17373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647688" y="16916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2552" y="17373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85800" y="2148840"/>
            <a:ext cx="18288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2194560"/>
            <a:ext cx="171907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2551176" y="21488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1945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599432" y="21488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54296" y="21945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6647688" y="21488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02552" y="21945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85800" y="2606040"/>
            <a:ext cx="18288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" y="2651760"/>
            <a:ext cx="171907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60" dirty="0"/>
          </a:p>
        </p:txBody>
      </p:sp>
      <p:sp>
        <p:nvSpPr>
          <p:cNvPr id="31" name="Shape 29"/>
          <p:cNvSpPr/>
          <p:nvPr/>
        </p:nvSpPr>
        <p:spPr>
          <a:xfrm>
            <a:off x="2551176" y="26060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6517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599432" y="26060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26517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647688" y="26060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02552" y="26517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685800" y="3063240"/>
            <a:ext cx="18288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" y="3108960"/>
            <a:ext cx="171907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2551176" y="30632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06040" y="31089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4599432" y="30632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54296" y="31089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1060" dirty="0"/>
          </a:p>
        </p:txBody>
      </p:sp>
      <p:sp>
        <p:nvSpPr>
          <p:cNvPr id="43" name="Shape 41"/>
          <p:cNvSpPr/>
          <p:nvPr/>
        </p:nvSpPr>
        <p:spPr>
          <a:xfrm>
            <a:off x="6647688" y="30632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02552" y="31089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685800" y="3749040"/>
            <a:ext cx="182880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" y="3794760"/>
            <a:ext cx="171907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조건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51176" y="37490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6040" y="37947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99432" y="37490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54296" y="37947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47688" y="37490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02552" y="37947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800" y="4206240"/>
            <a:ext cx="18288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" y="4251960"/>
            <a:ext cx="171907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beats/slope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2551176" y="42062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06040" y="42519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</a:t>
            </a:r>
            <a:endParaRPr lang="en-US" sz="1040" dirty="0"/>
          </a:p>
        </p:txBody>
      </p:sp>
      <p:sp>
        <p:nvSpPr>
          <p:cNvPr id="57" name="Shape 55"/>
          <p:cNvSpPr/>
          <p:nvPr/>
        </p:nvSpPr>
        <p:spPr>
          <a:xfrm>
            <a:off x="4599432" y="42062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54296" y="42519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6647688" y="42062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02552" y="42519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685800" y="4663440"/>
            <a:ext cx="18288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0664" y="4709160"/>
            <a:ext cx="171907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150MHz 시간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2551176" y="46634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606040" y="47091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0.480us</a:t>
            </a:r>
            <a:endParaRPr lang="en-US" sz="1040" dirty="0"/>
          </a:p>
        </p:txBody>
      </p:sp>
      <p:sp>
        <p:nvSpPr>
          <p:cNvPr id="65" name="Shape 63"/>
          <p:cNvSpPr/>
          <p:nvPr/>
        </p:nvSpPr>
        <p:spPr>
          <a:xfrm>
            <a:off x="4599432" y="46634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54296" y="47091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0.293us</a:t>
            </a:r>
            <a:endParaRPr lang="en-US" sz="1040" dirty="0"/>
          </a:p>
        </p:txBody>
      </p:sp>
      <p:sp>
        <p:nvSpPr>
          <p:cNvPr id="67" name="Shape 65"/>
          <p:cNvSpPr/>
          <p:nvPr/>
        </p:nvSpPr>
        <p:spPr>
          <a:xfrm>
            <a:off x="6647688" y="46634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02552" y="47091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0.253us</a:t>
            </a:r>
            <a:endParaRPr lang="en-US" sz="1040" dirty="0"/>
          </a:p>
        </p:txBody>
      </p:sp>
      <p:sp>
        <p:nvSpPr>
          <p:cNvPr id="69" name="Shape 67"/>
          <p:cNvSpPr/>
          <p:nvPr/>
        </p:nvSpPr>
        <p:spPr>
          <a:xfrm>
            <a:off x="685800" y="5120640"/>
            <a:ext cx="182880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0664" y="5166360"/>
            <a:ext cx="171907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200MHz 시간</a:t>
            </a:r>
            <a:endParaRPr lang="en-US" sz="1040" dirty="0"/>
          </a:p>
        </p:txBody>
      </p:sp>
      <p:sp>
        <p:nvSpPr>
          <p:cNvPr id="71" name="Shape 69"/>
          <p:cNvSpPr/>
          <p:nvPr/>
        </p:nvSpPr>
        <p:spPr>
          <a:xfrm>
            <a:off x="2551176" y="51206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606040" y="51663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0.360us</a:t>
            </a:r>
            <a:endParaRPr lang="en-US" sz="1040" dirty="0"/>
          </a:p>
        </p:txBody>
      </p:sp>
      <p:sp>
        <p:nvSpPr>
          <p:cNvPr id="73" name="Shape 71"/>
          <p:cNvSpPr/>
          <p:nvPr/>
        </p:nvSpPr>
        <p:spPr>
          <a:xfrm>
            <a:off x="4599432" y="51206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54296" y="51663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0.220us</a:t>
            </a:r>
            <a:endParaRPr lang="en-US" sz="1040" dirty="0"/>
          </a:p>
        </p:txBody>
      </p:sp>
      <p:sp>
        <p:nvSpPr>
          <p:cNvPr id="75" name="Shape 73"/>
          <p:cNvSpPr/>
          <p:nvPr/>
        </p:nvSpPr>
        <p:spPr>
          <a:xfrm>
            <a:off x="6647688" y="5120640"/>
            <a:ext cx="2011680" cy="425196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02552" y="5166360"/>
            <a:ext cx="1901952" cy="3337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0.190us</a:t>
            </a:r>
            <a:endParaRPr lang="en-US" sz="1040" dirty="0"/>
          </a:p>
        </p:txBody>
      </p:sp>
      <p:sp>
        <p:nvSpPr>
          <p:cNvPr id="77" name="Shape 75"/>
          <p:cNvSpPr/>
          <p:nvPr/>
        </p:nvSpPr>
        <p:spPr>
          <a:xfrm>
            <a:off x="7589520" y="1828800"/>
            <a:ext cx="3886200" cy="1325880"/>
          </a:xfrm>
          <a:prstGeom prst="roundRect">
            <a:avLst>
              <a:gd name="adj" fmla="val 2759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44384" y="1874520"/>
            <a:ext cx="3776472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 해석: final AXIS는 ready 유지 시 beat 단위 II=1이다. 폭 증가는 II를 1보다 작게 만들지 않고, 필요한 beat 수를 줄인다.</a:t>
            </a:r>
            <a:endParaRPr lang="en-US" sz="1280" dirty="0"/>
          </a:p>
        </p:txBody>
      </p:sp>
      <p:sp>
        <p:nvSpPr>
          <p:cNvPr id="79" name="Shape 77"/>
          <p:cNvSpPr/>
          <p:nvPr/>
        </p:nvSpPr>
        <p:spPr>
          <a:xfrm>
            <a:off x="7589520" y="4389120"/>
            <a:ext cx="3886200" cy="749808"/>
          </a:xfrm>
          <a:prstGeom prst="roundRect">
            <a:avLst>
              <a:gd name="adj" fmla="val 4878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44384" y="4434840"/>
            <a:ext cx="3776472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GPX READ와 raw/event 내부 payload는 output 폭 변경으로 빨라지지 않는다.</a:t>
            </a:r>
            <a:endParaRPr lang="en-US" sz="1280" dirty="0"/>
          </a:p>
        </p:txBody>
      </p:sp>
      <p:sp>
        <p:nvSpPr>
          <p:cNvPr id="81" name="Text 79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tb_tdc_gpx_width_timing_matrix.vhd, xsim_width_timing_matrix.log:30-110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Raw Hit 계약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85800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보완은 full 17-bit 저장 PASS가 아니라 16-bit cell 계약 명확화이다.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2194560" cy="822960"/>
          </a:xfrm>
          <a:prstGeom prst="roundRect">
            <a:avLst>
              <a:gd name="adj" fmla="val 444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600200"/>
            <a:ext cx="20848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raw_event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raw hit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965960"/>
            <a:ext cx="8686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886200" y="1554480"/>
            <a:ext cx="2423160" cy="82296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41064" y="1600200"/>
            <a:ext cx="231343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lower 16-bit 저장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86868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78040" y="1554480"/>
            <a:ext cx="2240280" cy="82296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2904" y="1600200"/>
            <a:ext cx="213055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slot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contract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46920" y="1554480"/>
            <a:ext cx="1783080" cy="822960"/>
          </a:xfrm>
          <a:prstGeom prst="roundRect">
            <a:avLst>
              <a:gd name="adj" fmla="val 4444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01784" y="1600200"/>
            <a:ext cx="167335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필요 시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format/header/parser 동시 변경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256032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200400"/>
            <a:ext cx="245059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3511296" y="3154680"/>
            <a:ext cx="7498080" cy="470916"/>
          </a:xfrm>
          <a:prstGeom prst="roundRect">
            <a:avLst>
              <a:gd name="adj" fmla="val 776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200400"/>
            <a:ext cx="738835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914400" y="3657600"/>
            <a:ext cx="25603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703320"/>
            <a:ext cx="245059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DF-C02-W-04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511296" y="3657600"/>
            <a:ext cx="74980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3703320"/>
            <a:ext cx="738835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C02는 16-bit cell 저장 계약으로 닫음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14400" y="4160520"/>
            <a:ext cx="25603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4206240"/>
            <a:ext cx="245059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17-bit 보존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511296" y="4160520"/>
            <a:ext cx="74980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4206240"/>
            <a:ext cx="738835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이후 별도 format 변경 필요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914400" y="4663440"/>
            <a:ext cx="256032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9264" y="4709160"/>
            <a:ext cx="245059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3511296" y="4663440"/>
            <a:ext cx="7498080" cy="470916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160" y="4709160"/>
            <a:ext cx="7388352" cy="3794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tdc_gpx_pkg.vhd, tdc_gpx_cell_builder.vhd, matrix TB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914400" y="5577840"/>
            <a:ext cx="10332720" cy="566928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5623560"/>
            <a:ext cx="102229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다음 판단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폭과 runtime max_hits 기반 output timing은 검증 완료. 17-bit full preservation은 후속 범위로 분리한다.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594360" y="6355080"/>
            <a:ext cx="109728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tdc_gpx_pkg.vhd:48-50, tdc_gpx_cell_builder.vhd:644, xsim_width_timing_matrix.log:30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Width Timing Verification v001</dc:title>
  <dc:subject>C02 width timing verification</dc:subject>
  <dc:creator>Codex</dc:creator>
  <cp:lastModifiedBy>Codex</cp:lastModifiedBy>
  <cp:revision>1</cp:revision>
  <dcterms:created xsi:type="dcterms:W3CDTF">2026-04-30T16:51:36Z</dcterms:created>
  <dcterms:modified xsi:type="dcterms:W3CDTF">2026-04-30T16:51:36Z</dcterms:modified>
</cp:coreProperties>
</file>