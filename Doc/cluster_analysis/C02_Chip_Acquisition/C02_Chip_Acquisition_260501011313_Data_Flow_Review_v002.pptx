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Data Flow Review v002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972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128-bit AXI4-Stream 폭 기준 재검토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194560"/>
            <a:ext cx="22494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32-bit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1608" y="2194560"/>
            <a:ext cx="22494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Cell/Header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증가 = 더 빠른 출력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148840"/>
            <a:ext cx="2377440" cy="960120"/>
          </a:xfrm>
          <a:prstGeom prst="roundRect">
            <a:avLst>
              <a:gd name="adj" fmla="val 381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2194560"/>
            <a:ext cx="224942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TKEEP/TSTRB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Full-one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235440" y="2148840"/>
            <a:ext cx="1965960" cy="960120"/>
          </a:xfrm>
          <a:prstGeom prst="roundRect">
            <a:avLst>
              <a:gd name="adj" fmla="val 381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9448" y="2194560"/>
            <a:ext cx="1837944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미반영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10515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넓은 bus는 output serialize 구간을 빠르게 한다. 단, GPX READ/raw/event 수집 속도는 그대로다.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6400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시간: 2026-05-01 01:13:13 KST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 + 현재 RTL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플로우 기준점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변경은 cell_builder 이후 output 구간을 빠르게 한다. GPX raw/event 의미와 수집 속도는 고정이다.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IFIFO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28b raw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0" y="218541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2024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32b+8b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218541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 40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8541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decode/event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32b+16b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2185416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185416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face/header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keep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26880" y="2185416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21240" y="1828800"/>
            <a:ext cx="1143000" cy="713232"/>
          </a:xfrm>
          <a:prstGeom prst="roundRect">
            <a:avLst>
              <a:gd name="adj" fmla="val 512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1874520"/>
            <a:ext cx="1014984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3474720"/>
            <a:ext cx="4754880" cy="6858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3520440"/>
            <a:ext cx="46268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폭 구간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의미 보존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3474720"/>
            <a:ext cx="4297680" cy="6858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3520440"/>
            <a:ext cx="416966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폭 구간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수 감소 + byte throughput 증가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4572000"/>
            <a:ext cx="2194560" cy="361188"/>
          </a:xfrm>
          <a:prstGeom prst="roundRect">
            <a:avLst>
              <a:gd name="adj" fmla="val 1012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" y="4617720"/>
            <a:ext cx="206654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145536" y="4572000"/>
            <a:ext cx="3200400" cy="361188"/>
          </a:xfrm>
          <a:prstGeom prst="roundRect">
            <a:avLst>
              <a:gd name="adj" fmla="val 1012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9544" y="4617720"/>
            <a:ext cx="307238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계약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382512" y="4572000"/>
            <a:ext cx="4754880" cy="361188"/>
          </a:xfrm>
          <a:prstGeom prst="roundRect">
            <a:avLst>
              <a:gd name="adj" fmla="val 1012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4617720"/>
            <a:ext cx="462686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변경 영향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14400" y="4965192"/>
            <a:ext cx="219456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8408" y="5010912"/>
            <a:ext cx="206654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stream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3145536" y="4965192"/>
            <a:ext cx="320040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9544" y="5010912"/>
            <a:ext cx="307238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tdata=32, tuser=8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382512" y="4965192"/>
            <a:ext cx="475488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5010912"/>
            <a:ext cx="462686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914400" y="5358384"/>
            <a:ext cx="219456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" y="5404104"/>
            <a:ext cx="206654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stream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3145536" y="5358384"/>
            <a:ext cx="320040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9544" y="5404104"/>
            <a:ext cx="307238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tdata=32, tuser=16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6382512" y="5358384"/>
            <a:ext cx="475488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5404104"/>
            <a:ext cx="462686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914400" y="5751576"/>
            <a:ext cx="219456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5797296"/>
            <a:ext cx="206654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output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3145536" y="5751576"/>
            <a:ext cx="320040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9544" y="5797296"/>
            <a:ext cx="307238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tdata=32/64/128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6382512" y="5751576"/>
            <a:ext cx="4754880" cy="361188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5797296"/>
            <a:ext cx="4626864" cy="269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header/cell beat 수 변경</a:t>
            </a:r>
            <a:endParaRPr lang="en-US" sz="940" dirty="0"/>
          </a:p>
        </p:txBody>
      </p:sp>
      <p:sp>
        <p:nvSpPr>
          <p:cNvPr id="53" name="Text 51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tdc_gpx_pkg.vhd:81-101, tdc_gpx_top.vhd:36/147-158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64 / 128 폭별 비교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폭은 모두 full-keep이고 48-byte header가 정수 beat로 정렬된다.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32588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71600"/>
            <a:ext cx="119786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93976" y="1325880"/>
            <a:ext cx="141732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57984" y="1371600"/>
            <a:ext cx="128930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Byte/beat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47872" y="1325880"/>
            <a:ext cx="123444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371600"/>
            <a:ext cx="110642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1325880"/>
            <a:ext cx="182880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371600"/>
            <a:ext cx="17007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beats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84264" y="1325880"/>
            <a:ext cx="196596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371600"/>
            <a:ext cx="183794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cell beats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0" y="1325880"/>
            <a:ext cx="2057400" cy="452628"/>
          </a:xfrm>
          <a:prstGeom prst="roundRect">
            <a:avLst>
              <a:gd name="adj" fmla="val 808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1371600"/>
            <a:ext cx="19293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max_hits=7 emit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1810512"/>
            <a:ext cx="132588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1856232"/>
            <a:ext cx="119786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093976" y="1810512"/>
            <a:ext cx="141732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1856232"/>
            <a:ext cx="128930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547872" y="1810512"/>
            <a:ext cx="123444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856232"/>
            <a:ext cx="110642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4b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818888" y="1810512"/>
            <a:ext cx="18288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856232"/>
            <a:ext cx="17007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684264" y="1810512"/>
            <a:ext cx="196596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856232"/>
            <a:ext cx="183794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686800" y="1810512"/>
            <a:ext cx="20574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1856232"/>
            <a:ext cx="19293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1520" y="2295144"/>
            <a:ext cx="132588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340864"/>
            <a:ext cx="119786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093976" y="2295144"/>
            <a:ext cx="141732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57984" y="2340864"/>
            <a:ext cx="128930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547872" y="2295144"/>
            <a:ext cx="123444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2340864"/>
            <a:ext cx="110642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8b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4818888" y="2295144"/>
            <a:ext cx="18288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340864"/>
            <a:ext cx="17007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6684264" y="2295144"/>
            <a:ext cx="196596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48272" y="2340864"/>
            <a:ext cx="183794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686800" y="2295144"/>
            <a:ext cx="20574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50808" y="2340864"/>
            <a:ext cx="19293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731520" y="2779776"/>
            <a:ext cx="132588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" y="2825496"/>
            <a:ext cx="119786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2093976" y="2779776"/>
            <a:ext cx="141732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57984" y="2825496"/>
            <a:ext cx="128930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3547872" y="2779776"/>
            <a:ext cx="123444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2825496"/>
            <a:ext cx="110642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16b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4818888" y="2779776"/>
            <a:ext cx="18288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82896" y="2825496"/>
            <a:ext cx="17007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6684264" y="2779776"/>
            <a:ext cx="196596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48272" y="2825496"/>
            <a:ext cx="183794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8686800" y="2779776"/>
            <a:ext cx="20574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50808" y="2825496"/>
            <a:ext cx="19293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731520" y="3264408"/>
            <a:ext cx="132588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" y="3310128"/>
            <a:ext cx="119786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256-bit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2093976" y="3264408"/>
            <a:ext cx="141732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57984" y="3310128"/>
            <a:ext cx="128930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3547872" y="3264408"/>
            <a:ext cx="123444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11880" y="3310128"/>
            <a:ext cx="110642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4818888" y="3264408"/>
            <a:ext cx="18288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82896" y="3310128"/>
            <a:ext cx="17007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6684264" y="3264408"/>
            <a:ext cx="196596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8272" y="3310128"/>
            <a:ext cx="183794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20" dirty="0"/>
          </a:p>
        </p:txBody>
      </p:sp>
      <p:sp>
        <p:nvSpPr>
          <p:cNvPr id="63" name="Shape 61"/>
          <p:cNvSpPr/>
          <p:nvPr/>
        </p:nvSpPr>
        <p:spPr>
          <a:xfrm>
            <a:off x="8686800" y="3264408"/>
            <a:ext cx="2057400" cy="452628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0808" y="3310128"/>
            <a:ext cx="1929384" cy="3611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미지원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914400" y="4343400"/>
            <a:ext cx="3200400" cy="6858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78408" y="4389120"/>
            <a:ext cx="30723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cell envelope = 32 byte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fn_beats_per_cell()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4526280" y="4343400"/>
            <a:ext cx="3291840" cy="6858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90288" y="4389120"/>
            <a:ext cx="316382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emit beats = max_hits_cfg 기반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fn_beats_per_cell_rt()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8229600" y="4343400"/>
            <a:ext cx="3063240" cy="6858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93608" y="4389120"/>
            <a:ext cx="293522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문서/검증에서 두 수치를 분리해야 함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tdc_gpx_pkg.vhd:183-184/744-795/803-821, tdc_gpx_cell_builder.vhd:935-944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TUSER와 제어 의미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tuser(0)는 SOF이다. fault/degraded는 별도 metadata/status 경로를 함께 봐야 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42316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54480"/>
            <a:ext cx="229514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 tuser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slope, stop, chip, shot, control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192024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150876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1554480"/>
            <a:ext cx="202082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tuser(0)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slice faulted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192024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1508760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54480"/>
            <a:ext cx="21122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row/frame status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pulse + CSR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1920240"/>
            <a:ext cx="5943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0" y="1508760"/>
            <a:ext cx="201168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0888" y="1554480"/>
            <a:ext cx="188366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tuser(0)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 only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337560"/>
            <a:ext cx="2743200" cy="406908"/>
          </a:xfrm>
          <a:prstGeom prst="roundRect">
            <a:avLst>
              <a:gd name="adj" fmla="val 89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383280"/>
            <a:ext cx="261518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판단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94176" y="3337560"/>
            <a:ext cx="7955280" cy="406908"/>
          </a:xfrm>
          <a:prstGeom prst="roundRect">
            <a:avLst>
              <a:gd name="adj" fmla="val 89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3383280"/>
            <a:ext cx="782726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776472"/>
            <a:ext cx="274320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822192"/>
            <a:ext cx="261518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3694176" y="3776472"/>
            <a:ext cx="795528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3822192"/>
            <a:ext cx="782726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rising/falling stream 자체로 구분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14400" y="4215384"/>
            <a:ext cx="274320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4261104"/>
            <a:ext cx="261518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start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694176" y="4215384"/>
            <a:ext cx="795528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58184" y="4261104"/>
            <a:ext cx="782726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tuser(0)=1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14400" y="4654296"/>
            <a:ext cx="274320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" y="4700016"/>
            <a:ext cx="261518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end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3694176" y="4654296"/>
            <a:ext cx="795528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58184" y="4700016"/>
            <a:ext cx="782726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tlast=1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914400" y="5093208"/>
            <a:ext cx="274320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5138928"/>
            <a:ext cx="261518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fault/degraded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3694176" y="5093208"/>
            <a:ext cx="7955280" cy="40690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58184" y="5138928"/>
            <a:ext cx="7827264" cy="3154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metadata + row/frame pulse + CSR/status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tdc_gpx_cell_builder.vhd:948-961, tdc_gpx_header_inserter.vhd:493-498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 / Latency / II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폭이 커지면 output serialize 구간은 빨라진다. GPX READ 병목은 변하지 않는다.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325880"/>
            <a:ext cx="151790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05456" y="128016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132588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Byte/beat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28016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2588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II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1280160"/>
            <a:ext cx="292608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0216" y="1325880"/>
            <a:ext cx="279806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150MHz 이론 throughput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178308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1828800"/>
            <a:ext cx="151790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505456" y="178308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82880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370832" y="178308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82880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236208" y="1783080"/>
            <a:ext cx="2926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828800"/>
            <a:ext cx="279806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MB/s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331720"/>
            <a:ext cx="151790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2505456" y="228600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9464" y="233172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370832" y="228600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233172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236208" y="2286000"/>
            <a:ext cx="2926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331720"/>
            <a:ext cx="279806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 GB/s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22960" y="2788920"/>
            <a:ext cx="16459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2834640"/>
            <a:ext cx="151790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2505456" y="278892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9464" y="283464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4370832" y="2788920"/>
            <a:ext cx="182880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4840" y="2834640"/>
            <a:ext cx="170078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clk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6236208" y="2788920"/>
            <a:ext cx="2926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2834640"/>
            <a:ext cx="2798064" cy="3794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 GB/s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868680" y="406908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4114800"/>
            <a:ext cx="270662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대비 2x byte/beat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3977640" y="406908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4114800"/>
            <a:ext cx="270662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대비 4x byte/beat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086600" y="406908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4114800"/>
            <a:ext cx="270662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 beat II=1 유지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빨라지는 지점은 output 구간이다. 전체 시스템은 GPX READ timing, expected-count drain, downstream ready가 함께 제한한다.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tdc_gpx_top.vhd:20/42/51-57, tdc_gpx_cell_builder.vhd:948-1011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4712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상태와 남은 경계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 통합은 PASS 근거가 있고, 32/128 top 통합은 별도 close 항목으로 남긴다.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8016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34056" y="123444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128016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근거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42632" y="123444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28016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9164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widths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734056" y="164592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69164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32/64/128 instance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42632" y="164592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69164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94360" y="205740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10312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keep/strb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734056" y="205740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98064" y="210312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TB + RTL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342632" y="205740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10312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94360" y="246888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51460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734056" y="246888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251460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rising/falling beats=60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342632" y="246888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51460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94360" y="288036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92608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top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734056" y="288036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98064" y="292608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full top 로그 별도 필요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342632" y="288036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92608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남음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94360" y="329184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33756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top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2734056" y="329184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98064" y="333756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full top 로그 별도 필요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342632" y="329184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333756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남음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94360" y="3703320"/>
            <a:ext cx="210312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3749040"/>
            <a:ext cx="197510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 matrix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734056" y="3703320"/>
            <a:ext cx="45720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98064" y="3749040"/>
            <a:ext cx="44439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emit beat 별도 계측 필요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342632" y="3703320"/>
            <a:ext cx="3886200" cy="379476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749040"/>
            <a:ext cx="3758184" cy="2880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남음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914400" y="5166360"/>
            <a:ext cx="10287000" cy="7315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8408" y="5212080"/>
            <a:ext cx="10158984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판단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데이터 의미는 보존된다.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일은 full top width matrix와 runtime beat 계측이다.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tb_tdc_gpx_header_inserter_widths.vhd:92-169/282-315/344-347, xsim.log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Data Flow Review v002</dc:title>
  <dc:subject>C02 data flow review for 32/64/128-bit AXI4-Stream</dc:subject>
  <dc:creator>Codex</dc:creator>
  <cp:lastModifiedBy>Codex</cp:lastModifiedBy>
  <cp:revision>1</cp:revision>
  <dcterms:created xsi:type="dcterms:W3CDTF">2026-04-30T16:21:37Z</dcterms:created>
  <dcterms:modified xsi:type="dcterms:W3CDTF">2026-04-30T16:21:37Z</dcterms:modified>
</cp:coreProperties>
</file>