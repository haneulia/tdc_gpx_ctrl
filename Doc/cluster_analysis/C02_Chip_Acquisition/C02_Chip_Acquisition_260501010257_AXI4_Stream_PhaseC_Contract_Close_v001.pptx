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AXI4-Stream Phase 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789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32/64/128-bit 계약 종료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331720" cy="1005840"/>
          </a:xfrm>
          <a:prstGeom prst="roundRect">
            <a:avLst>
              <a:gd name="adj" fmla="val 4545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185416"/>
            <a:ext cx="222199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256-bit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미반영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0" y="2148840"/>
            <a:ext cx="283464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12464" y="2185416"/>
            <a:ext cx="272491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폭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64 / 128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995160" y="2148840"/>
            <a:ext cx="2834640" cy="1005840"/>
          </a:xfrm>
          <a:prstGeom prst="roundRect">
            <a:avLst>
              <a:gd name="adj" fmla="val 4545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50024" y="2185416"/>
            <a:ext cx="272491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TKEEP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TSTRB 유지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6858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시각: 2026-05-01 01:02:57 KST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153912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Doc/TDC-GPX-Datasheet.pdf + Phase A/B 구현 계약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구조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1362456"/>
            <a:ext cx="263347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tdc_gpx_pkg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fn_output_width_supported()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83280" y="1764792"/>
            <a:ext cx="685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069080" y="1325880"/>
            <a:ext cx="2148840" cy="86868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23944" y="1362456"/>
            <a:ext cx="20391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지원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64 / 128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764792"/>
            <a:ext cx="685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03720" y="1325880"/>
            <a:ext cx="21945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8584" y="1362456"/>
            <a:ext cx="20848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assert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함수 사용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098280" y="1764792"/>
            <a:ext cx="685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784080" y="132588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38944" y="1362456"/>
            <a:ext cx="144475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비지원 폭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3657600" cy="493776"/>
          </a:xfrm>
          <a:prstGeom prst="roundRect">
            <a:avLst>
              <a:gd name="adj" fmla="val 92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008376"/>
            <a:ext cx="35478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모듈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25696" y="2971800"/>
            <a:ext cx="6858000" cy="493776"/>
          </a:xfrm>
          <a:prstGeom prst="roundRect">
            <a:avLst>
              <a:gd name="adj" fmla="val 92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008376"/>
            <a:ext cx="67482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502152"/>
            <a:ext cx="36576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538728"/>
            <a:ext cx="35478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/ csr_pipeline / face_seq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25696" y="3502152"/>
            <a:ext cx="68580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538728"/>
            <a:ext cx="67482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계약과 geometry 계산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032504"/>
            <a:ext cx="36576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4069080"/>
            <a:ext cx="35478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 / cell_pipe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25696" y="4032504"/>
            <a:ext cx="68580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4069080"/>
            <a:ext cx="67482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serialization 계약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562856"/>
            <a:ext cx="36576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4599432"/>
            <a:ext cx="35478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 / output_stage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25696" y="4562856"/>
            <a:ext cx="68580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599432"/>
            <a:ext cx="67482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row/frame output 계약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5093208"/>
            <a:ext cx="36576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5129784"/>
            <a:ext cx="35478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header_inserter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25696" y="5093208"/>
            <a:ext cx="68580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5129784"/>
            <a:ext cx="67482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+ final AXIS 계약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Block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828800"/>
            <a:ext cx="13716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1865376"/>
            <a:ext cx="12618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READ 완료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0" y="1828800"/>
            <a:ext cx="13716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15184" y="1865376"/>
            <a:ext cx="12618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raw/event decode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26280" y="1828800"/>
            <a:ext cx="13716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1144" y="1865376"/>
            <a:ext cx="12618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cell/face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13716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9944" y="1865376"/>
            <a:ext cx="12618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828800"/>
            <a:ext cx="13716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47304" y="1865376"/>
            <a:ext cx="12618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057400" y="2221992"/>
            <a:ext cx="502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31920" y="2221992"/>
            <a:ext cx="5943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97880" y="2221992"/>
            <a:ext cx="457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26680" y="2221992"/>
            <a:ext cx="365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51960" y="3657600"/>
            <a:ext cx="2926080" cy="73152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6824" y="3694176"/>
            <a:ext cx="281635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guard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계산/elaboration 계약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983480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guard는 datapath FF/FIFO/state를 추가하지 않으므로 지연과 II를 바꾸지 않는다.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5394960"/>
            <a:ext cx="9875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Latency: 변화 없음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Throughput: 32/64/128 full-keep 기준 유지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Pipeline: C01/C02/C03/C04 구조 유지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II: AXIS beat 기준 II=1 조건 유지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92608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1179576"/>
            <a:ext cx="28163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11296" y="1143000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1179576"/>
            <a:ext cx="11704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28032" y="1143000"/>
            <a:ext cx="685800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82896" y="1179576"/>
            <a:ext cx="67482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확인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09928"/>
            <a:ext cx="29260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746504"/>
            <a:ext cx="28163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11296" y="1709928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746504"/>
            <a:ext cx="11704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8032" y="1709928"/>
            <a:ext cx="68580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746504"/>
            <a:ext cx="67482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top_int까지 분석 완료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276856"/>
            <a:ext cx="29260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313432"/>
            <a:ext cx="28163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widths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11296" y="2276856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2313432"/>
            <a:ext cx="11704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28032" y="2276856"/>
            <a:ext cx="68580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2313432"/>
            <a:ext cx="67482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지원, 256 미지원 정책 확인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843784"/>
            <a:ext cx="29260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2880360"/>
            <a:ext cx="28163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stage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11296" y="2843784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880360"/>
            <a:ext cx="11704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28032" y="2843784"/>
            <a:ext cx="68580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2880360"/>
            <a:ext cx="67482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 1/2 PASS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410712"/>
            <a:ext cx="29260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3447288"/>
            <a:ext cx="28163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top_int 64-bit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11296" y="3410712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3447288"/>
            <a:ext cx="11704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28032" y="3410712"/>
            <a:ext cx="68580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3447288"/>
            <a:ext cx="67482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rising/falling beats=60, tlast=2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0120" y="4937760"/>
            <a:ext cx="10241280" cy="777240"/>
          </a:xfrm>
          <a:prstGeom prst="roundRect">
            <a:avLst>
              <a:gd name="adj" fmla="val 5882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984" y="4974336"/>
            <a:ext cx="1013155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C 판단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AXI4-Stream 폭 표준화는 32/64/128-bit 범위에서 close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AXI4-Stream Phase C</dc:title>
  <dc:subject>C02 AXI4-Stream Phase C Contract Close</dc:subject>
  <dc:creator>Codex</dc:creator>
  <cp:lastModifiedBy>Codex</cp:lastModifiedBy>
  <cp:revision>1</cp:revision>
  <dcterms:created xsi:type="dcterms:W3CDTF">2026-04-30T16:04:42Z</dcterms:created>
  <dcterms:modified xsi:type="dcterms:W3CDTF">2026-04-30T16:04:42Z</dcterms:modified>
</cp:coreProperties>
</file>