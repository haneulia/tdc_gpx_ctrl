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CTL21 Max Hits Timing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1097280"/>
            <a:ext cx="10698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거리/운용 모드별 max_hits_cfg는 face 시작 전에 설정되어야 output width 이득이 반영된다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148840" cy="987552"/>
          </a:xfrm>
          <a:prstGeom prst="roundRect">
            <a:avLst>
              <a:gd name="adj" fmla="val 463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20240"/>
            <a:ext cx="202082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max_hits=3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beats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874520"/>
            <a:ext cx="2148840" cy="987552"/>
          </a:xfrm>
          <a:prstGeom prst="roundRect">
            <a:avLst>
              <a:gd name="adj" fmla="val 463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1920240"/>
            <a:ext cx="202082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 7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beats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0" y="1874520"/>
            <a:ext cx="2148840" cy="987552"/>
          </a:xfrm>
          <a:prstGeom prst="roundRect">
            <a:avLst>
              <a:gd name="adj" fmla="val 463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1920240"/>
            <a:ext cx="202082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 7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beats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3880" y="1874520"/>
            <a:ext cx="2834640" cy="987552"/>
          </a:xfrm>
          <a:prstGeom prst="roundRect">
            <a:avLst>
              <a:gd name="adj" fmla="val 463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920240"/>
            <a:ext cx="270662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face0 60 + face1 44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 beats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10332720" cy="77724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840480"/>
            <a:ext cx="102047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폭 generic만으로 throughput 이득이 확정되지 않는다.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`CTL21[18:16]`이 packet_start 전에 유효해야 현재 face cell beat가 줄어든다.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8686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2026-05-01 02:03:59 KST / 수정: 2026-05-01 02:07:23 KST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66928" y="6364224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xsim_top_ctl21_early64/unset64/zero64/late64.log, tb_tdc_gpx_top_int.vhd</a:t>
            </a:r>
            <a:endParaRPr lang="en-US" sz="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경로와 스냅샷 경계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CTL21은 CDC를 통과한 뒤 face_seq의 packet_start에서 face 설정으로 닫힌다.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1737360" cy="713232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27048"/>
            <a:ext cx="16093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AXI4-Lite write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CTL21[18:16]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2423160" y="1837944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481328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527048"/>
            <a:ext cx="17007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csr_chip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xpm_cdc_handshake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800600" y="1837944"/>
            <a:ext cx="54864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1481328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527048"/>
            <a:ext cx="142646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merged cfg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903720" y="1837944"/>
            <a:ext cx="54864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481328"/>
            <a:ext cx="1874520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1527048"/>
            <a:ext cx="174650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 snapshot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326880" y="1837944"/>
            <a:ext cx="59436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21240" y="1481328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5248" y="1527048"/>
            <a:ext cx="14721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cell/output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결정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2880360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926080"/>
            <a:ext cx="46725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경계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 이후에는 현재 face의 max_hits_cfg가 고정된다.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926080"/>
            <a:ext cx="46725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보호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csr_pipeline은 chip CSR CDC idle을 start gate에 반영한다.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97764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02336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3831336" y="397764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95344" y="402336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위치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914400" y="434340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38912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bit / CDC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3831336" y="434340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95344" y="438912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tdc_gpx_csr_chip.vhd:19, 596-615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14400" y="470916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475488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0 -&gt; 7 alias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3831336" y="470916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5344" y="475488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tdc_gpx_csr_chip.vhd:873-876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914400" y="507492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512064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CDC idle gate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3831336" y="507492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512064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tdc_gpx_csr_pipeline.vhd:607-610, 670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914400" y="544068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548640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 cfg snapshot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3831336" y="544068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548640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tdc_gpx_face_seq.vhd:378-384, 490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914400" y="5806440"/>
            <a:ext cx="2880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" y="5852160"/>
            <a:ext cx="2752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연결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3831336" y="5806440"/>
            <a:ext cx="745236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95344" y="5852160"/>
            <a:ext cx="732434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tdc_gpx_top.vhd:683, 765, 913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566928" y="6364224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CTL21 write가 START보다 먼저 issued 되면 START acceptance는 CDC idle 이후로 밀린다.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vs Late Timing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max_hits_cfg=3이라도 packet_start 전후에 따라 적용 face가 달라진다.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84632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early: 현재 face 반영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109728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03120"/>
            <a:ext cx="969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057400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103120"/>
            <a:ext cx="10149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done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205740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103120"/>
            <a:ext cx="87782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1956816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002536"/>
            <a:ext cx="142646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snapshot=3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01168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2057400"/>
            <a:ext cx="11064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beats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4846320" cy="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8680" y="365760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late: 다음 face부터 반영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005072"/>
            <a:ext cx="1417320" cy="585216"/>
          </a:xfrm>
          <a:prstGeom prst="roundRect">
            <a:avLst>
              <a:gd name="adj" fmla="val 781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050792"/>
            <a:ext cx="1289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4078224"/>
            <a:ext cx="1097280" cy="438912"/>
          </a:xfrm>
          <a:prstGeom prst="roundRect">
            <a:avLst>
              <a:gd name="adj" fmla="val 104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4123944"/>
            <a:ext cx="969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CTL21=3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4078224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4123944"/>
            <a:ext cx="10149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done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15000" y="4005072"/>
            <a:ext cx="1417320" cy="585216"/>
          </a:xfrm>
          <a:prstGeom prst="roundRect">
            <a:avLst>
              <a:gd name="adj" fmla="val 781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4050792"/>
            <a:ext cx="1289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3968496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4014216"/>
            <a:ext cx="138074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+ 44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104 beats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5440680"/>
            <a:ext cx="1028700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5486400"/>
            <a:ext cx="101589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오해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 중간 CTL21 write가 현재 face output 형식을 바꾸는 구조가 아니다.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364224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xsim_top_ctl21_early64.log:55/89/93, xsim_top_ctl21_late64.log:78/98/102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검증 Matrix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 통합 TB에서 CTL21 설정 시점별 output beat와 TLAST를 assert했다.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865376" y="12344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12801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187952" y="1234440"/>
            <a:ext cx="109728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280160"/>
            <a:ext cx="969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321808" y="1234440"/>
            <a:ext cx="141732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5816" y="1280160"/>
            <a:ext cx="12893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R/F beats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775704" y="12344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2801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955280" y="12344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12801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16916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7373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1865376" y="16916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9384" y="17373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 전 3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187952" y="1691640"/>
            <a:ext cx="1097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737360"/>
            <a:ext cx="969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5321808" y="1691640"/>
            <a:ext cx="141732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1737360"/>
            <a:ext cx="12893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44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775704" y="16916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17373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7955280" y="16916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9288" y="17373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85800" y="21488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21945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unset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1865376" y="21488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9384" y="21945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미설정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4187952" y="2148840"/>
            <a:ext cx="1097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2194560"/>
            <a:ext cx="969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5321808" y="2148840"/>
            <a:ext cx="141732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2194560"/>
            <a:ext cx="12893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60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775704" y="21488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21945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7955280" y="21488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9288" y="21945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685800" y="26060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26517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1865376" y="26060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9384" y="26517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CTL21=0 alias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4187952" y="2606040"/>
            <a:ext cx="1097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2651760"/>
            <a:ext cx="969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5321808" y="2606040"/>
            <a:ext cx="141732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85816" y="2651760"/>
            <a:ext cx="12893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60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6775704" y="26060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9712" y="26517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7955280" y="26060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19288" y="26517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685800" y="30632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31089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1865376" y="30632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29384" y="31089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face0 후 3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4187952" y="3063240"/>
            <a:ext cx="1097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51960" y="3108960"/>
            <a:ext cx="969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5321808" y="3063240"/>
            <a:ext cx="141732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85816" y="3108960"/>
            <a:ext cx="12893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 / 104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6775704" y="30632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712" y="31089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7955280" y="3063240"/>
            <a:ext cx="1143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19288" y="3108960"/>
            <a:ext cx="1014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40" dirty="0"/>
          </a:p>
        </p:txBody>
      </p:sp>
      <p:sp>
        <p:nvSpPr>
          <p:cNvPr id="65" name="Shape 63"/>
          <p:cNvSpPr/>
          <p:nvPr/>
        </p:nvSpPr>
        <p:spPr>
          <a:xfrm>
            <a:off x="822960" y="4160520"/>
            <a:ext cx="10561320" cy="621792"/>
          </a:xfrm>
          <a:prstGeom prst="round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6968" y="4206240"/>
            <a:ext cx="1043330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보완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G_MAX_HITS_WRITE_MODE로 unset/early/zero/late를 분리하고, expected beat와 tlast를 mode별로 assert했다.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22960" y="5166360"/>
            <a:ext cx="10561320" cy="621792"/>
          </a:xfrm>
          <a:prstGeom prst="roundRect">
            <a:avLst>
              <a:gd name="adj" fmla="val 735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" y="5212080"/>
            <a:ext cx="1043330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발견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 / expected-count matching은 run global이 아니라 face-local shot count 기준으로 맞아야 한다.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66928" y="6364224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tb_tdc_gpx_top_int.vhd:74-80, 907-918, 954-964, 993-1022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CTL21은 GPX READ II를 바꾸지 않고 final output serialize beat 수를 줄인다.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828800" cy="448056"/>
          </a:xfrm>
          <a:prstGeom prst="roundRect">
            <a:avLst>
              <a:gd name="adj" fmla="val 102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170078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2551176" y="1234440"/>
            <a:ext cx="1234440" cy="448056"/>
          </a:xfrm>
          <a:prstGeom prst="roundRect">
            <a:avLst>
              <a:gd name="adj" fmla="val 102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280160"/>
            <a:ext cx="11064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822192" y="1234440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280160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beats/slope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367528" y="1234440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1280160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150MHz time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912864" y="1234440"/>
            <a:ext cx="2834640" cy="448056"/>
          </a:xfrm>
          <a:prstGeom prst="roundRect">
            <a:avLst>
              <a:gd name="adj" fmla="val 102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280160"/>
            <a:ext cx="27066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5800" y="1709928"/>
            <a:ext cx="182880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755648"/>
            <a:ext cx="170078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unset/zero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51176" y="1709928"/>
            <a:ext cx="12344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755648"/>
            <a:ext cx="11064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22192" y="1709928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755648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67528" y="1709928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755648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0.400 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1709928"/>
            <a:ext cx="28346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755648"/>
            <a:ext cx="27066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기본값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2185416"/>
            <a:ext cx="182880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231136"/>
            <a:ext cx="170078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1176" y="2185416"/>
            <a:ext cx="12344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2231136"/>
            <a:ext cx="11064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22192" y="2185416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231136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67528" y="2185416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231136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0.293 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12864" y="2185416"/>
            <a:ext cx="28346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2231136"/>
            <a:ext cx="27066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26.7% 감소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2660904"/>
            <a:ext cx="182880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2706624"/>
            <a:ext cx="170078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 2-face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1176" y="2660904"/>
            <a:ext cx="12344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15184" y="2706624"/>
            <a:ext cx="11064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7 -&gt;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22192" y="2660904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706624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67528" y="2660904"/>
            <a:ext cx="150876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706624"/>
            <a:ext cx="138074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0.693 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12864" y="2660904"/>
            <a:ext cx="28346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706624"/>
            <a:ext cx="27066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face 반영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8680" y="3822192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3867912"/>
            <a:ext cx="102504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경계: CTL21 write -&gt; CSR CDC -&gt; config_ctrl -&gt; packet_start snapshot -&gt; cell/output beat 결정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68680" y="4681728"/>
            <a:ext cx="10378440" cy="713232"/>
          </a:xfrm>
          <a:prstGeom prst="roundRect">
            <a:avLst>
              <a:gd name="adj" fmla="val 641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" y="4727448"/>
            <a:ext cx="102504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해석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 ready가 유지되면 beat 단위 II=1이다. Width와 max_hits는 II를 1보다 낮추는 것이 아니라 필요한 beat 수를 줄인다.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868680" y="5650992"/>
            <a:ext cx="10378440" cy="493776"/>
          </a:xfrm>
          <a:prstGeom prst="roundRect">
            <a:avLst>
              <a:gd name="adj" fmla="val 925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2688" y="5696712"/>
            <a:ext cx="1025042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규칙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거리/모드별 CTL21.max_hits_cfg를 START 또는 face packet_start 이전에 설정한다. 000은 7-hit alias로 관리한다.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566928" y="6364224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계약: OP-C02-CTL21-01 ~ OP-C02-CTL21-05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tdc_gpx_ctrl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CTL21 Max Hits Timing Contract v001</dc:title>
  <dc:subject>C02 CTL21 max_hits timing contract</dc:subject>
  <dc:creator>Codex</dc:creator>
  <cp:lastModifiedBy>Codex</cp:lastModifiedBy>
  <cp:revision>1</cp:revision>
  <dcterms:created xsi:type="dcterms:W3CDTF">2026-04-30T17:07:34Z</dcterms:created>
  <dcterms:modified xsi:type="dcterms:W3CDTF">2026-04-30T17:07:34Z</dcterms:modified>
</cp:coreProperties>
</file>