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5823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종합 판정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작성: 2026-04-30 23:32 KST | 절대 기준: Doc/TDC-GPX-Datasheet.pdf | 상세 근거: Readiness Review v001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17320"/>
            <a:ext cx="3246120" cy="1097280"/>
          </a:xfrm>
          <a:prstGeom prst="roundRect">
            <a:avLst>
              <a:gd name="adj" fmla="val 3333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472184"/>
            <a:ext cx="3099816" cy="9875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GO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내부는 닫힘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26280" y="1417320"/>
            <a:ext cx="3246120" cy="109728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1472184"/>
            <a:ext cx="3099816" cy="9875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I-Mode single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28-bit / 200 MHz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75320" y="1417320"/>
            <a:ext cx="3246120" cy="1097280"/>
          </a:xfrm>
          <a:prstGeom prst="roundRect">
            <a:avLst>
              <a:gd name="adj" fmla="val 333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48472" y="1472184"/>
            <a:ext cx="3099816" cy="9875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계약 유지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063240"/>
            <a:ext cx="1078992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C02는 expected-count final 계약으로 GPX IFIFO를 empty-read 없이 drain하고, timing legality / CDC / tuser / stale-ready 검증을 통과했다.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4160520"/>
            <a:ext cx="3017520" cy="685800"/>
          </a:xfrm>
          <a:prstGeom prst="roundRect">
            <a:avLst>
              <a:gd name="adj" fmla="val 5333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4215384"/>
            <a:ext cx="2871216" cy="576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닫힌 범위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OP-C02-01~06 PASS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0" y="4160520"/>
            <a:ext cx="3017520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5152" y="4215384"/>
            <a:ext cx="2871216" cy="576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상속 기준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Datasheet READ 40 MHz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4160520"/>
            <a:ext cx="3017520" cy="6858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15384"/>
            <a:ext cx="2871216" cy="576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항목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full_int packing / output CDC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5715000"/>
            <a:ext cx="107899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No-Go 조건: 다음 Cluster가 실제 echo_receiver full_int end-to-end 연결을 C02 closure 필수조건으로 요구하는 경우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Cluster2 Pipeline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shot 소유권 -&gt; expected 확정 -&gt; GPX drain -&gt; raw/downstream stream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325880"/>
            <a:ext cx="1508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4632" y="1380744"/>
            <a:ext cx="1362456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laser_ctrl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fire count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194560" y="1325880"/>
            <a:ext cx="1508760" cy="621792"/>
          </a:xfrm>
          <a:prstGeom prst="roundRect">
            <a:avLst>
              <a:gd name="adj" fmla="val 5882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67712" y="1380744"/>
            <a:ext cx="1362456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face_seq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shot count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977640" y="1325880"/>
            <a:ext cx="1691640" cy="621792"/>
          </a:xfrm>
          <a:prstGeom prst="roundRect">
            <a:avLst>
              <a:gd name="adj" fmla="val 5882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50792" y="1380744"/>
            <a:ext cx="1545336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stop_cfg_decode</a:t>
            </a:r>
            <a:endParaRPr lang="en-US" sz="920" dirty="0"/>
          </a:p>
          <a:p>
            <a:pPr marL="0" indent="0" algn="ctr">
              <a:buNone/>
            </a:pPr>
            <a:r>
              <a:rPr lang="en-US" sz="92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fire match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5989320" y="1325880"/>
            <a:ext cx="1554480" cy="621792"/>
          </a:xfrm>
          <a:prstGeom prst="roundRect">
            <a:avLst>
              <a:gd name="adj" fmla="val 58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62472" y="1380744"/>
            <a:ext cx="1408176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expected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CDC tuple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863840" y="1325880"/>
            <a:ext cx="1508760" cy="621792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36992" y="1380744"/>
            <a:ext cx="1362456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chip_run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latch/check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646920" y="1325880"/>
            <a:ext cx="1645920" cy="621792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20072" y="1380744"/>
            <a:ext cx="1499616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chip_ctrl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response skid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920240" y="1636776"/>
            <a:ext cx="274320" cy="0"/>
          </a:xfrm>
          <a:prstGeom prst="line">
            <a:avLst/>
          </a:prstGeom>
          <a:noFill/>
          <a:ln w="15240">
            <a:solidFill>
              <a:srgbClr val="17203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703320" y="1636776"/>
            <a:ext cx="274320" cy="0"/>
          </a:xfrm>
          <a:prstGeom prst="line">
            <a:avLst/>
          </a:prstGeom>
          <a:noFill/>
          <a:ln w="15240">
            <a:solidFill>
              <a:srgbClr val="17203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669280" y="1636776"/>
            <a:ext cx="320040" cy="0"/>
          </a:xfrm>
          <a:prstGeom prst="line">
            <a:avLst/>
          </a:prstGeom>
          <a:noFill/>
          <a:ln w="15240">
            <a:solidFill>
              <a:srgbClr val="17203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43800" y="1636776"/>
            <a:ext cx="320040" cy="0"/>
          </a:xfrm>
          <a:prstGeom prst="line">
            <a:avLst/>
          </a:prstGeom>
          <a:noFill/>
          <a:ln w="15240">
            <a:solidFill>
              <a:srgbClr val="17203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372600" y="1636776"/>
            <a:ext cx="274320" cy="0"/>
          </a:xfrm>
          <a:prstGeom prst="line">
            <a:avLst/>
          </a:prstGeom>
          <a:noFill/>
          <a:ln w="15240">
            <a:solidFill>
              <a:srgbClr val="17203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77240" y="2880360"/>
            <a:ext cx="1965960" cy="6858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2935224"/>
            <a:ext cx="1819656" cy="576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Datasheet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timing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2880360"/>
            <a:ext cx="1965960" cy="6858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10712" y="2935224"/>
            <a:ext cx="1819656" cy="576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bus_phy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RDN/D[27:0]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97880" y="2880360"/>
            <a:ext cx="1965960" cy="685800"/>
          </a:xfrm>
          <a:prstGeom prst="roundRect">
            <a:avLst>
              <a:gd name="adj" fmla="val 5333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71032" y="2935224"/>
            <a:ext cx="1819656" cy="576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raw_cdc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SYNC or ASYNC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458200" y="2880360"/>
            <a:ext cx="1965960" cy="685800"/>
          </a:xfrm>
          <a:prstGeom prst="roundRect">
            <a:avLst>
              <a:gd name="adj" fmla="val 5333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31352" y="2935224"/>
            <a:ext cx="1819656" cy="576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decode/cell/output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tuser verified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2743200" y="3218688"/>
            <a:ext cx="59436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303520" y="3218688"/>
            <a:ext cx="594360" cy="0"/>
          </a:xfrm>
          <a:prstGeom prst="line">
            <a:avLst/>
          </a:prstGeom>
          <a:noFill/>
          <a:ln w="1524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863840" y="3218688"/>
            <a:ext cx="594360" cy="0"/>
          </a:xfrm>
          <a:prstGeom prst="line">
            <a:avLst/>
          </a:prstGeom>
          <a:noFill/>
          <a:ln w="15240">
            <a:solidFill>
              <a:srgbClr val="7C3AED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0469880" y="1965960"/>
            <a:ext cx="0" cy="91440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731520" y="4709160"/>
            <a:ext cx="107899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경계: expected tuple은 AXIS clock에서 TDC clock으로 atomic CDC되고, raw data는 TDC clock에서 AXI-Stream clock으로 CDC된다.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상태머신 관계도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C02는 face_seq, stop_cfg_decode, chip_run, chip_ctrl가 역할을 나누어 닫는다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2011680" cy="594360"/>
          </a:xfrm>
          <a:prstGeom prst="roundRect">
            <a:avLst>
              <a:gd name="adj" fmla="val 615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80744"/>
            <a:ext cx="1865376" cy="4846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shot_start_gated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current_fire_count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08960" y="1325880"/>
            <a:ext cx="1920240" cy="594360"/>
          </a:xfrm>
          <a:prstGeom prst="roundRect">
            <a:avLst>
              <a:gd name="adj" fmla="val 615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82112" y="1380744"/>
            <a:ext cx="1773936" cy="4846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ST_CAPTURE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window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0" y="1325880"/>
            <a:ext cx="2011680" cy="594360"/>
          </a:xfrm>
          <a:prstGeom prst="roundRect">
            <a:avLst>
              <a:gd name="adj" fmla="val 6154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59552" y="1380744"/>
            <a:ext cx="1865376" cy="4846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expected final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fire-count match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01000" y="1325880"/>
            <a:ext cx="1920240" cy="594360"/>
          </a:xfrm>
          <a:prstGeom prst="roundRect">
            <a:avLst>
              <a:gd name="adj" fmla="val 615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74152" y="1380744"/>
            <a:ext cx="1773936" cy="4846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IrFlag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I-Mode single end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149840" y="1325880"/>
            <a:ext cx="1417320" cy="594360"/>
          </a:xfrm>
          <a:prstGeom prst="roundRect">
            <a:avLst>
              <a:gd name="adj" fmla="val 615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22992" y="1380744"/>
            <a:ext cx="1271016" cy="4846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LATCH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651760" y="1627632"/>
            <a:ext cx="457200" cy="0"/>
          </a:xfrm>
          <a:prstGeom prst="line">
            <a:avLst/>
          </a:prstGeom>
          <a:noFill/>
          <a:ln w="15240">
            <a:solidFill>
              <a:srgbClr val="17203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29200" y="1627632"/>
            <a:ext cx="457200" cy="0"/>
          </a:xfrm>
          <a:prstGeom prst="line">
            <a:avLst/>
          </a:prstGeom>
          <a:noFill/>
          <a:ln w="15240">
            <a:solidFill>
              <a:srgbClr val="17203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98080" y="1627632"/>
            <a:ext cx="502920" cy="0"/>
          </a:xfrm>
          <a:prstGeom prst="line">
            <a:avLst/>
          </a:prstGeom>
          <a:noFill/>
          <a:ln w="15240">
            <a:solidFill>
              <a:srgbClr val="17203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921240" y="1627632"/>
            <a:ext cx="228600" cy="0"/>
          </a:xfrm>
          <a:prstGeom prst="line">
            <a:avLst/>
          </a:prstGeom>
          <a:noFill/>
          <a:ln w="15240">
            <a:solidFill>
              <a:srgbClr val="17203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4400" y="2880360"/>
            <a:ext cx="1645920" cy="530352"/>
          </a:xfrm>
          <a:prstGeom prst="roundRect">
            <a:avLst>
              <a:gd name="adj" fmla="val 6897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2935224"/>
            <a:ext cx="1499616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DRAIN_CHECK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971800" y="2331720"/>
            <a:ext cx="1508760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4952" y="2386584"/>
            <a:ext cx="1362456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EF1 READ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971800" y="3429000"/>
            <a:ext cx="1508760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44952" y="3483864"/>
            <a:ext cx="1362456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EF2 READ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983480" y="2880360"/>
            <a:ext cx="1645920" cy="530352"/>
          </a:xfrm>
          <a:prstGeom prst="roundRect">
            <a:avLst>
              <a:gd name="adj" fmla="val 6897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56632" y="2935224"/>
            <a:ext cx="1499616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SETTLE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086600" y="2880360"/>
            <a:ext cx="1645920" cy="530352"/>
          </a:xfrm>
          <a:prstGeom prst="roundRect">
            <a:avLst>
              <a:gd name="adj" fmla="val 6897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59752" y="2935224"/>
            <a:ext cx="1499616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DONE CTRL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189720" y="2880360"/>
            <a:ext cx="1645920" cy="530352"/>
          </a:xfrm>
          <a:prstGeom prst="roundRect">
            <a:avLst>
              <a:gd name="adj" fmla="val 6897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62872" y="2935224"/>
            <a:ext cx="1499616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ALU / RECOVERY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560320" y="3145536"/>
            <a:ext cx="411480" cy="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560320" y="3145536"/>
            <a:ext cx="411480" cy="54864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480560" y="2596896"/>
            <a:ext cx="502920" cy="54864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480560" y="3694176"/>
            <a:ext cx="502920" cy="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629400" y="3145536"/>
            <a:ext cx="0" cy="0"/>
          </a:xfrm>
          <a:prstGeom prst="line">
            <a:avLst/>
          </a:prstGeom>
          <a:noFill/>
          <a:ln w="1524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3145536"/>
            <a:ext cx="4526280" cy="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732520" y="3145536"/>
            <a:ext cx="457200" cy="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777240" y="4937760"/>
            <a:ext cx="106070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ST_DRAIN_LATCH는 expected tuple을 snapshot한다. ST_DRAIN_SETTLE은 expected wait가 아니라 READ 후 EF/status settle guard이다.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Timing Diagram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Datasheet READ timing과 expected-count drain timing을 분리해서 판단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70432"/>
            <a:ext cx="20116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 READ @200 MHz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1600200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655064"/>
            <a:ext cx="81381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tick0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ADR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161288" y="2139696"/>
            <a:ext cx="0" cy="402336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57400" y="1600200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30552" y="1655064"/>
            <a:ext cx="81381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tick1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RDN↓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532888" y="2139696"/>
            <a:ext cx="0" cy="402336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600200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02152" y="1655064"/>
            <a:ext cx="81381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tick2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904488" y="2139696"/>
            <a:ext cx="0" cy="402336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1600200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73752" y="1655064"/>
            <a:ext cx="81381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tick3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sample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276088" y="2139696"/>
            <a:ext cx="0" cy="402336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1600200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45352" y="1655064"/>
            <a:ext cx="81381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tick4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RDN↑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647688" y="2139696"/>
            <a:ext cx="0" cy="402336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543800" y="1600200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16952" y="1655064"/>
            <a:ext cx="81381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tick5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rsp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019288" y="2139696"/>
            <a:ext cx="0" cy="402336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2888" y="2331720"/>
            <a:ext cx="411480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57400" y="2578608"/>
            <a:ext cx="51206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RDN low width = 15 ns, capture delay = 15 ns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161288" y="2816352"/>
            <a:ext cx="685800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48840" y="2999232"/>
            <a:ext cx="52120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Burst READ II = 25 ns = 40 MHz max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2920" y="3886200"/>
            <a:ext cx="25603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Expected-count Drain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1520" y="4315968"/>
            <a:ext cx="1508760" cy="475488"/>
          </a:xfrm>
          <a:prstGeom prst="roundRect">
            <a:avLst>
              <a:gd name="adj" fmla="val 7692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672" y="4370832"/>
            <a:ext cx="136245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shot_start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651760" y="4315968"/>
            <a:ext cx="150876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24912" y="4370832"/>
            <a:ext cx="136245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stop_evt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running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0" y="4315968"/>
            <a:ext cx="1508760" cy="475488"/>
          </a:xfrm>
          <a:prstGeom prst="roundRect">
            <a:avLst>
              <a:gd name="adj" fmla="val 769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5152" y="4370832"/>
            <a:ext cx="136245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fire final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match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492240" y="4315968"/>
            <a:ext cx="1508760" cy="475488"/>
          </a:xfrm>
          <a:prstGeom prst="roundRect">
            <a:avLst>
              <a:gd name="adj" fmla="val 7692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65392" y="4370832"/>
            <a:ext cx="136245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IrFlag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8412480" y="4315968"/>
            <a:ext cx="1508760" cy="475488"/>
          </a:xfrm>
          <a:prstGeom prst="roundRect">
            <a:avLst>
              <a:gd name="adj" fmla="val 7692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85632" y="4370832"/>
            <a:ext cx="136245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LATCH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10332720" y="4315968"/>
            <a:ext cx="1143000" cy="475488"/>
          </a:xfrm>
          <a:prstGeom prst="roundRect">
            <a:avLst>
              <a:gd name="adj" fmla="val 7692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05872" y="4370832"/>
            <a:ext cx="99669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N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2240280" y="4553712"/>
            <a:ext cx="411480" cy="0"/>
          </a:xfrm>
          <a:prstGeom prst="line">
            <a:avLst/>
          </a:prstGeom>
          <a:noFill/>
          <a:ln w="15240">
            <a:solidFill>
              <a:srgbClr val="172033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4160520" y="4553712"/>
            <a:ext cx="411480" cy="0"/>
          </a:xfrm>
          <a:prstGeom prst="line">
            <a:avLst/>
          </a:prstGeom>
          <a:noFill/>
          <a:ln w="15240">
            <a:solidFill>
              <a:srgbClr val="172033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080760" y="4553712"/>
            <a:ext cx="411480" cy="0"/>
          </a:xfrm>
          <a:prstGeom prst="line">
            <a:avLst/>
          </a:prstGeom>
          <a:noFill/>
          <a:ln w="15240">
            <a:solidFill>
              <a:srgbClr val="17203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8001000" y="4553712"/>
            <a:ext cx="411480" cy="0"/>
          </a:xfrm>
          <a:prstGeom prst="line">
            <a:avLst/>
          </a:prstGeom>
          <a:noFill/>
          <a:ln w="15240">
            <a:solidFill>
              <a:srgbClr val="172033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9921240" y="4553712"/>
            <a:ext cx="411480" cy="0"/>
          </a:xfrm>
          <a:prstGeom prst="line">
            <a:avLst/>
          </a:prstGeom>
          <a:noFill/>
          <a:ln w="15240">
            <a:solidFill>
              <a:srgbClr val="172033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822960" y="5440680"/>
            <a:ext cx="1051560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검증: physical=expected+1 조건에서도 read=expected, leftover=1 -&gt; EF fallback이 아니라 count-known drain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Latency / Throughput / II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측정값은 bus-level과 stream-level을 분리해서 해석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344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9304"/>
            <a:ext cx="18653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</a:t>
            </a:r>
            <a:endParaRPr lang="en-US" sz="870" dirty="0"/>
          </a:p>
        </p:txBody>
      </p:sp>
      <p:sp>
        <p:nvSpPr>
          <p:cNvPr id="7" name="Shape 5"/>
          <p:cNvSpPr/>
          <p:nvPr/>
        </p:nvSpPr>
        <p:spPr>
          <a:xfrm>
            <a:off x="2697480" y="1234440"/>
            <a:ext cx="306324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0632" y="1289304"/>
            <a:ext cx="29169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측정/계약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5897880" y="1234440"/>
            <a:ext cx="278892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71032" y="1289304"/>
            <a:ext cx="26426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8823960" y="1234440"/>
            <a:ext cx="269748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97112" y="1289304"/>
            <a:ext cx="25511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</a:t>
            </a:r>
            <a:endParaRPr lang="en-US" sz="840" dirty="0"/>
          </a:p>
        </p:txBody>
      </p:sp>
      <p:sp>
        <p:nvSpPr>
          <p:cNvPr id="13" name="Shape 11"/>
          <p:cNvSpPr/>
          <p:nvPr/>
        </p:nvSpPr>
        <p:spPr>
          <a:xfrm>
            <a:off x="566928" y="16916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746504"/>
            <a:ext cx="18653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T0-&gt;T1a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2697480" y="1691640"/>
            <a:ext cx="30632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70632" y="1746504"/>
            <a:ext cx="29169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IrFlag -&gt; first raw valid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5897880" y="1691640"/>
            <a:ext cx="278892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71032" y="1746504"/>
            <a:ext cx="26426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clk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8823960" y="1691640"/>
            <a:ext cx="26974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97112" y="1746504"/>
            <a:ext cx="25511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first-valid latency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66928" y="21488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2203704"/>
            <a:ext cx="18653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T0-&gt;T1b</a:t>
            </a:r>
            <a:endParaRPr lang="en-US" sz="870" dirty="0"/>
          </a:p>
        </p:txBody>
      </p:sp>
      <p:sp>
        <p:nvSpPr>
          <p:cNvPr id="23" name="Shape 21"/>
          <p:cNvSpPr/>
          <p:nvPr/>
        </p:nvSpPr>
        <p:spPr>
          <a:xfrm>
            <a:off x="2697480" y="2148840"/>
            <a:ext cx="30632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70632" y="2203704"/>
            <a:ext cx="29169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IrFlag -&gt; first accepted</a:t>
            </a:r>
            <a:endParaRPr lang="en-US" sz="840" dirty="0"/>
          </a:p>
        </p:txBody>
      </p:sp>
      <p:sp>
        <p:nvSpPr>
          <p:cNvPr id="25" name="Shape 23"/>
          <p:cNvSpPr/>
          <p:nvPr/>
        </p:nvSpPr>
        <p:spPr>
          <a:xfrm>
            <a:off x="5897880" y="2148840"/>
            <a:ext cx="278892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71032" y="2203704"/>
            <a:ext cx="26426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 clk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8823960" y="2148840"/>
            <a:ext cx="26974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97112" y="2203704"/>
            <a:ext cx="25511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TB backpressure 포함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566928" y="26060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2660904"/>
            <a:ext cx="18653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T0-&gt;T7</a:t>
            </a:r>
            <a:endParaRPr lang="en-US" sz="870" dirty="0"/>
          </a:p>
        </p:txBody>
      </p:sp>
      <p:sp>
        <p:nvSpPr>
          <p:cNvPr id="31" name="Shape 29"/>
          <p:cNvSpPr/>
          <p:nvPr/>
        </p:nvSpPr>
        <p:spPr>
          <a:xfrm>
            <a:off x="2697480" y="2606040"/>
            <a:ext cx="30632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70632" y="2660904"/>
            <a:ext cx="29169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IrFlag -&gt; output done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5897880" y="2606040"/>
            <a:ext cx="278892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71032" y="2660904"/>
            <a:ext cx="26426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428 clk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8823960" y="2606040"/>
            <a:ext cx="26974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97112" y="2660904"/>
            <a:ext cx="25511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 data word drain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566928" y="30632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3118104"/>
            <a:ext cx="18653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 READ II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2697480" y="3063240"/>
            <a:ext cx="30632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0632" y="3118104"/>
            <a:ext cx="29169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ticks*div*Tclk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5897880" y="3063240"/>
            <a:ext cx="278892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71032" y="3118104"/>
            <a:ext cx="26426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ns</a:t>
            </a:r>
            <a:endParaRPr lang="en-US" sz="840" dirty="0"/>
          </a:p>
        </p:txBody>
      </p:sp>
      <p:sp>
        <p:nvSpPr>
          <p:cNvPr id="43" name="Shape 41"/>
          <p:cNvSpPr/>
          <p:nvPr/>
        </p:nvSpPr>
        <p:spPr>
          <a:xfrm>
            <a:off x="8823960" y="3063240"/>
            <a:ext cx="26974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97112" y="3118104"/>
            <a:ext cx="25511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Datasheet 40 MHz 만족</a:t>
            </a:r>
            <a:endParaRPr lang="en-US" sz="840" dirty="0"/>
          </a:p>
        </p:txBody>
      </p:sp>
      <p:sp>
        <p:nvSpPr>
          <p:cNvPr id="45" name="Shape 43"/>
          <p:cNvSpPr/>
          <p:nvPr/>
        </p:nvSpPr>
        <p:spPr>
          <a:xfrm>
            <a:off x="566928" y="35204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3575304"/>
            <a:ext cx="18653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II</a:t>
            </a:r>
            <a:endParaRPr lang="en-US" sz="870" dirty="0"/>
          </a:p>
        </p:txBody>
      </p:sp>
      <p:sp>
        <p:nvSpPr>
          <p:cNvPr id="47" name="Shape 45"/>
          <p:cNvSpPr/>
          <p:nvPr/>
        </p:nvSpPr>
        <p:spPr>
          <a:xfrm>
            <a:off x="2697480" y="3520440"/>
            <a:ext cx="30632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70632" y="3575304"/>
            <a:ext cx="29169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accepted interval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5897880" y="3520440"/>
            <a:ext cx="278892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71032" y="3575304"/>
            <a:ext cx="26426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1..15 clk</a:t>
            </a:r>
            <a:endParaRPr lang="en-US" sz="840" dirty="0"/>
          </a:p>
        </p:txBody>
      </p:sp>
      <p:sp>
        <p:nvSpPr>
          <p:cNvPr id="51" name="Shape 49"/>
          <p:cNvSpPr/>
          <p:nvPr/>
        </p:nvSpPr>
        <p:spPr>
          <a:xfrm>
            <a:off x="8823960" y="3520440"/>
            <a:ext cx="26974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897112" y="3575304"/>
            <a:ext cx="25511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FIFO/skid 방출 포함</a:t>
            </a:r>
            <a:endParaRPr lang="en-US" sz="840" dirty="0"/>
          </a:p>
        </p:txBody>
      </p:sp>
      <p:sp>
        <p:nvSpPr>
          <p:cNvPr id="53" name="Shape 51"/>
          <p:cNvSpPr/>
          <p:nvPr/>
        </p:nvSpPr>
        <p:spPr>
          <a:xfrm>
            <a:off x="566928" y="39776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0080" y="4032504"/>
            <a:ext cx="18653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Throughput</a:t>
            </a:r>
            <a:endParaRPr lang="en-US" sz="870" dirty="0"/>
          </a:p>
        </p:txBody>
      </p:sp>
      <p:sp>
        <p:nvSpPr>
          <p:cNvPr id="55" name="Shape 53"/>
          <p:cNvSpPr/>
          <p:nvPr/>
        </p:nvSpPr>
        <p:spPr>
          <a:xfrm>
            <a:off x="2697480" y="3977640"/>
            <a:ext cx="30632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70632" y="4032504"/>
            <a:ext cx="29169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 word / 428 clk</a:t>
            </a:r>
            <a:endParaRPr lang="en-US" sz="840" dirty="0"/>
          </a:p>
        </p:txBody>
      </p:sp>
      <p:sp>
        <p:nvSpPr>
          <p:cNvPr id="57" name="Shape 55"/>
          <p:cNvSpPr/>
          <p:nvPr/>
        </p:nvSpPr>
        <p:spPr>
          <a:xfrm>
            <a:off x="5897880" y="3977640"/>
            <a:ext cx="278892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71032" y="4032504"/>
            <a:ext cx="26426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26.2 Mword/s</a:t>
            </a:r>
            <a:endParaRPr lang="en-US" sz="840" dirty="0"/>
          </a:p>
        </p:txBody>
      </p:sp>
      <p:sp>
        <p:nvSpPr>
          <p:cNvPr id="59" name="Shape 57"/>
          <p:cNvSpPr/>
          <p:nvPr/>
        </p:nvSpPr>
        <p:spPr>
          <a:xfrm>
            <a:off x="8823960" y="3977640"/>
            <a:ext cx="26974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97112" y="4032504"/>
            <a:ext cx="25511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overhead 포함</a:t>
            </a:r>
            <a:endParaRPr lang="en-US" sz="840" dirty="0"/>
          </a:p>
        </p:txBody>
      </p:sp>
      <p:sp>
        <p:nvSpPr>
          <p:cNvPr id="61" name="Shape 59"/>
          <p:cNvSpPr/>
          <p:nvPr/>
        </p:nvSpPr>
        <p:spPr>
          <a:xfrm>
            <a:off x="777240" y="4892040"/>
            <a:ext cx="3063240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50392" y="4946904"/>
            <a:ext cx="2916936" cy="576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first_valid=16clk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first_accept=40clk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4572000" y="4892040"/>
            <a:ext cx="3063240" cy="685800"/>
          </a:xfrm>
          <a:prstGeom prst="roundRect">
            <a:avLst>
              <a:gd name="adj" fmla="val 5333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45152" y="4946904"/>
            <a:ext cx="2916936" cy="576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II_min=1clk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II_max=15clk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66760" y="4892040"/>
            <a:ext cx="3063240" cy="685800"/>
          </a:xfrm>
          <a:prstGeom prst="roundRect">
            <a:avLst>
              <a:gd name="adj" fmla="val 5333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439912" y="4946904"/>
            <a:ext cx="2916936" cy="576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run_complete=427clk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output_done=428clk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완성도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OP-C02-01~06은 PASS evidence로 닫힘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34440"/>
            <a:ext cx="1508760" cy="411480"/>
          </a:xfrm>
          <a:prstGeom prst="roundRect">
            <a:avLst>
              <a:gd name="adj" fmla="val 8889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289304"/>
            <a:ext cx="136245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OP-C02-01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331720" y="1234440"/>
            <a:ext cx="516636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04872" y="1289304"/>
            <a:ext cx="502005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forced empty/tuser negative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26680" y="1234440"/>
            <a:ext cx="1417320" cy="411480"/>
          </a:xfrm>
          <a:prstGeom prst="roundRect">
            <a:avLst>
              <a:gd name="adj" fmla="val 8889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99832" y="1289304"/>
            <a:ext cx="12710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1801368"/>
            <a:ext cx="1508760" cy="411480"/>
          </a:xfrm>
          <a:prstGeom prst="roundRect">
            <a:avLst>
              <a:gd name="adj" fmla="val 8889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1856232"/>
            <a:ext cx="136245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OP-C02-02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31720" y="1801368"/>
            <a:ext cx="516636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04872" y="1856232"/>
            <a:ext cx="502005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PH_RESP_DRAIN stuck/fatal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26680" y="1801368"/>
            <a:ext cx="1417320" cy="411480"/>
          </a:xfrm>
          <a:prstGeom prst="roundRect">
            <a:avLst>
              <a:gd name="adj" fmla="val 8889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9832" y="1856232"/>
            <a:ext cx="12710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5800" y="2368296"/>
            <a:ext cx="1508760" cy="411480"/>
          </a:xfrm>
          <a:prstGeom prst="roundRect">
            <a:avLst>
              <a:gd name="adj" fmla="val 8889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2423160"/>
            <a:ext cx="136245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OP-C02-03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331720" y="2368296"/>
            <a:ext cx="516636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04872" y="2423160"/>
            <a:ext cx="502005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expected CDC/top integration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726680" y="2368296"/>
            <a:ext cx="1417320" cy="411480"/>
          </a:xfrm>
          <a:prstGeom prst="roundRect">
            <a:avLst>
              <a:gd name="adj" fmla="val 8889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99832" y="2423160"/>
            <a:ext cx="12710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85800" y="2935224"/>
            <a:ext cx="1508760" cy="411480"/>
          </a:xfrm>
          <a:prstGeom prst="roundRect">
            <a:avLst>
              <a:gd name="adj" fmla="val 8889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8952" y="2990088"/>
            <a:ext cx="136245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OP-C02-04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331720" y="2935224"/>
            <a:ext cx="516636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04872" y="2990088"/>
            <a:ext cx="502005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downstream tuser boundary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26680" y="2935224"/>
            <a:ext cx="1417320" cy="411480"/>
          </a:xfrm>
          <a:prstGeom prst="roundRect">
            <a:avLst>
              <a:gd name="adj" fmla="val 8889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99832" y="2990088"/>
            <a:ext cx="12710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5800" y="3502152"/>
            <a:ext cx="1508760" cy="411480"/>
          </a:xfrm>
          <a:prstGeom prst="roundRect">
            <a:avLst>
              <a:gd name="adj" fmla="val 8889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8952" y="3557016"/>
            <a:ext cx="136245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OP-C02-05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331720" y="3502152"/>
            <a:ext cx="516636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04872" y="3557016"/>
            <a:ext cx="502005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timing legality matrix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726680" y="3502152"/>
            <a:ext cx="1417320" cy="411480"/>
          </a:xfrm>
          <a:prstGeom prst="roundRect">
            <a:avLst>
              <a:gd name="adj" fmla="val 8889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99832" y="3557016"/>
            <a:ext cx="12710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800" y="4069080"/>
            <a:ext cx="1508760" cy="411480"/>
          </a:xfrm>
          <a:prstGeom prst="roundRect">
            <a:avLst>
              <a:gd name="adj" fmla="val 8889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8952" y="4123944"/>
            <a:ext cx="136245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OP-C02-06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331720" y="4069080"/>
            <a:ext cx="516636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04872" y="4123944"/>
            <a:ext cx="502005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stale-ready boundary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726680" y="4069080"/>
            <a:ext cx="1417320" cy="411480"/>
          </a:xfrm>
          <a:prstGeom prst="roundRect">
            <a:avLst>
              <a:gd name="adj" fmla="val 8889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99832" y="4123944"/>
            <a:ext cx="12710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555480" y="1234440"/>
            <a:ext cx="1783080" cy="777240"/>
          </a:xfrm>
          <a:prstGeom prst="roundRect">
            <a:avLst>
              <a:gd name="adj" fmla="val 4706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28632" y="1289304"/>
            <a:ext cx="1636776" cy="6675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68 pass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fail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9555480" y="2331720"/>
            <a:ext cx="1783080" cy="777240"/>
          </a:xfrm>
          <a:prstGeom prst="roundRect">
            <a:avLst>
              <a:gd name="adj" fmla="val 4706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628632" y="2386584"/>
            <a:ext cx="1636776" cy="6675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read=2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leftover=1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9555480" y="3429000"/>
            <a:ext cx="1783080" cy="777240"/>
          </a:xfrm>
          <a:prstGeom prst="roundRect">
            <a:avLst>
              <a:gd name="adj" fmla="val 4706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28632" y="3483864"/>
            <a:ext cx="1636776" cy="6675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blocked accepts=6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 kept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22960" y="5349240"/>
            <a:ext cx="106070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로그 위치: Readiness Review v001 section 9.2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Cluster 인계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 판정과 함께 넘겨야 할 계약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3291840" cy="804672"/>
          </a:xfrm>
          <a:prstGeom prst="roundRect">
            <a:avLst>
              <a:gd name="adj" fmla="val 4545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89304"/>
            <a:ext cx="3145536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받아야 할 계약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I-Mode single / 28-bit / 200 MHz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34840" y="1234440"/>
            <a:ext cx="3291840" cy="804672"/>
          </a:xfrm>
          <a:prstGeom prst="roundRect">
            <a:avLst>
              <a:gd name="adj" fmla="val 4545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07992" y="1289304"/>
            <a:ext cx="3145536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count-known drain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fire-count final expected tuple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1234440"/>
            <a:ext cx="3291840" cy="804672"/>
          </a:xfrm>
          <a:prstGeom prst="roundRect">
            <a:avLst>
              <a:gd name="adj" fmla="val 454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02752" y="1289304"/>
            <a:ext cx="3145536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검토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CDC / echo packing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98064"/>
            <a:ext cx="18653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2697480" y="2743200"/>
            <a:ext cx="306324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70632" y="2798064"/>
            <a:ext cx="29169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처리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5897880" y="2743200"/>
            <a:ext cx="278892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71032" y="2798064"/>
            <a:ext cx="26426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판정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8823960" y="2743200"/>
            <a:ext cx="269748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97112" y="2798064"/>
            <a:ext cx="25511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566928" y="320040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255264"/>
            <a:ext cx="18653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CDC</a:t>
            </a:r>
            <a:endParaRPr lang="en-US" sz="870" dirty="0"/>
          </a:p>
        </p:txBody>
      </p:sp>
      <p:sp>
        <p:nvSpPr>
          <p:cNvPr id="21" name="Shape 19"/>
          <p:cNvSpPr/>
          <p:nvPr/>
        </p:nvSpPr>
        <p:spPr>
          <a:xfrm>
            <a:off x="2697480" y="3200400"/>
            <a:ext cx="30632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70632" y="3255264"/>
            <a:ext cx="29169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C03/C04 구조 판단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5897880" y="3200400"/>
            <a:ext cx="278892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71032" y="3255264"/>
            <a:ext cx="26426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840" dirty="0"/>
          </a:p>
        </p:txBody>
      </p:sp>
      <p:sp>
        <p:nvSpPr>
          <p:cNvPr id="25" name="Shape 23"/>
          <p:cNvSpPr/>
          <p:nvPr/>
        </p:nvSpPr>
        <p:spPr>
          <a:xfrm>
            <a:off x="8823960" y="3200400"/>
            <a:ext cx="26974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97112" y="3255264"/>
            <a:ext cx="25511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raw_cdc는 검증됨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566928" y="365760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3712464"/>
            <a:ext cx="18653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echo_receiver</a:t>
            </a:r>
            <a:endParaRPr lang="en-US" sz="870" dirty="0"/>
          </a:p>
        </p:txBody>
      </p:sp>
      <p:sp>
        <p:nvSpPr>
          <p:cNvPr id="29" name="Shape 27"/>
          <p:cNvSpPr/>
          <p:nvPr/>
        </p:nvSpPr>
        <p:spPr>
          <a:xfrm>
            <a:off x="2697480" y="3657600"/>
            <a:ext cx="30632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70632" y="3712464"/>
            <a:ext cx="29169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full_int packing 정합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5897880" y="3657600"/>
            <a:ext cx="278892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71032" y="3712464"/>
            <a:ext cx="26426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8823960" y="3657600"/>
            <a:ext cx="26974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97112" y="3712464"/>
            <a:ext cx="25511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top/config path는 PASS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566928" y="411480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169664"/>
            <a:ext cx="18653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OEN</a:t>
            </a:r>
            <a:endParaRPr lang="en-US" sz="870" dirty="0"/>
          </a:p>
        </p:txBody>
      </p:sp>
      <p:sp>
        <p:nvSpPr>
          <p:cNvPr id="37" name="Shape 35"/>
          <p:cNvSpPr/>
          <p:nvPr/>
        </p:nvSpPr>
        <p:spPr>
          <a:xfrm>
            <a:off x="2697480" y="4114800"/>
            <a:ext cx="30632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0632" y="4169664"/>
            <a:ext cx="29169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연결/High 고정 검토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5897880" y="4114800"/>
            <a:ext cx="278892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71032" y="4169664"/>
            <a:ext cx="26426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8823960" y="4114800"/>
            <a:ext cx="26974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897112" y="4169664"/>
            <a:ext cx="25511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 fixed 금지</a:t>
            </a:r>
            <a:endParaRPr lang="en-US" sz="840" dirty="0"/>
          </a:p>
        </p:txBody>
      </p:sp>
      <p:sp>
        <p:nvSpPr>
          <p:cNvPr id="43" name="Shape 41"/>
          <p:cNvSpPr/>
          <p:nvPr/>
        </p:nvSpPr>
        <p:spPr>
          <a:xfrm>
            <a:off x="566928" y="457200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626864"/>
            <a:ext cx="18653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16-bit bus</a:t>
            </a:r>
            <a:endParaRPr lang="en-US" sz="870" dirty="0"/>
          </a:p>
        </p:txBody>
      </p:sp>
      <p:sp>
        <p:nvSpPr>
          <p:cNvPr id="45" name="Shape 43"/>
          <p:cNvSpPr/>
          <p:nvPr/>
        </p:nvSpPr>
        <p:spPr>
          <a:xfrm>
            <a:off x="2697480" y="4572000"/>
            <a:ext cx="30632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770632" y="4626864"/>
            <a:ext cx="29169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28-bit close 이후</a:t>
            </a:r>
            <a:endParaRPr lang="en-US" sz="840" dirty="0"/>
          </a:p>
        </p:txBody>
      </p:sp>
      <p:sp>
        <p:nvSpPr>
          <p:cNvPr id="47" name="Shape 45"/>
          <p:cNvSpPr/>
          <p:nvPr/>
        </p:nvSpPr>
        <p:spPr>
          <a:xfrm>
            <a:off x="5897880" y="4572000"/>
            <a:ext cx="278892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71032" y="4626864"/>
            <a:ext cx="26426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Excluded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8823960" y="4572000"/>
            <a:ext cx="26974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97112" y="4626864"/>
            <a:ext cx="255117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unsupported</a:t>
            </a:r>
            <a:endParaRPr lang="en-US" sz="840" dirty="0"/>
          </a:p>
        </p:txBody>
      </p:sp>
      <p:sp>
        <p:nvSpPr>
          <p:cNvPr id="51" name="Text 49"/>
          <p:cNvSpPr/>
          <p:nvPr/>
        </p:nvSpPr>
        <p:spPr>
          <a:xfrm>
            <a:off x="777240" y="5715000"/>
            <a:ext cx="106984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C02 내부 closure 기준으로는 다음 Cluster 진입 가능. 단, 통합 항목은 명시적으로 인계해야 한다.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695</Words>
  <Application>Microsoft Office PowerPoint</Application>
  <PresentationFormat>와이드스크린</PresentationFormat>
  <Paragraphs>182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C02 Cluster2 Readiness Review v001</dc:title>
  <dc:subject>C02 Cluster2 readiness review</dc:subject>
  <dc:creator>Codex</dc:creator>
  <cp:lastModifiedBy>하늘 정</cp:lastModifiedBy>
  <cp:revision>2</cp:revision>
  <dcterms:created xsi:type="dcterms:W3CDTF">2026-04-30T14:40:29Z</dcterms:created>
  <dcterms:modified xsi:type="dcterms:W3CDTF">2026-04-30T14:43:21Z</dcterms:modified>
</cp:coreProperties>
</file>