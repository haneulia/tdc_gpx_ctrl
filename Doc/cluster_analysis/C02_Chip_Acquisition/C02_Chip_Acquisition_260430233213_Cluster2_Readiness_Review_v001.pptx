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종합 판정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2026-04-30 23:32 KST | 절대 기준: Doc/TDC-GPX-Datasheet.pdf | 상세 근거: Readiness Review v001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246120" cy="109728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72184"/>
            <a:ext cx="309981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GO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내부는 닫힘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3246120" cy="109728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472184"/>
            <a:ext cx="309981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/ 200 MHz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75320" y="1417320"/>
            <a:ext cx="3246120" cy="109728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8472" y="1472184"/>
            <a:ext cx="309981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계약 유지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107899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C02는 expected-count final 계약으로 GPX IFIFO를 empty-read 없이 drain하고, timing legality / CDC / tuser / stale-ready 검증을 통과했다.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16052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215384"/>
            <a:ext cx="28712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범위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OP-C02-01~06 PASS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416052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4215384"/>
            <a:ext cx="28712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상속 기준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READ 40 MHz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4160520"/>
            <a:ext cx="3017520" cy="68580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4215384"/>
            <a:ext cx="28712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항목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full_int packing / output CDC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No-Go 조건: 다음 Cluster가 실제 echo_receiver full_int end-to-end 연결을 C02 closure 필수조건으로 요구하는 경우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Cluster2 Pipeline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소유권 -&gt; expected 확정 -&gt; GPX drain -&gt; raw/downstream stream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80744"/>
            <a:ext cx="136245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laser_ctrl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count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94560" y="132588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380744"/>
            <a:ext cx="136245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count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1325880"/>
            <a:ext cx="1691640" cy="621792"/>
          </a:xfrm>
          <a:prstGeom prst="roundRect">
            <a:avLst>
              <a:gd name="adj" fmla="val 588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1380744"/>
            <a:ext cx="154533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stop_cfg_decode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match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989320" y="1325880"/>
            <a:ext cx="1554480" cy="621792"/>
          </a:xfrm>
          <a:prstGeom prst="roundRect">
            <a:avLst>
              <a:gd name="adj" fmla="val 588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380744"/>
            <a:ext cx="140817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tuple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863840" y="1325880"/>
            <a:ext cx="1508760" cy="621792"/>
          </a:xfrm>
          <a:prstGeom prst="roundRect">
            <a:avLst>
              <a:gd name="adj" fmla="val 588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1380744"/>
            <a:ext cx="136245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latch/check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646920" y="1325880"/>
            <a:ext cx="1645920" cy="621792"/>
          </a:xfrm>
          <a:prstGeom prst="roundRect">
            <a:avLst>
              <a:gd name="adj" fmla="val 588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1380744"/>
            <a:ext cx="149961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 skid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20240" y="1636776"/>
            <a:ext cx="27432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03320" y="1636776"/>
            <a:ext cx="27432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69280" y="1636776"/>
            <a:ext cx="32004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43800" y="1636776"/>
            <a:ext cx="32004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72600" y="1636776"/>
            <a:ext cx="27432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7240" y="2880360"/>
            <a:ext cx="196596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2935224"/>
            <a:ext cx="18196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timing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880360"/>
            <a:ext cx="1965960" cy="6858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935224"/>
            <a:ext cx="18196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RDN/D[27:0]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880360"/>
            <a:ext cx="1965960" cy="6858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71032" y="2935224"/>
            <a:ext cx="18196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raw_cdc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SYNC or ASYNC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58200" y="2880360"/>
            <a:ext cx="1965960" cy="685800"/>
          </a:xfrm>
          <a:prstGeom prst="roundRect">
            <a:avLst>
              <a:gd name="adj" fmla="val 5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31352" y="2935224"/>
            <a:ext cx="18196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decode/cell/output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tuser verified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743200" y="3218688"/>
            <a:ext cx="59436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03520" y="3218688"/>
            <a:ext cx="594360" cy="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863840" y="3218688"/>
            <a:ext cx="59436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469880" y="1965960"/>
            <a:ext cx="-6126480" cy="91440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31520" y="4709160"/>
            <a:ext cx="10789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경계: expected tuple은 AXIS clock에서 TDC clock으로 atomic CDC되고, raw data는 TDC clock에서 AXI-Stream clock으로 CDC된다.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상태머신 관계도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C02는 face_seq, stop_cfg_decode, chip_run, chip_ctrl가 역할을 나누어 닫는다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80744"/>
            <a:ext cx="18653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shot_start_gated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current_fire_count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132588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380744"/>
            <a:ext cx="17739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ST_CAPTURE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range window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325880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1380744"/>
            <a:ext cx="186537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fire-count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132588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380744"/>
            <a:ext cx="177393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149840" y="1325880"/>
            <a:ext cx="1417320" cy="594360"/>
          </a:xfrm>
          <a:prstGeom prst="roundRect">
            <a:avLst>
              <a:gd name="adj" fmla="val 615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22992" y="1380744"/>
            <a:ext cx="1271016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LATCH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1627632"/>
            <a:ext cx="45720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627632"/>
            <a:ext cx="45720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0" y="1627632"/>
            <a:ext cx="50292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21240" y="1627632"/>
            <a:ext cx="22860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14400" y="2880360"/>
            <a:ext cx="1645920" cy="530352"/>
          </a:xfrm>
          <a:prstGeom prst="roundRect">
            <a:avLst>
              <a:gd name="adj" fmla="val 689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935224"/>
            <a:ext cx="14996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DRAIN_CHECK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71800" y="2331720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44952" y="2386584"/>
            <a:ext cx="13624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EF1 READ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3429000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3483864"/>
            <a:ext cx="136245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EF2 READ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880360"/>
            <a:ext cx="1645920" cy="530352"/>
          </a:xfrm>
          <a:prstGeom prst="roundRect">
            <a:avLst>
              <a:gd name="adj" fmla="val 6897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2935224"/>
            <a:ext cx="14996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86600" y="2880360"/>
            <a:ext cx="1645920" cy="530352"/>
          </a:xfrm>
          <a:prstGeom prst="roundRect">
            <a:avLst>
              <a:gd name="adj" fmla="val 689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2935224"/>
            <a:ext cx="14996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DONE CTRL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89720" y="2880360"/>
            <a:ext cx="1645920" cy="530352"/>
          </a:xfrm>
          <a:prstGeom prst="roundRect">
            <a:avLst>
              <a:gd name="adj" fmla="val 689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872" y="2935224"/>
            <a:ext cx="1499616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ALU / RECOVERY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3145536"/>
            <a:ext cx="411480" cy="-54864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560320" y="3145536"/>
            <a:ext cx="411480" cy="54864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480560" y="2596896"/>
            <a:ext cx="502920" cy="54864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480560" y="3694176"/>
            <a:ext cx="502920" cy="-54864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29400" y="3145536"/>
            <a:ext cx="-571500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560320" y="3145536"/>
            <a:ext cx="452628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32520" y="3145536"/>
            <a:ext cx="457200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77240" y="4937760"/>
            <a:ext cx="10607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ST_DRAIN_LATCH는 expected tuple을 snapshot한다. ST_DRAIN_SETTLE은 expected wait가 아니라 READ 후 EF/status settle guard이다.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Diagram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READ timing과 expected-count drain timing을 분리해서 판단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70432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READ @200 MHz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1612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RDN↓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328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tick2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9044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760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RDN↑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476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1600200"/>
            <a:ext cx="9601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6952" y="1655064"/>
            <a:ext cx="813816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rsp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19288" y="2139696"/>
            <a:ext cx="0" cy="40233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2888" y="2331720"/>
            <a:ext cx="411480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578608"/>
            <a:ext cx="5120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RDN low width = 15 ns, capture delay = 15 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61288" y="2816352"/>
            <a:ext cx="68580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999232"/>
            <a:ext cx="5212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Burst READ II = 25 ns = 40 MHz max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886200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Expected-count Drain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315968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370832"/>
            <a:ext cx="13624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651760" y="4315968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4370832"/>
            <a:ext cx="13624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running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4315968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4370832"/>
            <a:ext cx="13624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 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4315968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4370832"/>
            <a:ext cx="13624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412480" y="4315968"/>
            <a:ext cx="1508760" cy="475488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4370832"/>
            <a:ext cx="136245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LATCH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10332720" y="431596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05872" y="4370832"/>
            <a:ext cx="996696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N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2240280" y="4553712"/>
            <a:ext cx="41148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160520" y="4553712"/>
            <a:ext cx="41148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80760" y="4553712"/>
            <a:ext cx="41148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01000" y="4553712"/>
            <a:ext cx="41148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921240" y="4553712"/>
            <a:ext cx="411480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22960" y="5440680"/>
            <a:ext cx="10515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검증: physical=expected+1 조건에서도 read=expected, leftover=1 -&gt; EF fallback이 아니라 count-known drain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II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측정값은 bus-level과 stream-level을 분리해서 해석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34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93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0632" y="12893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측정/계약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5897880" y="12344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1032" y="12893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8823960" y="12344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7112" y="12893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66928" y="1691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7465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T0-&gt;T1a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697480" y="16916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17465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-&gt; first raw valid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5897880" y="16916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032" y="17465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clk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8823960" y="16916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97112" y="17465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first-valid latency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66928" y="21488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2037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T0-&gt;T1b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697480" y="21488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0632" y="22037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-&gt; first accepted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897880" y="21488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71032" y="22037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clk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823960" y="21488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97112" y="22037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backpressure 포함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66928" y="26060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6609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T0-&gt;T7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697480" y="26060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0632" y="26609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 -&gt; output done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5897880" y="26060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1032" y="26609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428 clk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823960" y="26060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7112" y="26609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data word drain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566928" y="30632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1181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 READ II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2697480" y="30632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0632" y="31181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ticks*div*Tclk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897880" y="30632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71032" y="31181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ns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8823960" y="30632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97112" y="31181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 40 MHz 만족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566928" y="35204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5753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II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2697480" y="35204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70632" y="35753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accepted interval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5897880" y="35204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71032" y="35753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1..15 clk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8823960" y="35204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97112" y="35753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FIFO/skid 방출 포함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566928" y="397764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03250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2697480" y="397764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70632" y="403250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word / 428 clk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5897880" y="397764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71032" y="403250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26.2 Mword/s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823960" y="397764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97112" y="403250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overhead 포함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777240" y="4892040"/>
            <a:ext cx="3063240" cy="6858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" y="4946904"/>
            <a:ext cx="29169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first_valid=16clk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first_accept=40clk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0" y="4892040"/>
            <a:ext cx="3063240" cy="685800"/>
          </a:xfrm>
          <a:prstGeom prst="roundRect">
            <a:avLst>
              <a:gd name="adj" fmla="val 5333"/>
            </a:avLst>
          </a:prstGeom>
          <a:solidFill>
            <a:srgbClr val="CFFA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45152" y="4946904"/>
            <a:ext cx="29169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II_min=1clk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II_max=15clk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66760" y="4892040"/>
            <a:ext cx="3063240" cy="6858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9912" y="4946904"/>
            <a:ext cx="29169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run_complete=427clk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output_done=428clk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완성도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OP-C02-01~06은 PASS evidence로 닫힘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9304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1234440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04872" y="1289304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forced empty/tuser negative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26680" y="123444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99832" y="1289304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801368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1856232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31720" y="1801368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856232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 stuck/fatal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26680" y="1801368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99832" y="1856232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2368296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423160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2368296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2423160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CDC/top integration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26680" y="2368296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2423160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2935224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2990088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31720" y="2935224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4872" y="2990088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downstream tuser boundary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26680" y="2935224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99832" y="2990088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502152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557016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OP-C02-05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331720" y="3502152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4872" y="3557016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legality matrix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26680" y="3502152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9832" y="3557016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4069080"/>
            <a:ext cx="1508760" cy="411480"/>
          </a:xfrm>
          <a:prstGeom prst="roundRect">
            <a:avLst>
              <a:gd name="adj" fmla="val 888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123944"/>
            <a:ext cx="13624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OP-C02-06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31720" y="4069080"/>
            <a:ext cx="51663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04872" y="4123944"/>
            <a:ext cx="502005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stale-ready boundary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26680" y="4069080"/>
            <a:ext cx="1417320" cy="411480"/>
          </a:xfrm>
          <a:prstGeom prst="roundRect">
            <a:avLst>
              <a:gd name="adj" fmla="val 8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99832" y="4123944"/>
            <a:ext cx="1271016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555480" y="1234440"/>
            <a:ext cx="178308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28632" y="1289304"/>
            <a:ext cx="163677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fail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555480" y="2331720"/>
            <a:ext cx="178308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28632" y="2386584"/>
            <a:ext cx="163677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read=2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leftover=1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555480" y="3429000"/>
            <a:ext cx="1783080" cy="77724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28632" y="3483864"/>
            <a:ext cx="163677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blocked accepts=6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 kept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로그 위치: Readiness Review v001 section 9.2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Cluster 인계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02336" y="658368"/>
            <a:ext cx="11155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 판정과 함께 넘겨야 할 계약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1143000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3291840" cy="804672"/>
          </a:xfrm>
          <a:prstGeom prst="roundRect">
            <a:avLst>
              <a:gd name="adj" fmla="val 4545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89304"/>
            <a:ext cx="3145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받아야 할 계약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single / 28-bit / 200 MHz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291840" cy="804672"/>
          </a:xfrm>
          <a:prstGeom prst="roundRect">
            <a:avLst>
              <a:gd name="adj" fmla="val 454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289304"/>
            <a:ext cx="3145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count-known drain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fire-count final expected tuple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234440"/>
            <a:ext cx="3291840" cy="804672"/>
          </a:xfrm>
          <a:prstGeom prst="roundRect">
            <a:avLst>
              <a:gd name="adj" fmla="val 454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02752" y="1289304"/>
            <a:ext cx="3145536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검토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CDC / echo packing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7432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9806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2697480" y="274320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279806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처리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5897880" y="274320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279806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판정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823960" y="274320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97112" y="279806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66928" y="32004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5526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CDC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2697480" y="320040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325526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C03/C04 구조 판단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5897880" y="320040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325526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823960" y="320040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7112" y="325526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raw_cdc는 검증됨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66928" y="36576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1246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echo_receiver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2697480" y="365760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70632" y="371246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full_int packing 정합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5897880" y="365760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371246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823960" y="365760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97112" y="371246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top/config path는 PASS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66928" y="41148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16966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OEN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2697480" y="411480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0632" y="416966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연결/High 고정 검토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897880" y="411480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71032" y="416966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8823960" y="411480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97112" y="416966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 fixed 금지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566928" y="45720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26864"/>
            <a:ext cx="18653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bus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2697480" y="4572000"/>
            <a:ext cx="306324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70632" y="4626864"/>
            <a:ext cx="291693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28-bit close 이후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5897880" y="4572000"/>
            <a:ext cx="278892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1032" y="4626864"/>
            <a:ext cx="264261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Excluded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8823960" y="4572000"/>
            <a:ext cx="2697480" cy="3931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97112" y="4626864"/>
            <a:ext cx="2551176" cy="2834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unsupported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777240" y="5715000"/>
            <a:ext cx="106984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C02 내부 closure 기준으로는 다음 Cluster 진입 가능. 단, 통합 항목은 명시적으로 인계해야 한다.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Cluster2 Readiness Review v001</dc:title>
  <dc:subject>C02 Cluster2 readiness review</dc:subject>
  <dc:creator>Codex</dc:creator>
  <cp:lastModifiedBy>Codex</cp:lastModifiedBy>
  <cp:revision>1</cp:revision>
  <dcterms:created xsi:type="dcterms:W3CDTF">2026-04-30T14:40:29Z</dcterms:created>
  <dcterms:modified xsi:type="dcterms:W3CDTF">2026-04-30T14:40:29Z</dcterms:modified>
</cp:coreProperties>
</file>