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50292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C01-C06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80467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Chain</a:t>
            </a:r>
            <a:endParaRPr lang="en-US" sz="3100" dirty="0"/>
          </a:p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Integrity Review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13232" y="2487168"/>
            <a:ext cx="105156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탑 쌓기 리뷰를 최신 C06 v006 hardening 기준으로 보정하고, C07에서 닫아야 할 P0/P1 chain 작업으로 전개합니다.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3767328"/>
            <a:ext cx="2240280" cy="822960"/>
          </a:xfrm>
          <a:prstGeom prst="roundRect">
            <a:avLst>
              <a:gd name="adj" fmla="val 4444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3822192"/>
            <a:ext cx="20939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내부 blocker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3767328"/>
            <a:ext cx="2240280" cy="822960"/>
          </a:xfrm>
          <a:prstGeom prst="roundRect">
            <a:avLst>
              <a:gd name="adj" fmla="val 4444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3822192"/>
            <a:ext cx="20939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release chain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3767328"/>
            <a:ext cx="2240280" cy="822960"/>
          </a:xfrm>
          <a:prstGeom prst="roundRect">
            <a:avLst>
              <a:gd name="adj" fmla="val 4444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3822192"/>
            <a:ext cx="20939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system closure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98280" y="3767328"/>
            <a:ext cx="2240280" cy="822960"/>
          </a:xfrm>
          <a:prstGeom prst="roundRect">
            <a:avLst>
              <a:gd name="adj" fmla="val 4444"/>
            </a:avLst>
          </a:prstGeom>
          <a:solidFill>
            <a:srgbClr val="4C1D95"/>
          </a:solidFill>
          <a:ln w="11430">
            <a:solidFill>
              <a:srgbClr val="C4B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71432" y="3822192"/>
            <a:ext cx="20939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기준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2026-05-14 15:15:07 KST | 기준: Doc/TDC-GPX-Datasheet.pdf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v006 기준 재판정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관련 stale 위험은 제거하고, 구조적으로 남은 chain 위험만 C07로 승격합니다.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34440"/>
            <a:ext cx="2011680" cy="42976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252728"/>
            <a:ext cx="19202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578608" y="1234440"/>
            <a:ext cx="5669280" cy="42976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4328" y="1252728"/>
            <a:ext cx="55778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v006 기준 판단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247888" y="1234440"/>
            <a:ext cx="2743200" cy="42976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93608" y="1252728"/>
            <a:ext cx="26517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66928" y="1664208"/>
            <a:ext cx="20116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682496"/>
            <a:ext cx="19202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폭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78608" y="1664208"/>
            <a:ext cx="5669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1682496"/>
            <a:ext cx="55778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force/soft PASS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247888" y="1664208"/>
            <a:ext cx="27432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682496"/>
            <a:ext cx="26517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닫힘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66928" y="2093976"/>
            <a:ext cx="20116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112264"/>
            <a:ext cx="19202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stall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578608" y="2093976"/>
            <a:ext cx="5669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2112264"/>
            <a:ext cx="55778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beat/tlast PASS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8247888" y="2093976"/>
            <a:ext cx="27432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112264"/>
            <a:ext cx="26517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stall은 C07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66928" y="2523744"/>
            <a:ext cx="20116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2542032"/>
            <a:ext cx="19202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Lane stall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78608" y="2523744"/>
            <a:ext cx="5669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24328" y="2542032"/>
            <a:ext cx="55778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rise-only/fall-only PASS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247888" y="2523744"/>
            <a:ext cx="27432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2542032"/>
            <a:ext cx="26517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내부 matrix는 P1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66928" y="2953512"/>
            <a:ext cx="20116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2971800"/>
            <a:ext cx="19202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positive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578608" y="2953512"/>
            <a:ext cx="5669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328" y="2971800"/>
            <a:ext cx="55778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source/dest/effect/output marker 도입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247888" y="2953512"/>
            <a:ext cx="27432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93608" y="2971800"/>
            <a:ext cx="26517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C01-C04 audit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66928" y="3383280"/>
            <a:ext cx="20116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" y="3401568"/>
            <a:ext cx="19202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CDC 전체 재설계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578608" y="3383280"/>
            <a:ext cx="5669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24328" y="3401568"/>
            <a:ext cx="55778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stall만으로는 전체 closure 아님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247888" y="3383280"/>
            <a:ext cx="27432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93608" y="3401568"/>
            <a:ext cx="26517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P0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66928" y="3813048"/>
            <a:ext cx="20116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" y="3831336"/>
            <a:ext cx="19202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reserve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578608" y="3813048"/>
            <a:ext cx="566928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24328" y="3831336"/>
            <a:ext cx="557784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RTL/xsim 측정값 아님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247888" y="3813048"/>
            <a:ext cx="2743200" cy="42976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93608" y="3831336"/>
            <a:ext cx="2651760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P0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C06 Result v006, C06 Handoff v002, C02 Readiness Review v001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 Map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형식적 handoff는 연결되어 있으나, output CDC/ready risk는 C07에서 명시적으로 닫아야 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1325880" cy="841248"/>
          </a:xfrm>
          <a:prstGeom prst="roundRect">
            <a:avLst>
              <a:gd name="adj" fmla="val 434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83664"/>
            <a:ext cx="11795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 Read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39112" y="2249424"/>
            <a:ext cx="40233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1828800"/>
            <a:ext cx="1325880" cy="841248"/>
          </a:xfrm>
          <a:prstGeom prst="roundRect">
            <a:avLst>
              <a:gd name="adj" fmla="val 4348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883664"/>
            <a:ext cx="11795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Acquisition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67912" y="2249424"/>
            <a:ext cx="40233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1828800"/>
            <a:ext cx="1325880" cy="841248"/>
          </a:xfrm>
          <a:prstGeom prst="roundRect">
            <a:avLst>
              <a:gd name="adj" fmla="val 4348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883664"/>
            <a:ext cx="11795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Pipe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96712" y="2249424"/>
            <a:ext cx="40233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72200" y="1828800"/>
            <a:ext cx="1325880" cy="841248"/>
          </a:xfrm>
          <a:prstGeom prst="roundRect">
            <a:avLst>
              <a:gd name="adj" fmla="val 4348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883664"/>
            <a:ext cx="11795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25512" y="2249424"/>
            <a:ext cx="40233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1828800"/>
            <a:ext cx="1325880" cy="841248"/>
          </a:xfrm>
          <a:prstGeom prst="roundRect">
            <a:avLst>
              <a:gd name="adj" fmla="val 4348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1883664"/>
            <a:ext cx="11795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54312" y="2249424"/>
            <a:ext cx="40233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29800" y="1828800"/>
            <a:ext cx="1325880" cy="841248"/>
          </a:xfrm>
          <a:prstGeom prst="roundRect">
            <a:avLst>
              <a:gd name="adj" fmla="val 4348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2952" y="1883664"/>
            <a:ext cx="117957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00200" y="1481328"/>
            <a:ext cx="9144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contracts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00400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contracts</a:t>
            </a:r>
            <a:endParaRPr lang="en-US" sz="710" dirty="0"/>
          </a:p>
          <a:p>
            <a:pPr algn="ctr"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CDC handoff</a:t>
            </a:r>
            <a:endParaRPr lang="en-US" sz="710" dirty="0"/>
          </a:p>
        </p:txBody>
      </p:sp>
      <p:sp>
        <p:nvSpPr>
          <p:cNvPr id="24" name="Text 22"/>
          <p:cNvSpPr/>
          <p:nvPr/>
        </p:nvSpPr>
        <p:spPr>
          <a:xfrm>
            <a:off x="5303520" y="1371600"/>
            <a:ext cx="914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</a:t>
            </a:r>
            <a:endParaRPr lang="en-US" sz="710" dirty="0"/>
          </a:p>
          <a:p>
            <a:pPr algn="ctr"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7059168" y="1371600"/>
            <a:ext cx="10058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ready-high</a:t>
            </a:r>
            <a:endParaRPr lang="en-US" sz="710" dirty="0"/>
          </a:p>
          <a:p>
            <a:pPr algn="ctr"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assumption</a:t>
            </a:r>
            <a:endParaRPr lang="en-US" sz="710" dirty="0"/>
          </a:p>
        </p:txBody>
      </p:sp>
      <p:sp>
        <p:nvSpPr>
          <p:cNvPr id="26" name="Text 24"/>
          <p:cNvSpPr/>
          <p:nvPr/>
        </p:nvSpPr>
        <p:spPr>
          <a:xfrm>
            <a:off x="8869680" y="1371600"/>
            <a:ext cx="9144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hardened</a:t>
            </a:r>
            <a:endParaRPr lang="en-US" sz="710" dirty="0"/>
          </a:p>
          <a:p>
            <a:pPr algn="ctr" indent="0" marL="0">
              <a:buNone/>
            </a:pPr>
            <a:r>
              <a:rPr lang="en-US" sz="7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</a:t>
            </a:r>
            <a:endParaRPr lang="en-US" sz="710" dirty="0"/>
          </a:p>
        </p:txBody>
      </p:sp>
      <p:sp>
        <p:nvSpPr>
          <p:cNvPr id="27" name="Shape 25"/>
          <p:cNvSpPr/>
          <p:nvPr/>
        </p:nvSpPr>
        <p:spPr>
          <a:xfrm>
            <a:off x="1143000" y="4114800"/>
            <a:ext cx="9875520" cy="9144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152" y="4169664"/>
            <a:ext cx="97292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C02: output stream CDC 전체 재설계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C03: direct matrix 부족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C04: ready/header pending 직접 증거 부족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C06: reserve/system stall은 C07 조건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의미: C06 v006은 강화되었지만 C02 handoff의 architecture closure까지 대체하지는 않습니다.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Layer별 강도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기초는 단단하지만 위쪽 layer에서 직접 검증 깊이가 얕아진 지점이 있습니다.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128016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44168"/>
            <a:ext cx="1188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</a:t>
            </a:r>
            <a:endParaRPr lang="en-US" sz="780" dirty="0"/>
          </a:p>
        </p:txBody>
      </p:sp>
      <p:sp>
        <p:nvSpPr>
          <p:cNvPr id="7" name="Shape 5"/>
          <p:cNvSpPr/>
          <p:nvPr/>
        </p:nvSpPr>
        <p:spPr>
          <a:xfrm>
            <a:off x="1965960" y="1325880"/>
            <a:ext cx="320040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344168"/>
            <a:ext cx="3108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판단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5166360" y="1325880"/>
            <a:ext cx="5852160" cy="512064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344168"/>
            <a:ext cx="5760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위험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685800" y="1837944"/>
            <a:ext cx="1280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56232"/>
            <a:ext cx="1188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C01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965960" y="1837944"/>
            <a:ext cx="320040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856232"/>
            <a:ext cx="3108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Strong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166360" y="1837944"/>
            <a:ext cx="5852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856232"/>
            <a:ext cx="5760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marker audit 권고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85800" y="2350008"/>
            <a:ext cx="1280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368296"/>
            <a:ext cx="1188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965960" y="2350008"/>
            <a:ext cx="320040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368296"/>
            <a:ext cx="3108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Strong with handoff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166360" y="2350008"/>
            <a:ext cx="5852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368296"/>
            <a:ext cx="5760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CDC 전체 재설계 후속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85800" y="2862072"/>
            <a:ext cx="1280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880360"/>
            <a:ext cx="1188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1965960" y="2862072"/>
            <a:ext cx="320040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880360"/>
            <a:ext cx="3108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 direct evidence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166360" y="2862072"/>
            <a:ext cx="5852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880360"/>
            <a:ext cx="5760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dual-buffer, IFIFO2, drop/quarantine matrix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85800" y="3374136"/>
            <a:ext cx="1280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392424"/>
            <a:ext cx="1188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1965960" y="3374136"/>
            <a:ext cx="320040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3392424"/>
            <a:ext cx="3108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direct evidence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5166360" y="3374136"/>
            <a:ext cx="5852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392424"/>
            <a:ext cx="5760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path, header pending timing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85800" y="3886200"/>
            <a:ext cx="1280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904488"/>
            <a:ext cx="1188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1965960" y="3886200"/>
            <a:ext cx="320040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3904488"/>
            <a:ext cx="31089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Hardened conditional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5166360" y="3886200"/>
            <a:ext cx="5852160" cy="512064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3904488"/>
            <a:ext cx="57607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reserve, 장기 stall, architecture closure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기준: Datasheet, RTL/file evidence, xsim log, handoff lineage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CDC / Ready Risk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위험은 C02 handoff에서 시작되어 C06 ready-high finding으로 다시 노출된 같은 계열입니다.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28800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883664"/>
            <a:ext cx="12710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CDC closed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359152" y="2249424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828800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883664"/>
            <a:ext cx="12710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stream CDC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370832" y="2249424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1828800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883664"/>
            <a:ext cx="12710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C03/C04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width/sanitize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382512" y="2249424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1828800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1883664"/>
            <a:ext cx="12710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stall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394192" y="2249424"/>
            <a:ext cx="49377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61120" y="1828800"/>
            <a:ext cx="1417320" cy="841248"/>
          </a:xfrm>
          <a:prstGeom prst="roundRect">
            <a:avLst>
              <a:gd name="adj" fmla="val 4348"/>
            </a:avLst>
          </a:prstGeom>
          <a:solidFill>
            <a:srgbClr val="FEE2E2"/>
          </a:solidFill>
          <a:ln w="1143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4272" y="1883664"/>
            <a:ext cx="1271016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closure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14400" y="3977640"/>
            <a:ext cx="10332720" cy="9144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032504"/>
            <a:ext cx="10186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v006 bounded stall PASS는 중요하지만, '전체 CDC 재설계가 완료됐다'는 증거는 아닙니다.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C07에서 현재 구조 수락 / patch 필요 / contract exception 중 하나로 결론을 내려야 합니다.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C02 Readiness Review v001 section 319/337/379, C06 Analysis F-C06-A02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Positive 방지 기준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PASS는 source 한쪽 marker가 아니라 네 계층을 모두 봐야 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011680"/>
            <a:ext cx="1645920" cy="868680"/>
          </a:xfrm>
          <a:prstGeom prst="roundRect">
            <a:avLst>
              <a:gd name="adj" fmla="val 4211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2066544"/>
            <a:ext cx="14996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명령/입력 발생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24912" y="2450592"/>
            <a:ext cx="76809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66160" y="2011680"/>
            <a:ext cx="1645920" cy="868680"/>
          </a:xfrm>
          <a:prstGeom prst="roundRect">
            <a:avLst>
              <a:gd name="adj" fmla="val 4211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2066544"/>
            <a:ext cx="14996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clock domain 도착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39512" y="2450592"/>
            <a:ext cx="76809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2011680"/>
            <a:ext cx="1645920" cy="868680"/>
          </a:xfrm>
          <a:prstGeom prst="roundRect">
            <a:avLst>
              <a:gd name="adj" fmla="val 4211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3912" y="2066544"/>
            <a:ext cx="14996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FSM/data path 반응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54112" y="2450592"/>
            <a:ext cx="76809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2011680"/>
            <a:ext cx="1645920" cy="868680"/>
          </a:xfrm>
          <a:prstGeom prst="roundRect">
            <a:avLst>
              <a:gd name="adj" fmla="val 4211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2066544"/>
            <a:ext cx="149961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결과 보존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51560" y="3977640"/>
            <a:ext cx="2926080" cy="41148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995928"/>
            <a:ext cx="283464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소급 audit 대상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77640" y="3977640"/>
            <a:ext cx="6949440" cy="41148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3995928"/>
            <a:ext cx="68580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51560" y="4389120"/>
            <a:ext cx="29260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407408"/>
            <a:ext cx="283464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OP-C02-04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977640" y="4389120"/>
            <a:ext cx="6949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4407408"/>
            <a:ext cx="68580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tuser source/dest/effect/output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1560" y="4800600"/>
            <a:ext cx="29260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818888"/>
            <a:ext cx="283464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Hit[16] sanitize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977640" y="4800600"/>
            <a:ext cx="6949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4818888"/>
            <a:ext cx="68580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Hit[16] -&gt; sanitize effect -&gt; final stream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51560" y="5212080"/>
            <a:ext cx="292608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230368"/>
            <a:ext cx="283464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width beat/tlast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977640" y="5212080"/>
            <a:ext cx="69494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5230368"/>
            <a:ext cx="68580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header/face source -&gt; final AXIS output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v006 recovery 검증은 이 marker 기준을 이미 적용했습니다.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Action Plan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위험은 C07 System Integration / Chain Hardening 계획으로 넘깁니다.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07008"/>
            <a:ext cx="82296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25296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1325880" y="1207008"/>
            <a:ext cx="118872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225296"/>
            <a:ext cx="10972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2514600" y="1207008"/>
            <a:ext cx="374904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225296"/>
            <a:ext cx="36576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</a:t>
            </a:r>
            <a:endParaRPr lang="en-US" sz="660" dirty="0"/>
          </a:p>
        </p:txBody>
      </p:sp>
      <p:sp>
        <p:nvSpPr>
          <p:cNvPr id="11" name="Shape 9"/>
          <p:cNvSpPr/>
          <p:nvPr/>
        </p:nvSpPr>
        <p:spPr>
          <a:xfrm>
            <a:off x="6263640" y="1207008"/>
            <a:ext cx="4937760" cy="39319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225296"/>
            <a:ext cx="48463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기준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502920" y="1600200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618488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1325880" y="1600200"/>
            <a:ext cx="11887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1618488"/>
            <a:ext cx="10972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CHAIN-01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2514600" y="1600200"/>
            <a:ext cx="3749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618488"/>
            <a:ext cx="36576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stream CDC closure</a:t>
            </a:r>
            <a:endParaRPr lang="en-US" sz="660" dirty="0"/>
          </a:p>
        </p:txBody>
      </p:sp>
      <p:sp>
        <p:nvSpPr>
          <p:cNvPr id="19" name="Shape 17"/>
          <p:cNvSpPr/>
          <p:nvPr/>
        </p:nvSpPr>
        <p:spPr>
          <a:xfrm>
            <a:off x="6263640" y="1600200"/>
            <a:ext cx="49377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618488"/>
            <a:ext cx="48463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구조 수락 또는 patch/exception 결정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502920" y="1993392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011680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1325880" y="1993392"/>
            <a:ext cx="11887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2011680"/>
            <a:ext cx="10972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CHAIN-02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2514600" y="1993392"/>
            <a:ext cx="3749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2011680"/>
            <a:ext cx="36576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C02-&gt;C06 stall stress TB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6263640" y="1993392"/>
            <a:ext cx="49377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011680"/>
            <a:ext cx="48463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source/dest/effect/output PASS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502920" y="2386584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404872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1325880" y="2386584"/>
            <a:ext cx="11887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2404872"/>
            <a:ext cx="10972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CHAIN-03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2514600" y="2386584"/>
            <a:ext cx="3749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2404872"/>
            <a:ext cx="36576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C02/C04 marker audit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6263640" y="2386584"/>
            <a:ext cx="49377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2404872"/>
            <a:ext cx="48463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positive 방지 표 작성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502920" y="2779776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2798064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1325880" y="2779776"/>
            <a:ext cx="11887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2798064"/>
            <a:ext cx="10972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CHAIN-04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2514600" y="2779776"/>
            <a:ext cx="3749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2798064"/>
            <a:ext cx="36576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us reserve 실측</a:t>
            </a:r>
            <a:endParaRPr lang="en-US" sz="660" dirty="0"/>
          </a:p>
        </p:txBody>
      </p:sp>
      <p:sp>
        <p:nvSpPr>
          <p:cNvPr id="43" name="Shape 41"/>
          <p:cNvSpPr/>
          <p:nvPr/>
        </p:nvSpPr>
        <p:spPr>
          <a:xfrm>
            <a:off x="6263640" y="2779776"/>
            <a:ext cx="49377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798064"/>
            <a:ext cx="48463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거리/margin 재산출</a:t>
            </a:r>
            <a:endParaRPr lang="en-US" sz="660" dirty="0"/>
          </a:p>
        </p:txBody>
      </p:sp>
      <p:sp>
        <p:nvSpPr>
          <p:cNvPr id="45" name="Shape 43"/>
          <p:cNvSpPr/>
          <p:nvPr/>
        </p:nvSpPr>
        <p:spPr>
          <a:xfrm>
            <a:off x="502920" y="3172968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3191256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660" dirty="0"/>
          </a:p>
        </p:txBody>
      </p:sp>
      <p:sp>
        <p:nvSpPr>
          <p:cNvPr id="47" name="Shape 45"/>
          <p:cNvSpPr/>
          <p:nvPr/>
        </p:nvSpPr>
        <p:spPr>
          <a:xfrm>
            <a:off x="1325880" y="3172968"/>
            <a:ext cx="11887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0" y="3191256"/>
            <a:ext cx="10972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CHAIN-05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2514600" y="3172968"/>
            <a:ext cx="3749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0" y="3191256"/>
            <a:ext cx="36576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direct matrix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6263640" y="3172968"/>
            <a:ext cx="49377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191256"/>
            <a:ext cx="48463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dual-buffer/IFIFO2/drop 검증</a:t>
            </a:r>
            <a:endParaRPr lang="en-US" sz="660" dirty="0"/>
          </a:p>
        </p:txBody>
      </p:sp>
      <p:sp>
        <p:nvSpPr>
          <p:cNvPr id="53" name="Shape 51"/>
          <p:cNvSpPr/>
          <p:nvPr/>
        </p:nvSpPr>
        <p:spPr>
          <a:xfrm>
            <a:off x="502920" y="3566160"/>
            <a:ext cx="8229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3584448"/>
            <a:ext cx="7315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</a:t>
            </a:r>
            <a:endParaRPr lang="en-US" sz="660" dirty="0"/>
          </a:p>
        </p:txBody>
      </p:sp>
      <p:sp>
        <p:nvSpPr>
          <p:cNvPr id="55" name="Shape 53"/>
          <p:cNvSpPr/>
          <p:nvPr/>
        </p:nvSpPr>
        <p:spPr>
          <a:xfrm>
            <a:off x="1325880" y="3566160"/>
            <a:ext cx="118872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71600" y="3584448"/>
            <a:ext cx="109728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CHAIN-06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2514600" y="3566160"/>
            <a:ext cx="37490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0" y="3584448"/>
            <a:ext cx="365760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ready/header TB</a:t>
            </a:r>
            <a:endParaRPr lang="en-US" sz="660" dirty="0"/>
          </a:p>
        </p:txBody>
      </p:sp>
      <p:sp>
        <p:nvSpPr>
          <p:cNvPr id="59" name="Shape 57"/>
          <p:cNvSpPr/>
          <p:nvPr/>
        </p:nvSpPr>
        <p:spPr>
          <a:xfrm>
            <a:off x="6263640" y="3566160"/>
            <a:ext cx="493776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3584448"/>
            <a:ext cx="4846320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pending/tlast/frame_done 검증</a:t>
            </a:r>
            <a:endParaRPr lang="en-US" sz="660" dirty="0"/>
          </a:p>
        </p:txBody>
      </p:sp>
      <p:sp>
        <p:nvSpPr>
          <p:cNvPr id="61" name="Text 59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계획: C07_System_Integration_260514151507_Plan_v001.md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C01-C06 Chain Integrity Review v001</dc:title>
  <dc:subject>C01-C06 Cluster Chain Integrity Review</dc:subject>
  <dc:creator>Codex</dc:creator>
  <cp:lastModifiedBy>Codex</cp:lastModifiedBy>
  <cp:revision>1</cp:revision>
  <dcterms:created xsi:type="dcterms:W3CDTF">2026-05-14T06:20:32Z</dcterms:created>
  <dcterms:modified xsi:type="dcterms:W3CDTF">2026-05-14T06:20:32Z</dcterms:modified>
</cp:coreProperties>
</file>