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/mnt/data/tdc_gpx_top.vhd lines 305-666
- /mnt/data/tdc_gpx_config_ctrl.vhd lines 378-632
- /mnt/data/tdc_gpx_chip_ctrl.vhd lines 160-506
- /mnt/data/tdc_gpx_output_stage.vhd lines 171-366
- /mnt/data/tdc_gpx_decode_pipe.vhd lines 87-149
- /mnt/data/tdc_gpx_cell_pipe.vhd lines 197-221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/mnt/data/tdc_gpx_top.vhd lines 305-666
- /mnt/data/tdc_gpx_config_ctrl.vhd lines 378-632
- /mnt/data/tdc_gpx_chip_ctrl.vhd lines 160-506
- /mnt/data/tdc_gpx_output_stage.vhd lines 171-366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/mnt/data/tdc_gpx_chip_ctrl.vhd lines 160-161
- /mnt/data/tdc_gpx_chip_ctrl.vhd lines 272-340
- /mnt/data/tdc_gpx_chip_ctrl.vhd lines 439-506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/mnt/data/tdc_gpx_chip_init.vhd lines 64-77
- /mnt/data/tdc_gpx_chip_init.vhd lines 121-218
- /mnt/data/tdc_gpx_chip_reg.vhd lines 50-57
- /mnt/data/tdc_gpx_chip_reg.vhd lines 91-120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/mnt/data/tdc_gpx_chip_run.vhd lines 229-253
- /mnt/data/tdc_gpx_chip_run.vhd lines 256-327
- /mnt/data/tdc_gpx_chip_run.vhd lines 329-553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/mnt/data/tdc_gpx_bus_phy.vhd lines 150-157
- /mnt/data/tdc_gpx_bus_phy.vhd lines 356-440
- /mnt/data/tdc_gpx_bus_phy.vhd lines 448-587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/mnt/data/tdc_gpx_err_handler.vhd lines 79-106
- /mnt/data/tdc_gpx_err_handler.vhd lines 157-288
- /mnt/data/tdc_gpx_skid_buffer.vhd lines 49-50
- /mnt/data/tdc_gpx_skid_buffer.vhd lines 84-108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/mnt/data/tdc_gpx_cell_builder.vhd lines 143-165
- /mnt/data/tdc_gpx_cell_builder.vhd lines 286-389
- /mnt/data/tdc_gpx_cell_builder.vhd lines 398-549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/mnt/data/tdc_gpx_face_assembler.vhd lines 170-178
- /mnt/data/tdc_gpx_face_assembler.vhd lines 421-650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/mnt/data/tdc_gpx_header_inserter.vhd lines 127-128
- /mnt/data/tdc_gpx_header_inserter.vhd lines 342-541
- /mnt/data/tdc_gpx_face_seq.vhd lines 99-100
- /mnt/data/tdc_gpx_face_seq.vhd lines 158-197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/mnt/data/tdc_gpx_chip_run.vhd lines 307-327
- /mnt/data/tdc_gpx_cell_builder.vhd lines 334-366
- /mnt/data/tdc_gpx_cell_builder.vhd lines 489-541
- /mnt/data/tdc_gpx_face_assembler.vhd lines 522-650
- /mnt/data/tdc_gpx_header_inserter.vhd lines 406-541
- /mnt/data/tdc_gpx_face_seq.vhd lines 158-197
- /mnt/data/tdc_gpx_err_handler.vhd lines 221-268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/mnt/data/tdc_gpx_config_ctrl.vhd
- /mnt/data/tdc_gpx_cmd_arb.vhd
- /mnt/data/tdc_gpx_csr_pipeline.vhd
- /mnt/data/tdc_gpx_csr_chip.vhd
- /mnt/data/tdc_gpx_stop_cfg_decode.vhd
- /mnt/data/tdc_gpx_decoder_i_mode.vhd
- /mnt/data/tdc_gpx_raw_event_builder.vhd
- /mnt/data/tdc_gpx_decode_pipe.vhd
- /mnt/data/tdc_gpx_cell_pipe.vhd
- /mnt/data/tdc_gpx_output_stage.vhd
- /mnt/data/tdc_gpx_status_agg.vhd
- /mnt/data/tdc_gpx_top.vhd
- /mnt/data/tdc_gpx_pkg.vhd
- /mnt/data/tdc_gpx_cfg_pkg.vhd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TDC-GPX RTL FSM Atlas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업로드된 VHDL 기준으로 명시적 FSM 상태도와 FSM 간 상관관계를 정리한 PPT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21945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651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944368"/>
            <a:ext cx="51206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계약 문서 제외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현재 코드에 선언된 explicit FSM 기준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• 상태 전이 + inter-FSM handoff를 한 번에 검토 가능하게 구성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086600" y="1325880"/>
            <a:ext cx="4206240" cy="44348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1691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포함 내용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33488" y="2057400"/>
            <a:ext cx="2651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11개 explicit FSM 모듈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1장 전체 관계도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1장 handoff map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1장 non-FSM inventory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33488" y="3429000"/>
            <a:ext cx="3154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657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핵심 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33488" y="3977640"/>
            <a:ext cx="34747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475569"/>
                </a:solidFill>
              </a:rPr>
              <a:t>chip_ctrl / chip_run / bus_phy / err_handler / cell_builder / face_assembler / header_inserter / face_seq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85800" y="5577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</a:rPr>
              <a:t>슬라이드 2와 10이 전체 연결 구조를 요약한다.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전체 구조에서 FSM이 걸리는 지점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 / data plane / feedback path를 한 장에 정리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20140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fsm_slides_work/diagram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940" y="1133856"/>
            <a:ext cx="4341360" cy="4636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5879592"/>
            <a:ext cx="10908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chip_ctrl, bus_phy, err_handler, face_seq, cell_builder, face_assembler, header_inserter가 핵심 FSM 축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chip_ctrl는 chip_init / chip_run / chip_reg 세 하위 FSM을 phase로 dispatch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err_handler는 config_ctrl를 통해 Reg11 read와 soft reset 경로를 잡음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plane은 chip_run -&gt; decode_pipe -&gt; cell_pipe -&gt; cell_builder -&gt; face_assembler -&gt; header_inserter 순으로 진행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chip_ctrl phase FSM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PH_INIT / PH_IDLE / PH_RUN / PH_REG / PH_CFG_WRITE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22376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225296"/>
            <a:ext cx="6894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chip_ctrl phase transitions</a:t>
            </a:r>
            <a:endParaRPr lang="en-US" sz="1400" dirty="0"/>
          </a:p>
        </p:txBody>
      </p:sp>
      <p:pic>
        <p:nvPicPr>
          <p:cNvPr id="7" name="Image 0" descr="/mnt/data/fsm_slides_work/diagrams/chip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79" y="1481328"/>
            <a:ext cx="6539081" cy="4041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632704"/>
            <a:ext cx="6931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reset은 어느 phase에서든 PH_INIT로 되돌림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001000" y="109728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165592" y="122529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하위 FSM과의 연결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1572768"/>
            <a:ext cx="315468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• PH_INIT, PH_CFG_WRITE -&gt; chip_init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• PH_RUN -&gt; chip_run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• PH_REG -&gt; chip_reg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우선순위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1) start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2) cfg_write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3) reg_read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4) reg_write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soft reset이 들어오면 sub-FSM reset 후 다음 클럭에 init 재시작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8229600" y="4434840"/>
            <a:ext cx="2926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599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핵심 의미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0" y="491947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475569"/>
                </a:solidFill>
              </a:rPr>
              <a:t>chip 하나당 “init / run / reg” 실행창을 하나씩만 허용하는 상위 phase coordinator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PH_IDLE만 외부 command를 수용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PH_CFG_WRITE도 chip_init FSM을 재사용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reset 경로는 normal completion보다 우선 적용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chip_init / chip_reg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초기화 시퀀서와 단건 register access wrapper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22529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chip_init</a:t>
            </a:r>
            <a:endParaRPr lang="en-US" sz="1400" dirty="0"/>
          </a:p>
        </p:txBody>
      </p:sp>
      <p:pic>
        <p:nvPicPr>
          <p:cNvPr id="7" name="Image 0" descr="/mnt/data/fsm_slides_work/diagrams/chip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2138" y="1481328"/>
            <a:ext cx="2568204" cy="4087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678424"/>
            <a:ext cx="7022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전원/stop disable/cfg write/master reset/recovery를 순차 수행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046720" y="1097280"/>
            <a:ext cx="3611880" cy="480060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11312" y="1225296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chip_reg</a:t>
            </a:r>
            <a:endParaRPr lang="en-US" sz="1400" dirty="0"/>
          </a:p>
        </p:txBody>
      </p:sp>
      <p:pic>
        <p:nvPicPr>
          <p:cNvPr id="11" name="Image 1" descr="/mnt/data/fsm_slides_work/diagrams/chip_r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3248289"/>
            <a:ext cx="3392424" cy="5534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93024" y="5678424"/>
            <a:ext cx="3319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단건 read/write 요청 후 rsp_valid에서 종료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chip_init은 init mode일 때만 master reset + recovery까지 수행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cfg write는 ST_CFG_WR_WAIT에서 마지막 응답 후 바로 ST_OFF로 종료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chip_reg는 두 상태뿐이지만 PH_REG에서 bus 응답 타이밍을 단순화하는 핵심 wrapper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chip_run FSM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 capture -&gt; IFIFO drain loop -&gt; ALU pulse / recovery -&gt; armed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29284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fsm_slides_work/diagrams/chip_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0213" y="1133856"/>
            <a:ext cx="6906815" cy="4636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5879592"/>
            <a:ext cx="11000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 loop, overrun path, deferred stop / overrun_deferred까지 포함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ST_CAPTURE에서 IrFlag가 오면 ST_DRAIN_LATCH -&gt; ST_DRAIN_CHECK로 진입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ST_DRAIN_CHECK &lt;-&gt; ST_DRAIN_* &lt;-&gt; ST_DRAIN_SETTLE가 실제 IFIFO drain 메인 루프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overrun은 즉시 ST_OVERRUN_FLUSH로 가거나 ALU 구간이면 overrun_deferred로 지연 처리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bus_phy FSM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/ write / turnaround를 tick 기반으로 제어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40664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225296"/>
            <a:ext cx="7077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bus_phy</a:t>
            </a:r>
            <a:endParaRPr lang="en-US" sz="1400" dirty="0"/>
          </a:p>
        </p:txBody>
      </p:sp>
      <p:pic>
        <p:nvPicPr>
          <p:cNvPr id="7" name="Image 0" descr="/mnt/data/fsm_slides_work/diagrams/bus_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73902"/>
            <a:ext cx="7187184" cy="33022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" y="5678424"/>
            <a:ext cx="7114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READ는 burst 시 self-loop 가능, WRITE는 final tick에서 즉시 ack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183880" y="1097280"/>
            <a:ext cx="3474720" cy="48006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48472" y="122529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읽을 때 볼 포인트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0" y="1572768"/>
            <a:ext cx="297180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0F172A"/>
                </a:solidFill>
              </a:rPr>
              <a:t>• ST_IDLE은 rsp pending / tvalid outstanding 동안 새 요청을 막음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F172A"/>
                </a:solidFill>
              </a:rPr>
              <a:t>• ST_TURNAROUND는 read&lt;-&gt;write 방향 전환 때만 삽입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0F172A"/>
                </a:solidFill>
              </a:rPr>
              <a:t>• ST_READ final tick은 rsp_pending, ST_WRITE final tick은 write ack를 만든다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8412480" y="4645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핵심 의미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4873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bus_phy는 실제 bus timing FSM이고, chip_ctrl는 phase dispatch만 담당한다.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burst는 ST_READ self-loop로 유지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 change는 항상 ST_TURNAROUND를 거쳐 timing invariant를 맞춤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acceptance와 response emission을 분리한 구조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err_handler / skid_buffer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FSM과 2-state utility FSM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3609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225296"/>
            <a:ext cx="7031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</a:t>
            </a:r>
            <a:endParaRPr lang="en-US" sz="1400" dirty="0"/>
          </a:p>
        </p:txBody>
      </p:sp>
      <p:pic>
        <p:nvPicPr>
          <p:cNvPr id="7" name="Image 0" descr="/mnt/data/fsm_slides_work/diagrams/err_hand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036" y="1481328"/>
            <a:ext cx="3495568" cy="4087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" y="5678424"/>
            <a:ext cx="7068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debounce -&gt; Reg11 read -&gt; soft reset -&gt; frame boundary resync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183880" y="109728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348472" y="122529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skid_buffer</a:t>
            </a:r>
            <a:endParaRPr lang="en-US" sz="1400" dirty="0"/>
          </a:p>
        </p:txBody>
      </p:sp>
      <p:pic>
        <p:nvPicPr>
          <p:cNvPr id="11" name="Image 1" descr="/mnt/data/fsm_slides_work/diagrams/skid_buff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1951519"/>
            <a:ext cx="3255264" cy="1089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0184" y="3621024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 / SKID 두 상태로 backpressure 흡수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183880" y="4023360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348472" y="415137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관계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394192" y="440740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475569"/>
                </a:solidFill>
              </a:rPr>
              <a:t>err_handler는 config_ctrl를 통해 reg read와 soft reset을 발행하고, skid_buffer는 data/control 경로 곳곳에서 단일-depth elastic stage로 재사용된다.</a:t>
            </a:r>
            <a:endParaRPr lang="en-US" sz="1440" dirty="0"/>
          </a:p>
        </p:txBody>
      </p:sp>
      <p:sp>
        <p:nvSpPr>
          <p:cNvPr id="16" name="Shape 12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err_handler의 retry loop는 ST_WAIT_RECOVERY -&gt; ST_RECOVERY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fatal timeout이면 ST_IDLE로 빠져 reg-access path를 release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skid_buffer는 decode/config/output 경로의 공통 micro-FSM 유틸리티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cell_builder: collect FSM + output FSM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모듈 안에 독립된 두 FSM이 있고 pending / swap 신호로 서로 결합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544068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225296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FSM</a:t>
            </a:r>
            <a:endParaRPr lang="en-US" sz="1400" dirty="0"/>
          </a:p>
        </p:txBody>
      </p:sp>
      <p:pic>
        <p:nvPicPr>
          <p:cNvPr id="7" name="Image 0" descr="/mnt/data/fsm_slides_work/diagrams/cell_builder_col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541644"/>
            <a:ext cx="5221224" cy="1921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" y="5632704"/>
            <a:ext cx="5148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shot_start 이후 ST_C_ACTIVE에 상주하며 raw event를 누적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1097280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36792" y="1225296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FSM</a:t>
            </a:r>
            <a:endParaRPr lang="en-US" sz="1400" dirty="0"/>
          </a:p>
        </p:txBody>
      </p:sp>
      <p:pic>
        <p:nvPicPr>
          <p:cNvPr id="11" name="Image 1" descr="/mnt/data/fsm_slides_work/diagrams/cell_builder_out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3127609"/>
            <a:ext cx="5266944" cy="7490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18504" y="5632704"/>
            <a:ext cx="519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stop3-&gt;4 경계에서 ST_O_WAIT_IFIFO2로 멈췄다가 final done으로 재개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FSM은 첫 shot_start 이후 reset 전까지 ST_C_IDLE로 돌아가지 않음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FSM은 queued next-shot request를 ST_O_IDLE에서 consume 가능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두 FSM의 핵심 연결점은 output_pending / output_full / deferred swap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face_assembler FSM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 순서를 고정해서 scan / resolve / forward를 반복하고 row를 닫는다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731520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17957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face_assembler</a:t>
            </a:r>
            <a:endParaRPr lang="en-US" sz="1400" dirty="0"/>
          </a:p>
        </p:txBody>
      </p:sp>
      <p:pic>
        <p:nvPicPr>
          <p:cNvPr id="7" name="Image 0" descr="/mnt/data/fsm_slides_work/diagrams/face_assemb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843485"/>
            <a:ext cx="7095744" cy="13630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724144"/>
            <a:ext cx="7022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generation, timeout, overrun abort까지 포함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8092440" y="1051560"/>
            <a:ext cx="3566160" cy="4892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17957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상태 의미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21040" y="1481328"/>
            <a:ext cx="2971800" cy="3931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0F172A"/>
                </a:solidFill>
              </a:rPr>
              <a:t>• ST_SCAN: active mask 기준으로 현재 chip을 기다리거나 blank timeout 판단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F172A"/>
                </a:solidFill>
              </a:rPr>
              <a:t>• ST_RESOLVE: 현재 chip이 마지막 chip인지 계산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F172A"/>
                </a:solidFill>
              </a:rPr>
              <a:t>• ST_FORWARD: 실제 chip beats 또는 blank beats를 출력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F172A"/>
                </a:solidFill>
              </a:rPr>
              <a:t>• row가 끝나면 ST_IDLE, 아니면 다음 chip으로 ST_SCAN 복귀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0F172A"/>
                </a:solidFill>
              </a:rPr>
              <a:t>• shot_start override / i_abort는 ST_IDLE로 즉시 탈출</a:t>
            </a:r>
            <a:endParaRPr lang="en-US" sz="1460" dirty="0"/>
          </a:p>
        </p:txBody>
      </p:sp>
      <p:sp>
        <p:nvSpPr>
          <p:cNvPr id="12" name="Shape 9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split의 핵심은 ST_SCAN에서 chip 선택, ST_RESOLVE에서 is_last 계산을 분리한 점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generation도 ST_FORWARD에서 real-chip path와 같은 출력 규약을 공유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face_abort는 line을 synthetic tlast로 닫지 않고 잘린 상태로 버리는 설계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header_inserter / face_seq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framing FSM과 global shot/face coordinator FSM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225296"/>
            <a:ext cx="6071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header_inserter</a:t>
            </a:r>
            <a:endParaRPr lang="en-US" sz="1400" dirty="0"/>
          </a:p>
        </p:txBody>
      </p:sp>
      <p:pic>
        <p:nvPicPr>
          <p:cNvPr id="7" name="Image 0" descr="/mnt/data/fsm_slides_work/diagrams/header_inse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806603"/>
            <a:ext cx="6181344" cy="14368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5678424"/>
            <a:ext cx="6108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prefix 생성, data passthrough, final drain, abort drain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132320" y="1097280"/>
            <a:ext cx="4526280" cy="480060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96912" y="1225296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face_seq</a:t>
            </a:r>
            <a:endParaRPr lang="en-US" sz="1400" dirty="0"/>
          </a:p>
        </p:txBody>
      </p:sp>
      <p:pic>
        <p:nvPicPr>
          <p:cNvPr id="11" name="Image 1" descr="/mnt/data/fsm_slides_work/diagrams/face_s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3321880"/>
            <a:ext cx="4306824" cy="4062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78624" y="5678424"/>
            <a:ext cx="4233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 -&gt; WAIT_SHOT -&gt; IN_FACE 세 상태로 전체 샷/프레임을 조율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header_inserter는 face_start override와 face_abort override가 post-case 우선순위로 들어온다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face_seq는 모든 downstream idle/empty 조건을 만족해야만 cmd_start를 수락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frame_done_both가 올라오면 face_seq가 frame/face id를 갱신하고 ST_WAIT_SHOT로 복귀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FSM handoff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상태도끼리 실제로 어떻게 연결되는지: shot 시작부터 frame_done까지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10996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data/fsm_slides_work/diagrams/hand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206181"/>
            <a:ext cx="10890504" cy="637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5952744"/>
            <a:ext cx="10817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정상 경로는 face_seq -&gt; chip_ctrl/chip_run -&gt; cell_builder -&gt; face_assembler -&gt; header_inserter -&gt; face_seq로 닫히고, err_handler는 recovery detour를 형성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chip_run의 drain control beat가 cell_builder output FSM의 재개 조건을 만들어 준다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face_assembler와 header_inserter가 line/frame 경계를 만들고, face_seq가 다음 shot/face를 열어 준다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err_handler는 정상 데이터 루프 밖에서 soft reset detour를 건다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명시적 standalone FSM이 없는 모듈들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 RTL에서 enumerated state / phase type이 보이지 않는 모듈들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1110996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모듈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역할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3533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비고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64592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64792"/>
            <a:ext cx="103784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105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config_ctrl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7033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상위 coordinator / mux / instantiation wrapper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452360" y="18105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err_handler, bus_phy, chip_ctrl를 묶지만 자체 enum FSM은 없음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41248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cmd_arb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3703320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chip mask 기반 reg access gather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7452360" y="24323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done mask / outstanding 추적은 있으나 별도 enumerated state는 없음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68096" y="3008376"/>
            <a:ext cx="103784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54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csr_pipeline / csr_chip / stop_cfg_decode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3703320" y="30540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CSR decode / sanitize / chip-local register view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7452360" y="305409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설정/상태 경로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41248" y="3675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decoder_i_mode / raw_event_builder / decode_pipe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703320" y="3675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raw word 해석과 event format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452360" y="36758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registered datapath / skid 조합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68096" y="4251960"/>
            <a:ext cx="103784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cell_pipe / output_stage / status_agg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3703320" y="4297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slope split, rise/fall 묶음, status 집계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7452360" y="4297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wrapper 성격이 강함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41248" y="4919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top / pkg / cfg_pkg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3703320" y="49194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통합 wiring / constant package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7452360" y="49194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FSM보다는 구조 정의 역할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548640" y="624535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33679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 슬라이드는 “FSM이 없다”가 아니라 “현재 코드에 standalone enumerated FSM type이 없다”는 뜻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raw_event_builder처럼 내부 hold/control은 있어도 별도 state enum 선언이 없으면 여기로 분류</a:t>
            </a:r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•   </a:t>
            </a:r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검토 우선순위는 explicit FSM 모듈 11개 + 이 wrapper 계층의 handoff 정합성 순으로 잡는 것이 효율적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TDC-GPX RTL FSM Atlas</dc:title>
  <dc:subject>TDC-GPX FSM state atlas</dc:subject>
  <dc:creator>OpenAI</dc:creator>
  <cp:lastModifiedBy>OpenAI</cp:lastModifiedBy>
  <cp:revision>1</cp:revision>
  <dcterms:created xsi:type="dcterms:W3CDTF">2026-04-15T23:29:44Z</dcterms:created>
  <dcterms:modified xsi:type="dcterms:W3CDTF">2026-04-15T23:29:44Z</dcterms:modified>
</cp:coreProperties>
</file>